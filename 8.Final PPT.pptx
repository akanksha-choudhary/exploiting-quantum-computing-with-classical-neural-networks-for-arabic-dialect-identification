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05" r:id="rId2"/>
    <p:sldId id="352" r:id="rId3"/>
    <p:sldId id="307" r:id="rId4"/>
    <p:sldId id="378" r:id="rId5"/>
    <p:sldId id="314" r:id="rId6"/>
    <p:sldId id="359" r:id="rId7"/>
    <p:sldId id="371" r:id="rId8"/>
    <p:sldId id="258" r:id="rId9"/>
    <p:sldId id="361" r:id="rId10"/>
    <p:sldId id="291" r:id="rId11"/>
    <p:sldId id="306" r:id="rId12"/>
    <p:sldId id="330" r:id="rId13"/>
    <p:sldId id="326" r:id="rId14"/>
    <p:sldId id="327" r:id="rId15"/>
    <p:sldId id="323" r:id="rId16"/>
    <p:sldId id="324" r:id="rId17"/>
    <p:sldId id="300" r:id="rId18"/>
    <p:sldId id="293" r:id="rId19"/>
    <p:sldId id="366" r:id="rId20"/>
    <p:sldId id="337" r:id="rId21"/>
    <p:sldId id="338" r:id="rId22"/>
    <p:sldId id="313" r:id="rId23"/>
    <p:sldId id="355" r:id="rId24"/>
    <p:sldId id="367" r:id="rId25"/>
    <p:sldId id="368" r:id="rId26"/>
    <p:sldId id="344" r:id="rId27"/>
    <p:sldId id="374" r:id="rId28"/>
    <p:sldId id="373" r:id="rId29"/>
    <p:sldId id="348" r:id="rId30"/>
    <p:sldId id="375" r:id="rId31"/>
    <p:sldId id="364" r:id="rId32"/>
    <p:sldId id="372" r:id="rId33"/>
    <p:sldId id="376" r:id="rId34"/>
    <p:sldId id="377" r:id="rId35"/>
    <p:sldId id="350" r:id="rId36"/>
    <p:sldId id="369" r:id="rId37"/>
    <p:sldId id="302" r:id="rId38"/>
    <p:sldId id="358" r:id="rId39"/>
    <p:sldId id="308" r:id="rId40"/>
    <p:sldId id="331" r:id="rId41"/>
    <p:sldId id="289" r:id="rId42"/>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34" autoAdjust="0"/>
    <p:restoredTop sz="94660"/>
  </p:normalViewPr>
  <p:slideViewPr>
    <p:cSldViewPr>
      <p:cViewPr varScale="1">
        <p:scale>
          <a:sx n="113" d="100"/>
          <a:sy n="113" d="100"/>
        </p:scale>
        <p:origin x="792" y="82"/>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44455" y="1137044"/>
            <a:ext cx="6055089" cy="939800"/>
          </a:xfrm>
          <a:prstGeom prst="rect">
            <a:avLst/>
          </a:prstGeom>
        </p:spPr>
        <p:txBody>
          <a:bodyPr wrap="square" lIns="0" tIns="0" rIns="0" bIns="0">
            <a:spAutoFit/>
          </a:bodyPr>
          <a:lstStyle>
            <a:lvl1pPr>
              <a:defRPr sz="6000" b="0" i="0">
                <a:solidFill>
                  <a:srgbClr val="263137"/>
                </a:solidFill>
                <a:latin typeface="Tahoma"/>
                <a:cs typeface="Tahoma"/>
              </a:defRPr>
            </a:lvl1pPr>
          </a:lstStyle>
          <a:p>
            <a:r>
              <a:rPr lang="en-US"/>
              <a:t>Click to edit Master title style</a:t>
            </a:r>
            <a:endParaRPr/>
          </a:p>
        </p:txBody>
      </p:sp>
      <p:sp>
        <p:nvSpPr>
          <p:cNvPr id="3" name="Holder 3"/>
          <p:cNvSpPr>
            <a:spLocks noGrp="1"/>
          </p:cNvSpPr>
          <p:nvPr>
            <p:ph type="subTitle" idx="4"/>
          </p:nvPr>
        </p:nvSpPr>
        <p:spPr>
          <a:xfrm>
            <a:off x="95274" y="2631772"/>
            <a:ext cx="8953451" cy="770254"/>
          </a:xfrm>
          <a:prstGeom prst="rect">
            <a:avLst/>
          </a:prstGeom>
        </p:spPr>
        <p:txBody>
          <a:bodyPr wrap="square" lIns="0" tIns="0" rIns="0" bIns="0">
            <a:spAutoFit/>
          </a:bodyPr>
          <a:lstStyle>
            <a:lvl1pPr>
              <a:defRPr sz="2700" b="0" i="0">
                <a:solidFill>
                  <a:srgbClr val="263137"/>
                </a:solidFill>
                <a:latin typeface="Tahoma"/>
                <a:cs typeface="Tahoma"/>
              </a:defRPr>
            </a:lvl1pPr>
          </a:lstStyle>
          <a:p>
            <a:r>
              <a:rPr lang="en-US"/>
              <a:t>Click to edit Master subtitle style</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263137"/>
                </a:solidFill>
                <a:latin typeface="Verdana"/>
                <a:cs typeface="Verdana"/>
              </a:defRPr>
            </a:lvl1pPr>
          </a:lstStyle>
          <a:p>
            <a:r>
              <a:rPr lang="en-US"/>
              <a:t>Click to edit Master title style</a:t>
            </a:r>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pPr lvl="0"/>
            <a:r>
              <a:rPr lang="en-US"/>
              <a:t>Click to edit Master text styles</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263137"/>
                </a:solidFill>
                <a:latin typeface="Verdana"/>
                <a:cs typeface="Verdana"/>
              </a:defRPr>
            </a:lvl1pPr>
          </a:lstStyle>
          <a:p>
            <a:r>
              <a:rPr lang="en-US"/>
              <a:t>Click to edit Master title style</a:t>
            </a:r>
            <a:endParaRPr/>
          </a:p>
        </p:txBody>
      </p:sp>
      <p:sp>
        <p:nvSpPr>
          <p:cNvPr id="3" name="Holder 3"/>
          <p:cNvSpPr>
            <a:spLocks noGrp="1"/>
          </p:cNvSpPr>
          <p:nvPr>
            <p:ph sz="half" idx="2"/>
          </p:nvPr>
        </p:nvSpPr>
        <p:spPr>
          <a:xfrm>
            <a:off x="1047503" y="2101805"/>
            <a:ext cx="2648585" cy="2633979"/>
          </a:xfrm>
          <a:prstGeom prst="rect">
            <a:avLst/>
          </a:prstGeom>
        </p:spPr>
        <p:txBody>
          <a:bodyPr wrap="square" lIns="0" tIns="0" rIns="0" bIns="0">
            <a:spAutoFit/>
          </a:bodyPr>
          <a:lstStyle>
            <a:lvl1pPr>
              <a:defRPr sz="3000" b="0" i="0">
                <a:solidFill>
                  <a:srgbClr val="263137"/>
                </a:solidFill>
                <a:latin typeface="Tahoma"/>
                <a:cs typeface="Tahoma"/>
              </a:defRPr>
            </a:lvl1pPr>
          </a:lstStyle>
          <a:p>
            <a:pPr lvl="0"/>
            <a:r>
              <a:rPr lang="en-US"/>
              <a:t>Click to edit Master text styles</a:t>
            </a:r>
          </a:p>
        </p:txBody>
      </p:sp>
      <p:sp>
        <p:nvSpPr>
          <p:cNvPr id="4" name="Holder 4"/>
          <p:cNvSpPr>
            <a:spLocks noGrp="1"/>
          </p:cNvSpPr>
          <p:nvPr>
            <p:ph sz="half" idx="3"/>
          </p:nvPr>
        </p:nvSpPr>
        <p:spPr>
          <a:xfrm>
            <a:off x="5182396" y="2101805"/>
            <a:ext cx="3380740" cy="2682875"/>
          </a:xfrm>
          <a:prstGeom prst="rect">
            <a:avLst/>
          </a:prstGeom>
        </p:spPr>
        <p:txBody>
          <a:bodyPr wrap="square" lIns="0" tIns="0" rIns="0" bIns="0">
            <a:spAutoFit/>
          </a:bodyPr>
          <a:lstStyle>
            <a:lvl1pPr>
              <a:defRPr sz="3000" b="0" i="0">
                <a:solidFill>
                  <a:srgbClr val="263137"/>
                </a:solidFill>
                <a:latin typeface="Tahoma"/>
                <a:cs typeface="Tahoma"/>
              </a:defRPr>
            </a:lvl1pPr>
          </a:lstStyle>
          <a:p>
            <a:pPr lvl="0"/>
            <a:r>
              <a:rPr lang="en-US"/>
              <a:t>Click to 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263137"/>
                </a:solidFill>
                <a:latin typeface="Verdana"/>
                <a:cs typeface="Verdana"/>
              </a:defRPr>
            </a:lvl1pPr>
          </a:lstStyle>
          <a:p>
            <a:r>
              <a:rPr lang="en-US"/>
              <a:t>Click to edit Master title style</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8/4/2024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5143500"/>
          </a:xfrm>
          <a:custGeom>
            <a:avLst/>
            <a:gdLst/>
            <a:ahLst/>
            <a:cxnLst/>
            <a:rect l="l" t="t" r="r" b="b"/>
            <a:pathLst>
              <a:path w="9144000" h="5143500">
                <a:moveTo>
                  <a:pt x="9143999" y="5143499"/>
                </a:moveTo>
                <a:lnTo>
                  <a:pt x="0" y="5143499"/>
                </a:lnTo>
                <a:lnTo>
                  <a:pt x="0" y="0"/>
                </a:lnTo>
                <a:lnTo>
                  <a:pt x="9143999" y="0"/>
                </a:lnTo>
                <a:lnTo>
                  <a:pt x="9143999" y="5143499"/>
                </a:lnTo>
                <a:close/>
              </a:path>
            </a:pathLst>
          </a:custGeom>
          <a:solidFill>
            <a:srgbClr val="F3F3F3"/>
          </a:solidFill>
        </p:spPr>
        <p:txBody>
          <a:bodyPr wrap="square" lIns="0" tIns="0" rIns="0" bIns="0" rtlCol="0"/>
          <a:lstStyle/>
          <a:p>
            <a:endParaRPr/>
          </a:p>
        </p:txBody>
      </p:sp>
      <p:sp>
        <p:nvSpPr>
          <p:cNvPr id="2" name="Holder 2"/>
          <p:cNvSpPr>
            <a:spLocks noGrp="1"/>
          </p:cNvSpPr>
          <p:nvPr>
            <p:ph type="title"/>
          </p:nvPr>
        </p:nvSpPr>
        <p:spPr>
          <a:xfrm>
            <a:off x="6653525" y="557412"/>
            <a:ext cx="1500504" cy="452119"/>
          </a:xfrm>
          <a:prstGeom prst="rect">
            <a:avLst/>
          </a:prstGeom>
        </p:spPr>
        <p:txBody>
          <a:bodyPr wrap="square" lIns="0" tIns="0" rIns="0" bIns="0">
            <a:spAutoFit/>
          </a:bodyPr>
          <a:lstStyle>
            <a:lvl1pPr>
              <a:defRPr sz="1400" b="0" i="0">
                <a:solidFill>
                  <a:srgbClr val="263137"/>
                </a:solidFill>
                <a:latin typeface="Verdana"/>
                <a:cs typeface="Verdana"/>
              </a:defRPr>
            </a:lvl1pPr>
          </a:lstStyle>
          <a:p>
            <a:endParaRPr/>
          </a:p>
        </p:txBody>
      </p:sp>
      <p:sp>
        <p:nvSpPr>
          <p:cNvPr id="3" name="Holder 3"/>
          <p:cNvSpPr>
            <a:spLocks noGrp="1"/>
          </p:cNvSpPr>
          <p:nvPr>
            <p:ph type="body" idx="1"/>
          </p:nvPr>
        </p:nvSpPr>
        <p:spPr>
          <a:xfrm>
            <a:off x="261500" y="1389174"/>
            <a:ext cx="8615680" cy="251650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8/4/2024</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hyperlink" Target="https://www.ibm.com/quantum/qiskit" TargetMode="Externa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55576" y="699542"/>
            <a:ext cx="7416824" cy="757836"/>
          </a:xfrm>
          <a:prstGeom prst="rect">
            <a:avLst/>
          </a:prstGeom>
        </p:spPr>
        <p:txBody>
          <a:bodyPr vert="horz" wrap="square" lIns="0" tIns="10795" rIns="0" bIns="0" rtlCol="0">
            <a:spAutoFit/>
          </a:bodyPr>
          <a:lstStyle/>
          <a:p>
            <a:pPr marL="1220470" marR="53340" indent="-1160145" algn="ctr">
              <a:lnSpc>
                <a:spcPct val="100699"/>
              </a:lnSpc>
              <a:spcBef>
                <a:spcPts val="85"/>
              </a:spcBef>
            </a:pPr>
            <a:r>
              <a:rPr lang="en-US" sz="2400"/>
              <a:t>Exploiting Quantum Computing with </a:t>
            </a:r>
          </a:p>
          <a:p>
            <a:pPr marL="1220470" marR="53340" indent="-1160145" algn="ctr">
              <a:lnSpc>
                <a:spcPct val="100699"/>
              </a:lnSpc>
              <a:spcBef>
                <a:spcPts val="85"/>
              </a:spcBef>
            </a:pPr>
            <a:r>
              <a:rPr lang="en-US" sz="2400"/>
              <a:t>Classical Neural Networks for </a:t>
            </a:r>
            <a:r>
              <a:rPr lang="en-IN" sz="2400" b="1">
                <a:solidFill>
                  <a:schemeClr val="tx1">
                    <a:lumMod val="85000"/>
                    <a:lumOff val="15000"/>
                  </a:schemeClr>
                </a:solidFill>
              </a:rPr>
              <a:t>Arabic Dialect Identification</a:t>
            </a:r>
            <a:r>
              <a:rPr lang="en-IN" sz="2400">
                <a:solidFill>
                  <a:schemeClr val="tx1">
                    <a:lumMod val="85000"/>
                    <a:lumOff val="15000"/>
                  </a:schemeClr>
                </a:solidFill>
              </a:rPr>
              <a:t>.</a:t>
            </a:r>
          </a:p>
        </p:txBody>
      </p:sp>
      <p:sp>
        <p:nvSpPr>
          <p:cNvPr id="2" name="TextBox 1">
            <a:extLst>
              <a:ext uri="{FF2B5EF4-FFF2-40B4-BE49-F238E27FC236}">
                <a16:creationId xmlns:a16="http://schemas.microsoft.com/office/drawing/2014/main" id="{844361C9-E929-533D-E663-7D3F48083F68}"/>
              </a:ext>
            </a:extLst>
          </p:cNvPr>
          <p:cNvSpPr txBox="1"/>
          <p:nvPr/>
        </p:nvSpPr>
        <p:spPr>
          <a:xfrm>
            <a:off x="2197832" y="2643758"/>
            <a:ext cx="4748336" cy="1200329"/>
          </a:xfrm>
          <a:prstGeom prst="rect">
            <a:avLst/>
          </a:prstGeom>
          <a:solidFill>
            <a:schemeClr val="accent4">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IN" b="1" i="1" u="sng">
                <a:solidFill>
                  <a:srgbClr val="7030A0"/>
                </a:solidFill>
              </a:rPr>
              <a:t>Our Team</a:t>
            </a:r>
          </a:p>
          <a:p>
            <a:pPr algn="ctr"/>
            <a:r>
              <a:rPr lang="en-IN"/>
              <a:t>Abhishek Kumar Pathak</a:t>
            </a:r>
          </a:p>
          <a:p>
            <a:pPr algn="ctr"/>
            <a:r>
              <a:rPr lang="en-IN"/>
              <a:t>Akanksha Choudhary</a:t>
            </a:r>
          </a:p>
          <a:p>
            <a:pPr algn="ctr"/>
            <a:r>
              <a:rPr lang="en-IN"/>
              <a:t>Anjali Mishra</a:t>
            </a:r>
          </a:p>
        </p:txBody>
      </p:sp>
      <p:sp>
        <p:nvSpPr>
          <p:cNvPr id="5" name="TextBox 4">
            <a:extLst>
              <a:ext uri="{FF2B5EF4-FFF2-40B4-BE49-F238E27FC236}">
                <a16:creationId xmlns:a16="http://schemas.microsoft.com/office/drawing/2014/main" id="{9C8E6FD3-02C1-6846-0599-34422A53F6EC}"/>
              </a:ext>
            </a:extLst>
          </p:cNvPr>
          <p:cNvSpPr txBox="1"/>
          <p:nvPr/>
        </p:nvSpPr>
        <p:spPr>
          <a:xfrm>
            <a:off x="971600" y="4050025"/>
            <a:ext cx="7200800" cy="923330"/>
          </a:xfrm>
          <a:prstGeom prst="rect">
            <a:avLst/>
          </a:prstGeom>
          <a:noFill/>
          <a:ln>
            <a:solidFill>
              <a:srgbClr val="7030A0"/>
            </a:solidFill>
          </a:ln>
        </p:spPr>
        <p:txBody>
          <a:bodyPr wrap="square" rtlCol="0">
            <a:spAutoFit/>
            <a:scene3d>
              <a:camera prst="orthographicFront"/>
              <a:lightRig rig="threePt" dir="t"/>
            </a:scene3d>
            <a:sp3d extrusionH="57150">
              <a:bevelT w="50800" h="38100" prst="riblet"/>
            </a:sp3d>
          </a:bodyPr>
          <a:lstStyle/>
          <a:p>
            <a:pPr algn="ctr"/>
            <a:r>
              <a:rPr lang="en-IN" spc="50">
                <a:ln w="0"/>
                <a:solidFill>
                  <a:srgbClr val="7030A0"/>
                </a:solidFill>
                <a:effectLst>
                  <a:innerShdw blurRad="63500" dist="50800" dir="13500000">
                    <a:srgbClr val="000000">
                      <a:alpha val="50000"/>
                    </a:srgbClr>
                  </a:innerShdw>
                </a:effectLst>
              </a:rPr>
              <a:t>Under the guidance of </a:t>
            </a:r>
            <a:r>
              <a:rPr lang="en-IN" b="1" spc="50">
                <a:ln w="0"/>
                <a:solidFill>
                  <a:srgbClr val="7030A0"/>
                </a:solidFill>
                <a:effectLst>
                  <a:innerShdw blurRad="63500" dist="50800" dir="13500000">
                    <a:srgbClr val="000000">
                      <a:alpha val="50000"/>
                    </a:srgbClr>
                  </a:innerShdw>
                </a:effectLst>
              </a:rPr>
              <a:t>Mr. Bhagaban Swain</a:t>
            </a:r>
          </a:p>
          <a:p>
            <a:pPr algn="ctr"/>
            <a:r>
              <a:rPr lang="en-IN" spc="50">
                <a:ln w="0"/>
                <a:solidFill>
                  <a:srgbClr val="7030A0"/>
                </a:solidFill>
                <a:effectLst>
                  <a:innerShdw blurRad="63500" dist="50800" dir="13500000">
                    <a:srgbClr val="000000">
                      <a:alpha val="50000"/>
                    </a:srgbClr>
                  </a:innerShdw>
                </a:effectLst>
              </a:rPr>
              <a:t>Assistant Professor, Dept. of Computer Science &amp; Engineering</a:t>
            </a:r>
          </a:p>
          <a:p>
            <a:pPr algn="ctr"/>
            <a:r>
              <a:rPr lang="en-IN" spc="50">
                <a:ln w="0"/>
                <a:solidFill>
                  <a:srgbClr val="7030A0"/>
                </a:solidFill>
                <a:effectLst>
                  <a:innerShdw blurRad="63500" dist="50800" dir="13500000">
                    <a:srgbClr val="000000">
                      <a:alpha val="50000"/>
                    </a:srgbClr>
                  </a:innerShdw>
                </a:effectLst>
              </a:rPr>
              <a:t>Assam University, Silchar </a:t>
            </a:r>
          </a:p>
        </p:txBody>
      </p:sp>
    </p:spTree>
    <p:extLst>
      <p:ext uri="{BB962C8B-B14F-4D97-AF65-F5344CB8AC3E}">
        <p14:creationId xmlns:p14="http://schemas.microsoft.com/office/powerpoint/2010/main" val="1775186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3465D361-BACE-93E2-955B-7938B1CE0962}"/>
              </a:ext>
            </a:extLst>
          </p:cNvPr>
          <p:cNvSpPr/>
          <p:nvPr/>
        </p:nvSpPr>
        <p:spPr>
          <a:xfrm>
            <a:off x="3383868" y="555526"/>
            <a:ext cx="2304256" cy="576064"/>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nchor="ctr"/>
          <a:lstStyle/>
          <a:p>
            <a:pPr algn="ctr"/>
            <a:r>
              <a:rPr lang="en-IN" sz="2800"/>
              <a:t>Abstract</a:t>
            </a:r>
            <a:endParaRPr sz="2800"/>
          </a:p>
        </p:txBody>
      </p:sp>
      <p:sp>
        <p:nvSpPr>
          <p:cNvPr id="3" name="TextBox 2">
            <a:extLst>
              <a:ext uri="{FF2B5EF4-FFF2-40B4-BE49-F238E27FC236}">
                <a16:creationId xmlns:a16="http://schemas.microsoft.com/office/drawing/2014/main" id="{170452B6-656D-48F2-CEC7-5D2991FC2492}"/>
              </a:ext>
            </a:extLst>
          </p:cNvPr>
          <p:cNvSpPr txBox="1"/>
          <p:nvPr/>
        </p:nvSpPr>
        <p:spPr>
          <a:xfrm>
            <a:off x="1043608" y="1663809"/>
            <a:ext cx="6984776" cy="1815882"/>
          </a:xfrm>
          <a:prstGeom prst="rect">
            <a:avLst/>
          </a:prstGeom>
          <a:noFill/>
        </p:spPr>
        <p:txBody>
          <a:bodyPr wrap="square">
            <a:spAutoFit/>
          </a:bodyPr>
          <a:lstStyle/>
          <a:p>
            <a:pPr algn="just"/>
            <a:r>
              <a:rPr lang="en-IN" sz="1400"/>
              <a:t>Arabic dialect identification distinguishes regional dialects within Arabic, which is important for enhancing NLP applications and can contribute to many applications such as speech recognition, sentiment analysis, and cultural studies. This project introduces quantum computing in speech processing and dialect identification system. </a:t>
            </a:r>
          </a:p>
          <a:p>
            <a:pPr algn="just"/>
            <a:endParaRPr lang="en-IN" sz="1400"/>
          </a:p>
          <a:p>
            <a:pPr algn="just"/>
            <a:r>
              <a:rPr lang="en-IN" sz="1400"/>
              <a:t>This System tackles various challenges such as significant variations in a dialect in terms of vocabulary, grammar and pronunciation. This study introduces a system that combines linguistic features with deep learning models to accurately identify dialects from speech. </a:t>
            </a:r>
          </a:p>
        </p:txBody>
      </p:sp>
    </p:spTree>
    <p:extLst>
      <p:ext uri="{BB962C8B-B14F-4D97-AF65-F5344CB8AC3E}">
        <p14:creationId xmlns:p14="http://schemas.microsoft.com/office/powerpoint/2010/main" val="579451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051DBCDF-E25A-F591-3E35-C5572D7727F2}"/>
              </a:ext>
            </a:extLst>
          </p:cNvPr>
          <p:cNvSpPr/>
          <p:nvPr/>
        </p:nvSpPr>
        <p:spPr>
          <a:xfrm>
            <a:off x="0" y="51468"/>
            <a:ext cx="1547664" cy="504058"/>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nchor="ctr"/>
          <a:lstStyle/>
          <a:p>
            <a:pPr algn="ctr"/>
            <a:r>
              <a:rPr lang="en-IN" sz="2800"/>
              <a:t>Contents</a:t>
            </a:r>
            <a:endParaRPr sz="2800"/>
          </a:p>
        </p:txBody>
      </p:sp>
      <p:graphicFrame>
        <p:nvGraphicFramePr>
          <p:cNvPr id="2" name="Table 1">
            <a:extLst>
              <a:ext uri="{FF2B5EF4-FFF2-40B4-BE49-F238E27FC236}">
                <a16:creationId xmlns:a16="http://schemas.microsoft.com/office/drawing/2014/main" id="{7E7EBDF1-F2D5-CBDC-2443-E13F85BAE1B5}"/>
              </a:ext>
            </a:extLst>
          </p:cNvPr>
          <p:cNvGraphicFramePr>
            <a:graphicFrameLocks noGrp="1"/>
          </p:cNvGraphicFramePr>
          <p:nvPr>
            <p:extLst>
              <p:ext uri="{D42A27DB-BD31-4B8C-83A1-F6EECF244321}">
                <p14:modId xmlns:p14="http://schemas.microsoft.com/office/powerpoint/2010/main" val="2274199895"/>
              </p:ext>
            </p:extLst>
          </p:nvPr>
        </p:nvGraphicFramePr>
        <p:xfrm>
          <a:off x="1691680" y="902970"/>
          <a:ext cx="6096000" cy="33375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65458746"/>
                    </a:ext>
                  </a:extLst>
                </a:gridCol>
                <a:gridCol w="2032000">
                  <a:extLst>
                    <a:ext uri="{9D8B030D-6E8A-4147-A177-3AD203B41FA5}">
                      <a16:colId xmlns:a16="http://schemas.microsoft.com/office/drawing/2014/main" val="3236866701"/>
                    </a:ext>
                  </a:extLst>
                </a:gridCol>
                <a:gridCol w="2032000">
                  <a:extLst>
                    <a:ext uri="{9D8B030D-6E8A-4147-A177-3AD203B41FA5}">
                      <a16:colId xmlns:a16="http://schemas.microsoft.com/office/drawing/2014/main" val="2213161879"/>
                    </a:ext>
                  </a:extLst>
                </a:gridCol>
              </a:tblGrid>
              <a:tr h="370840">
                <a:tc>
                  <a:txBody>
                    <a:bodyPr/>
                    <a:lstStyle/>
                    <a:p>
                      <a:pPr algn="ctr"/>
                      <a:r>
                        <a:rPr lang="en-IN"/>
                        <a:t>Sr. No.</a:t>
                      </a:r>
                    </a:p>
                  </a:txBody>
                  <a:tcPr anchor="ctr"/>
                </a:tc>
                <a:tc>
                  <a:txBody>
                    <a:bodyPr/>
                    <a:lstStyle/>
                    <a:p>
                      <a:pPr algn="ctr"/>
                      <a:r>
                        <a:rPr lang="en-IN"/>
                        <a:t>Contents</a:t>
                      </a:r>
                    </a:p>
                  </a:txBody>
                  <a:tcPr anchor="ctr"/>
                </a:tc>
                <a:tc>
                  <a:txBody>
                    <a:bodyPr/>
                    <a:lstStyle/>
                    <a:p>
                      <a:pPr algn="ctr"/>
                      <a:r>
                        <a:rPr lang="en-IN"/>
                        <a:t>Slide No.</a:t>
                      </a:r>
                    </a:p>
                  </a:txBody>
                  <a:tcPr anchor="ctr"/>
                </a:tc>
                <a:extLst>
                  <a:ext uri="{0D108BD9-81ED-4DB2-BD59-A6C34878D82A}">
                    <a16:rowId xmlns:a16="http://schemas.microsoft.com/office/drawing/2014/main" val="2669090814"/>
                  </a:ext>
                </a:extLst>
              </a:tr>
              <a:tr h="370840">
                <a:tc>
                  <a:txBody>
                    <a:bodyPr/>
                    <a:lstStyle/>
                    <a:p>
                      <a:pPr algn="ctr"/>
                      <a:r>
                        <a:rPr lang="en-IN" sz="1600"/>
                        <a:t>1</a:t>
                      </a:r>
                    </a:p>
                  </a:txBody>
                  <a:tcPr anchor="ctr"/>
                </a:tc>
                <a:tc>
                  <a:txBody>
                    <a:bodyPr/>
                    <a:lstStyle/>
                    <a:p>
                      <a:pPr algn="l"/>
                      <a:r>
                        <a:rPr lang="en-IN" sz="1800"/>
                        <a:t>Introduction</a:t>
                      </a:r>
                    </a:p>
                  </a:txBody>
                  <a:tcPr anchor="ctr"/>
                </a:tc>
                <a:tc>
                  <a:txBody>
                    <a:bodyPr/>
                    <a:lstStyle/>
                    <a:p>
                      <a:pPr algn="ctr"/>
                      <a:r>
                        <a:rPr lang="en-IN"/>
                        <a:t>4</a:t>
                      </a:r>
                    </a:p>
                  </a:txBody>
                  <a:tcPr anchor="ctr"/>
                </a:tc>
                <a:extLst>
                  <a:ext uri="{0D108BD9-81ED-4DB2-BD59-A6C34878D82A}">
                    <a16:rowId xmlns:a16="http://schemas.microsoft.com/office/drawing/2014/main" val="851149221"/>
                  </a:ext>
                </a:extLst>
              </a:tr>
              <a:tr h="370840">
                <a:tc>
                  <a:txBody>
                    <a:bodyPr/>
                    <a:lstStyle/>
                    <a:p>
                      <a:pPr algn="ctr"/>
                      <a:r>
                        <a:rPr lang="en-IN" sz="1600"/>
                        <a:t>2</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800"/>
                        <a:t>Current Status</a:t>
                      </a:r>
                    </a:p>
                  </a:txBody>
                  <a:tcPr anchor="ctr"/>
                </a:tc>
                <a:tc>
                  <a:txBody>
                    <a:bodyPr/>
                    <a:lstStyle/>
                    <a:p>
                      <a:pPr algn="ctr"/>
                      <a:r>
                        <a:rPr lang="en-IN"/>
                        <a:t>9</a:t>
                      </a:r>
                    </a:p>
                  </a:txBody>
                  <a:tcPr anchor="ctr"/>
                </a:tc>
                <a:extLst>
                  <a:ext uri="{0D108BD9-81ED-4DB2-BD59-A6C34878D82A}">
                    <a16:rowId xmlns:a16="http://schemas.microsoft.com/office/drawing/2014/main" val="2637797625"/>
                  </a:ext>
                </a:extLst>
              </a:tr>
              <a:tr h="370840">
                <a:tc>
                  <a:txBody>
                    <a:bodyPr/>
                    <a:lstStyle/>
                    <a:p>
                      <a:pPr algn="ctr"/>
                      <a:r>
                        <a:rPr lang="en-IN" sz="1600"/>
                        <a:t>3</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800"/>
                        <a:t>Literature Survey</a:t>
                      </a:r>
                    </a:p>
                  </a:txBody>
                  <a:tcPr anchor="ctr"/>
                </a:tc>
                <a:tc>
                  <a:txBody>
                    <a:bodyPr/>
                    <a:lstStyle/>
                    <a:p>
                      <a:pPr algn="ctr"/>
                      <a:r>
                        <a:rPr lang="en-IN"/>
                        <a:t>10</a:t>
                      </a:r>
                    </a:p>
                  </a:txBody>
                  <a:tcPr anchor="ctr"/>
                </a:tc>
                <a:extLst>
                  <a:ext uri="{0D108BD9-81ED-4DB2-BD59-A6C34878D82A}">
                    <a16:rowId xmlns:a16="http://schemas.microsoft.com/office/drawing/2014/main" val="1444988777"/>
                  </a:ext>
                </a:extLst>
              </a:tr>
              <a:tr h="370840">
                <a:tc>
                  <a:txBody>
                    <a:bodyPr/>
                    <a:lstStyle/>
                    <a:p>
                      <a:pPr algn="ctr"/>
                      <a:r>
                        <a:rPr lang="en-IN" sz="1600"/>
                        <a:t>4</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800"/>
                        <a:t>Speech Corpora</a:t>
                      </a:r>
                    </a:p>
                  </a:txBody>
                  <a:tcPr anchor="ctr"/>
                </a:tc>
                <a:tc>
                  <a:txBody>
                    <a:bodyPr/>
                    <a:lstStyle/>
                    <a:p>
                      <a:pPr algn="ctr"/>
                      <a:r>
                        <a:rPr lang="en-IN"/>
                        <a:t>14</a:t>
                      </a:r>
                    </a:p>
                  </a:txBody>
                  <a:tcPr anchor="ctr"/>
                </a:tc>
                <a:extLst>
                  <a:ext uri="{0D108BD9-81ED-4DB2-BD59-A6C34878D82A}">
                    <a16:rowId xmlns:a16="http://schemas.microsoft.com/office/drawing/2014/main" val="3345594450"/>
                  </a:ext>
                </a:extLst>
              </a:tr>
              <a:tr h="370840">
                <a:tc>
                  <a:txBody>
                    <a:bodyPr/>
                    <a:lstStyle/>
                    <a:p>
                      <a:pPr algn="ctr"/>
                      <a:r>
                        <a:rPr lang="en-IN" sz="1600"/>
                        <a:t>5</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800"/>
                        <a:t>System Design</a:t>
                      </a:r>
                    </a:p>
                  </a:txBody>
                  <a:tcPr anchor="ctr"/>
                </a:tc>
                <a:tc>
                  <a:txBody>
                    <a:bodyPr/>
                    <a:lstStyle/>
                    <a:p>
                      <a:pPr algn="ctr"/>
                      <a:r>
                        <a:rPr lang="en-IN"/>
                        <a:t>16</a:t>
                      </a:r>
                    </a:p>
                  </a:txBody>
                  <a:tcPr anchor="ctr"/>
                </a:tc>
                <a:extLst>
                  <a:ext uri="{0D108BD9-81ED-4DB2-BD59-A6C34878D82A}">
                    <a16:rowId xmlns:a16="http://schemas.microsoft.com/office/drawing/2014/main" val="1579824209"/>
                  </a:ext>
                </a:extLst>
              </a:tr>
              <a:tr h="370840">
                <a:tc>
                  <a:txBody>
                    <a:bodyPr/>
                    <a:lstStyle/>
                    <a:p>
                      <a:pPr algn="ctr"/>
                      <a:r>
                        <a:rPr lang="en-IN"/>
                        <a:t>6</a:t>
                      </a:r>
                    </a:p>
                  </a:txBody>
                  <a:tcPr anchor="ctr"/>
                </a:tc>
                <a:tc>
                  <a:txBody>
                    <a:bodyPr/>
                    <a:lstStyle/>
                    <a:p>
                      <a:pPr algn="l"/>
                      <a:r>
                        <a:rPr lang="en-IN" sz="1800" b="0"/>
                        <a:t>Result</a:t>
                      </a:r>
                    </a:p>
                  </a:txBody>
                  <a:tcPr anchor="ctr"/>
                </a:tc>
                <a:tc>
                  <a:txBody>
                    <a:bodyPr/>
                    <a:lstStyle/>
                    <a:p>
                      <a:pPr algn="ctr"/>
                      <a:r>
                        <a:rPr lang="en-IN"/>
                        <a:t>21</a:t>
                      </a:r>
                    </a:p>
                  </a:txBody>
                  <a:tcPr anchor="ctr"/>
                </a:tc>
                <a:extLst>
                  <a:ext uri="{0D108BD9-81ED-4DB2-BD59-A6C34878D82A}">
                    <a16:rowId xmlns:a16="http://schemas.microsoft.com/office/drawing/2014/main" val="2197497330"/>
                  </a:ext>
                </a:extLst>
              </a:tr>
              <a:tr h="370840">
                <a:tc>
                  <a:txBody>
                    <a:bodyPr/>
                    <a:lstStyle/>
                    <a:p>
                      <a:pPr algn="ctr"/>
                      <a:r>
                        <a:rPr lang="en-IN" sz="1600" b="0"/>
                        <a:t>7</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800" b="0"/>
                        <a:t>Conclusion</a:t>
                      </a:r>
                    </a:p>
                  </a:txBody>
                  <a:tcPr anchor="ctr"/>
                </a:tc>
                <a:tc>
                  <a:txBody>
                    <a:bodyPr/>
                    <a:lstStyle/>
                    <a:p>
                      <a:pPr algn="ctr"/>
                      <a:r>
                        <a:rPr lang="en-IN" b="0"/>
                        <a:t>29</a:t>
                      </a:r>
                    </a:p>
                  </a:txBody>
                  <a:tcPr anchor="ctr"/>
                </a:tc>
                <a:extLst>
                  <a:ext uri="{0D108BD9-81ED-4DB2-BD59-A6C34878D82A}">
                    <a16:rowId xmlns:a16="http://schemas.microsoft.com/office/drawing/2014/main" val="2195073605"/>
                  </a:ext>
                </a:extLst>
              </a:tr>
              <a:tr h="370840">
                <a:tc>
                  <a:txBody>
                    <a:bodyPr/>
                    <a:lstStyle/>
                    <a:p>
                      <a:pPr algn="ctr"/>
                      <a:r>
                        <a:rPr lang="en-IN" sz="1600"/>
                        <a:t>8</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a:t>References</a:t>
                      </a:r>
                    </a:p>
                  </a:txBody>
                  <a:tcPr anchor="ctr"/>
                </a:tc>
                <a:tc>
                  <a:txBody>
                    <a:bodyPr/>
                    <a:lstStyle/>
                    <a:p>
                      <a:pPr algn="ctr"/>
                      <a:r>
                        <a:rPr lang="en-IN"/>
                        <a:t>30</a:t>
                      </a:r>
                    </a:p>
                  </a:txBody>
                  <a:tcPr anchor="ctr"/>
                </a:tc>
                <a:extLst>
                  <a:ext uri="{0D108BD9-81ED-4DB2-BD59-A6C34878D82A}">
                    <a16:rowId xmlns:a16="http://schemas.microsoft.com/office/drawing/2014/main" val="2365782382"/>
                  </a:ext>
                </a:extLst>
              </a:tr>
            </a:tbl>
          </a:graphicData>
        </a:graphic>
      </p:graphicFrame>
    </p:spTree>
    <p:extLst>
      <p:ext uri="{BB962C8B-B14F-4D97-AF65-F5344CB8AC3E}">
        <p14:creationId xmlns:p14="http://schemas.microsoft.com/office/powerpoint/2010/main" val="4008223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BFA25E4-21F5-5292-3B56-079B34DD8487}"/>
              </a:ext>
            </a:extLst>
          </p:cNvPr>
          <p:cNvGraphicFramePr>
            <a:graphicFrameLocks noGrp="1"/>
          </p:cNvGraphicFramePr>
          <p:nvPr>
            <p:extLst>
              <p:ext uri="{D42A27DB-BD31-4B8C-83A1-F6EECF244321}">
                <p14:modId xmlns:p14="http://schemas.microsoft.com/office/powerpoint/2010/main" val="1515153431"/>
              </p:ext>
            </p:extLst>
          </p:nvPr>
        </p:nvGraphicFramePr>
        <p:xfrm>
          <a:off x="1524000" y="539750"/>
          <a:ext cx="6096000" cy="33375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65458746"/>
                    </a:ext>
                  </a:extLst>
                </a:gridCol>
                <a:gridCol w="2032000">
                  <a:extLst>
                    <a:ext uri="{9D8B030D-6E8A-4147-A177-3AD203B41FA5}">
                      <a16:colId xmlns:a16="http://schemas.microsoft.com/office/drawing/2014/main" val="3236866701"/>
                    </a:ext>
                  </a:extLst>
                </a:gridCol>
                <a:gridCol w="2032000">
                  <a:extLst>
                    <a:ext uri="{9D8B030D-6E8A-4147-A177-3AD203B41FA5}">
                      <a16:colId xmlns:a16="http://schemas.microsoft.com/office/drawing/2014/main" val="2213161879"/>
                    </a:ext>
                  </a:extLst>
                </a:gridCol>
              </a:tblGrid>
              <a:tr h="370840">
                <a:tc>
                  <a:txBody>
                    <a:bodyPr/>
                    <a:lstStyle/>
                    <a:p>
                      <a:pPr algn="ctr"/>
                      <a:r>
                        <a:rPr lang="en-IN"/>
                        <a:t>Sr. No.</a:t>
                      </a:r>
                    </a:p>
                  </a:txBody>
                  <a:tcPr anchor="ctr"/>
                </a:tc>
                <a:tc>
                  <a:txBody>
                    <a:bodyPr/>
                    <a:lstStyle/>
                    <a:p>
                      <a:pPr algn="ctr"/>
                      <a:r>
                        <a:rPr lang="en-IN"/>
                        <a:t>Contents</a:t>
                      </a:r>
                    </a:p>
                  </a:txBody>
                  <a:tcPr anchor="ctr"/>
                </a:tc>
                <a:tc>
                  <a:txBody>
                    <a:bodyPr/>
                    <a:lstStyle/>
                    <a:p>
                      <a:pPr algn="ctr"/>
                      <a:r>
                        <a:rPr lang="en-IN"/>
                        <a:t>Slide No.</a:t>
                      </a:r>
                    </a:p>
                  </a:txBody>
                  <a:tcPr anchor="ctr"/>
                </a:tc>
                <a:extLst>
                  <a:ext uri="{0D108BD9-81ED-4DB2-BD59-A6C34878D82A}">
                    <a16:rowId xmlns:a16="http://schemas.microsoft.com/office/drawing/2014/main" val="2669090814"/>
                  </a:ext>
                </a:extLst>
              </a:tr>
              <a:tr h="370840">
                <a:tc>
                  <a:txBody>
                    <a:bodyPr/>
                    <a:lstStyle/>
                    <a:p>
                      <a:pPr algn="ctr"/>
                      <a:r>
                        <a:rPr lang="en-IN" sz="1600"/>
                        <a:t>1</a:t>
                      </a:r>
                    </a:p>
                  </a:txBody>
                  <a:tcPr anchor="ctr"/>
                </a:tc>
                <a:tc>
                  <a:txBody>
                    <a:bodyPr/>
                    <a:lstStyle/>
                    <a:p>
                      <a:pPr algn="l"/>
                      <a:r>
                        <a:rPr lang="en-IN" sz="1800"/>
                        <a:t>Introduction</a:t>
                      </a:r>
                    </a:p>
                  </a:txBody>
                  <a:tcPr anchor="ctr"/>
                </a:tc>
                <a:tc>
                  <a:txBody>
                    <a:bodyPr/>
                    <a:lstStyle/>
                    <a:p>
                      <a:pPr algn="ctr"/>
                      <a:r>
                        <a:rPr lang="en-IN"/>
                        <a:t>4</a:t>
                      </a:r>
                    </a:p>
                  </a:txBody>
                  <a:tcPr anchor="ctr"/>
                </a:tc>
                <a:extLst>
                  <a:ext uri="{0D108BD9-81ED-4DB2-BD59-A6C34878D82A}">
                    <a16:rowId xmlns:a16="http://schemas.microsoft.com/office/drawing/2014/main" val="851149221"/>
                  </a:ext>
                </a:extLst>
              </a:tr>
              <a:tr h="370840">
                <a:tc>
                  <a:txBody>
                    <a:bodyPr/>
                    <a:lstStyle/>
                    <a:p>
                      <a:pPr algn="ctr"/>
                      <a:r>
                        <a:rPr lang="en-IN" sz="1600"/>
                        <a:t>2</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800"/>
                        <a:t>Current Status</a:t>
                      </a:r>
                    </a:p>
                  </a:txBody>
                  <a:tcPr anchor="ctr"/>
                </a:tc>
                <a:tc>
                  <a:txBody>
                    <a:bodyPr/>
                    <a:lstStyle/>
                    <a:p>
                      <a:pPr algn="ctr"/>
                      <a:r>
                        <a:rPr lang="en-IN"/>
                        <a:t>9</a:t>
                      </a:r>
                    </a:p>
                  </a:txBody>
                  <a:tcPr anchor="ctr"/>
                </a:tc>
                <a:extLst>
                  <a:ext uri="{0D108BD9-81ED-4DB2-BD59-A6C34878D82A}">
                    <a16:rowId xmlns:a16="http://schemas.microsoft.com/office/drawing/2014/main" val="2637797625"/>
                  </a:ext>
                </a:extLst>
              </a:tr>
              <a:tr h="370840">
                <a:tc>
                  <a:txBody>
                    <a:bodyPr/>
                    <a:lstStyle/>
                    <a:p>
                      <a:pPr algn="ctr"/>
                      <a:r>
                        <a:rPr lang="en-IN" sz="1600"/>
                        <a:t>3</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800"/>
                        <a:t>Literature Survey</a:t>
                      </a:r>
                    </a:p>
                  </a:txBody>
                  <a:tcPr anchor="ctr"/>
                </a:tc>
                <a:tc>
                  <a:txBody>
                    <a:bodyPr/>
                    <a:lstStyle/>
                    <a:p>
                      <a:pPr algn="ctr"/>
                      <a:r>
                        <a:rPr lang="en-IN"/>
                        <a:t>10</a:t>
                      </a:r>
                    </a:p>
                  </a:txBody>
                  <a:tcPr anchor="ctr"/>
                </a:tc>
                <a:extLst>
                  <a:ext uri="{0D108BD9-81ED-4DB2-BD59-A6C34878D82A}">
                    <a16:rowId xmlns:a16="http://schemas.microsoft.com/office/drawing/2014/main" val="1444988777"/>
                  </a:ext>
                </a:extLst>
              </a:tr>
              <a:tr h="370840">
                <a:tc>
                  <a:txBody>
                    <a:bodyPr/>
                    <a:lstStyle/>
                    <a:p>
                      <a:pPr algn="ctr"/>
                      <a:r>
                        <a:rPr lang="en-IN" sz="1600"/>
                        <a:t>4</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800"/>
                        <a:t>Speech Corpora</a:t>
                      </a:r>
                    </a:p>
                  </a:txBody>
                  <a:tcPr anchor="ctr"/>
                </a:tc>
                <a:tc>
                  <a:txBody>
                    <a:bodyPr/>
                    <a:lstStyle/>
                    <a:p>
                      <a:pPr algn="ctr"/>
                      <a:r>
                        <a:rPr lang="en-IN"/>
                        <a:t>14</a:t>
                      </a:r>
                    </a:p>
                  </a:txBody>
                  <a:tcPr anchor="ctr"/>
                </a:tc>
                <a:extLst>
                  <a:ext uri="{0D108BD9-81ED-4DB2-BD59-A6C34878D82A}">
                    <a16:rowId xmlns:a16="http://schemas.microsoft.com/office/drawing/2014/main" val="3345594450"/>
                  </a:ext>
                </a:extLst>
              </a:tr>
              <a:tr h="370840">
                <a:tc>
                  <a:txBody>
                    <a:bodyPr/>
                    <a:lstStyle/>
                    <a:p>
                      <a:pPr algn="ctr"/>
                      <a:r>
                        <a:rPr lang="en-IN" sz="1600"/>
                        <a:t>5</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800"/>
                        <a:t>System Design</a:t>
                      </a:r>
                    </a:p>
                  </a:txBody>
                  <a:tcPr anchor="ctr"/>
                </a:tc>
                <a:tc>
                  <a:txBody>
                    <a:bodyPr/>
                    <a:lstStyle/>
                    <a:p>
                      <a:pPr algn="ctr"/>
                      <a:r>
                        <a:rPr lang="en-IN"/>
                        <a:t>16</a:t>
                      </a:r>
                    </a:p>
                  </a:txBody>
                  <a:tcPr anchor="ctr"/>
                </a:tc>
                <a:extLst>
                  <a:ext uri="{0D108BD9-81ED-4DB2-BD59-A6C34878D82A}">
                    <a16:rowId xmlns:a16="http://schemas.microsoft.com/office/drawing/2014/main" val="1579824209"/>
                  </a:ext>
                </a:extLst>
              </a:tr>
              <a:tr h="370840">
                <a:tc>
                  <a:txBody>
                    <a:bodyPr/>
                    <a:lstStyle/>
                    <a:p>
                      <a:pPr algn="ctr"/>
                      <a:r>
                        <a:rPr lang="en-IN"/>
                        <a:t>6</a:t>
                      </a:r>
                    </a:p>
                  </a:txBody>
                  <a:tcPr anchor="ctr"/>
                </a:tc>
                <a:tc>
                  <a:txBody>
                    <a:bodyPr/>
                    <a:lstStyle/>
                    <a:p>
                      <a:pPr algn="l"/>
                      <a:r>
                        <a:rPr lang="en-IN" sz="1800" b="0"/>
                        <a:t>Result</a:t>
                      </a:r>
                    </a:p>
                  </a:txBody>
                  <a:tcPr anchor="ctr"/>
                </a:tc>
                <a:tc>
                  <a:txBody>
                    <a:bodyPr/>
                    <a:lstStyle/>
                    <a:p>
                      <a:pPr algn="ctr"/>
                      <a:r>
                        <a:rPr lang="en-IN"/>
                        <a:t>21</a:t>
                      </a:r>
                    </a:p>
                  </a:txBody>
                  <a:tcPr anchor="ctr"/>
                </a:tc>
                <a:extLst>
                  <a:ext uri="{0D108BD9-81ED-4DB2-BD59-A6C34878D82A}">
                    <a16:rowId xmlns:a16="http://schemas.microsoft.com/office/drawing/2014/main" val="2197497330"/>
                  </a:ext>
                </a:extLst>
              </a:tr>
              <a:tr h="370840">
                <a:tc>
                  <a:txBody>
                    <a:bodyPr/>
                    <a:lstStyle/>
                    <a:p>
                      <a:pPr algn="ctr"/>
                      <a:r>
                        <a:rPr lang="en-IN" sz="1600" b="0"/>
                        <a:t>7</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800" b="0"/>
                        <a:t>Conclusion</a:t>
                      </a:r>
                    </a:p>
                  </a:txBody>
                  <a:tcPr anchor="ctr"/>
                </a:tc>
                <a:tc>
                  <a:txBody>
                    <a:bodyPr/>
                    <a:lstStyle/>
                    <a:p>
                      <a:pPr algn="ctr"/>
                      <a:r>
                        <a:rPr lang="en-IN" b="0"/>
                        <a:t>29</a:t>
                      </a:r>
                    </a:p>
                  </a:txBody>
                  <a:tcPr anchor="ctr"/>
                </a:tc>
                <a:extLst>
                  <a:ext uri="{0D108BD9-81ED-4DB2-BD59-A6C34878D82A}">
                    <a16:rowId xmlns:a16="http://schemas.microsoft.com/office/drawing/2014/main" val="2195073605"/>
                  </a:ext>
                </a:extLst>
              </a:tr>
              <a:tr h="370840">
                <a:tc>
                  <a:txBody>
                    <a:bodyPr/>
                    <a:lstStyle/>
                    <a:p>
                      <a:pPr algn="ctr"/>
                      <a:r>
                        <a:rPr lang="en-IN" sz="1600"/>
                        <a:t>8</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a:t>References</a:t>
                      </a:r>
                    </a:p>
                  </a:txBody>
                  <a:tcPr anchor="ctr"/>
                </a:tc>
                <a:tc>
                  <a:txBody>
                    <a:bodyPr/>
                    <a:lstStyle/>
                    <a:p>
                      <a:pPr algn="ctr"/>
                      <a:r>
                        <a:rPr lang="en-IN"/>
                        <a:t>30</a:t>
                      </a:r>
                    </a:p>
                  </a:txBody>
                  <a:tcPr anchor="ctr"/>
                </a:tc>
                <a:extLst>
                  <a:ext uri="{0D108BD9-81ED-4DB2-BD59-A6C34878D82A}">
                    <a16:rowId xmlns:a16="http://schemas.microsoft.com/office/drawing/2014/main" val="2365782382"/>
                  </a:ext>
                </a:extLst>
              </a:tr>
            </a:tbl>
          </a:graphicData>
        </a:graphic>
      </p:graphicFrame>
    </p:spTree>
    <p:extLst>
      <p:ext uri="{BB962C8B-B14F-4D97-AF65-F5344CB8AC3E}">
        <p14:creationId xmlns:p14="http://schemas.microsoft.com/office/powerpoint/2010/main" val="2851599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3381ED02-6FB9-529A-D4BC-ECD3FB01D5A8}"/>
              </a:ext>
            </a:extLst>
          </p:cNvPr>
          <p:cNvSpPr/>
          <p:nvPr/>
        </p:nvSpPr>
        <p:spPr>
          <a:xfrm>
            <a:off x="3203848" y="411510"/>
            <a:ext cx="2448272" cy="504056"/>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nchor="ctr"/>
          <a:lstStyle/>
          <a:p>
            <a:pPr algn="ctr"/>
            <a:r>
              <a:rPr lang="en-IN" sz="2800"/>
              <a:t>1. Introduction</a:t>
            </a:r>
            <a:endParaRPr sz="2800"/>
          </a:p>
        </p:txBody>
      </p:sp>
      <p:sp>
        <p:nvSpPr>
          <p:cNvPr id="3" name="TextBox 2">
            <a:extLst>
              <a:ext uri="{FF2B5EF4-FFF2-40B4-BE49-F238E27FC236}">
                <a16:creationId xmlns:a16="http://schemas.microsoft.com/office/drawing/2014/main" id="{B04C9F44-4BD7-4B82-7967-C8E9407FAFC5}"/>
              </a:ext>
            </a:extLst>
          </p:cNvPr>
          <p:cNvSpPr txBox="1"/>
          <p:nvPr/>
        </p:nvSpPr>
        <p:spPr>
          <a:xfrm>
            <a:off x="755576" y="1347614"/>
            <a:ext cx="7632848" cy="3293209"/>
          </a:xfrm>
          <a:prstGeom prst="rect">
            <a:avLst/>
          </a:prstGeom>
          <a:noFill/>
        </p:spPr>
        <p:txBody>
          <a:bodyPr wrap="square" rtlCol="0">
            <a:spAutoFit/>
          </a:bodyPr>
          <a:lstStyle/>
          <a:p>
            <a:pPr algn="just"/>
            <a:r>
              <a:rPr lang="en-US" sz="1600"/>
              <a:t>Arabic language is spoken by over 420 million people across 22 countries, making it one of the most widely spoken languages in the world. it comprises a rich tapestry of dialects that differ substantially from each other .</a:t>
            </a:r>
          </a:p>
          <a:p>
            <a:pPr algn="just"/>
            <a:endParaRPr lang="en-IN" sz="1600"/>
          </a:p>
          <a:p>
            <a:pPr algn="just"/>
            <a:r>
              <a:rPr lang="en-IN" sz="1600"/>
              <a:t>The speech signal contains information beyond its linguistic content, including clues to the speaker’s age, gender, dialect, social background, and level of education.[12,18]</a:t>
            </a:r>
            <a:endParaRPr lang="en-US" sz="1600" b="1"/>
          </a:p>
          <a:p>
            <a:pPr marL="285750" indent="-285750" algn="just">
              <a:buFont typeface="Wingdings" panose="05000000000000000000" pitchFamily="2" charset="2"/>
              <a:buChar char="Ø"/>
            </a:pPr>
            <a:endParaRPr lang="en-US" sz="1600" b="1"/>
          </a:p>
          <a:p>
            <a:pPr marL="285750" indent="-285750" algn="just">
              <a:buFont typeface="Wingdings" panose="05000000000000000000" pitchFamily="2" charset="2"/>
              <a:buChar char="Ø"/>
            </a:pPr>
            <a:r>
              <a:rPr lang="en-US" sz="1600" b="1"/>
              <a:t>Dialect: </a:t>
            </a:r>
            <a:r>
              <a:rPr lang="en-US" sz="1600"/>
              <a:t>Any version of a language that is spoken by a group of people is termed as a dialect. [3]</a:t>
            </a:r>
          </a:p>
          <a:p>
            <a:pPr algn="just"/>
            <a:endParaRPr lang="en-US" sz="1600"/>
          </a:p>
          <a:p>
            <a:pPr marL="285750" indent="-285750" algn="just">
              <a:buFont typeface="Wingdings" panose="05000000000000000000" pitchFamily="2" charset="2"/>
              <a:buChar char="Ø"/>
            </a:pPr>
            <a:r>
              <a:rPr lang="en-US" sz="1600" b="1"/>
              <a:t>Dialect identification: </a:t>
            </a:r>
            <a:r>
              <a:rPr lang="en-US" sz="1600"/>
              <a:t>It is the process of identifying a speaker’s dialect within a given language based on a sample of his or her speech. [25]</a:t>
            </a:r>
          </a:p>
          <a:p>
            <a:pPr marL="285750" indent="-285750" algn="just">
              <a:buFont typeface="Wingdings" panose="05000000000000000000" pitchFamily="2" charset="2"/>
              <a:buChar char="Ø"/>
            </a:pPr>
            <a:endParaRPr lang="en-US" sz="1600"/>
          </a:p>
        </p:txBody>
      </p:sp>
    </p:spTree>
    <p:extLst>
      <p:ext uri="{BB962C8B-B14F-4D97-AF65-F5344CB8AC3E}">
        <p14:creationId xmlns:p14="http://schemas.microsoft.com/office/powerpoint/2010/main" val="3899006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1ED20C-7B89-36A8-CF74-1DA72BE977DA}"/>
              </a:ext>
            </a:extLst>
          </p:cNvPr>
          <p:cNvSpPr txBox="1"/>
          <p:nvPr/>
        </p:nvSpPr>
        <p:spPr>
          <a:xfrm>
            <a:off x="1259632" y="843558"/>
            <a:ext cx="7128792" cy="3539430"/>
          </a:xfrm>
          <a:prstGeom prst="rect">
            <a:avLst/>
          </a:prstGeom>
          <a:noFill/>
        </p:spPr>
        <p:txBody>
          <a:bodyPr wrap="square" rtlCol="0">
            <a:spAutoFit/>
          </a:bodyPr>
          <a:lstStyle/>
          <a:p>
            <a:pPr algn="just"/>
            <a:endParaRPr lang="en-US" sz="1600"/>
          </a:p>
          <a:p>
            <a:pPr marL="285750" indent="-285750" algn="just">
              <a:buFont typeface="Wingdings" panose="05000000000000000000" pitchFamily="2" charset="2"/>
              <a:buChar char="Ø"/>
            </a:pPr>
            <a:r>
              <a:rPr lang="en-US" sz="1600" b="1"/>
              <a:t>Language Identification: </a:t>
            </a:r>
            <a:r>
              <a:rPr lang="en-US" sz="1600"/>
              <a:t>It refers to the process of automatically identifying the language class for given speech segment or text document. </a:t>
            </a:r>
          </a:p>
          <a:p>
            <a:pPr algn="just"/>
            <a:endParaRPr lang="en-US" sz="1600"/>
          </a:p>
          <a:p>
            <a:pPr algn="just"/>
            <a:r>
              <a:rPr lang="en-US" sz="1600"/>
              <a:t>Dialect identification is a more challenging problem than Language Identification, since it consists of identifying the different dialects within the same language class. There are various challenges like significant variance of a dialect in terms of vocabulary, grammar, and pronunciation.[25] </a:t>
            </a:r>
          </a:p>
          <a:p>
            <a:pPr algn="just"/>
            <a:endParaRPr lang="en-US" sz="1600"/>
          </a:p>
          <a:p>
            <a:pPr algn="just"/>
            <a:r>
              <a:rPr lang="en-IN" sz="1600"/>
              <a:t>Dialect Identification is a pivotal task in language technology, contributing to numerous applications such as speech recognition, sentiment analysis, and cultural studies. By analyzing spoken or written text, the system enhances our understanding of linguistic diversity, cultural nuances, and regional communication patterns. [7]</a:t>
            </a:r>
          </a:p>
        </p:txBody>
      </p:sp>
    </p:spTree>
    <p:extLst>
      <p:ext uri="{BB962C8B-B14F-4D97-AF65-F5344CB8AC3E}">
        <p14:creationId xmlns:p14="http://schemas.microsoft.com/office/powerpoint/2010/main" val="2142809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52A36E-3296-A4AF-EF11-BEF1886009F7}"/>
              </a:ext>
            </a:extLst>
          </p:cNvPr>
          <p:cNvSpPr txBox="1"/>
          <p:nvPr/>
        </p:nvSpPr>
        <p:spPr>
          <a:xfrm>
            <a:off x="1151620" y="915566"/>
            <a:ext cx="6840760" cy="3785652"/>
          </a:xfrm>
          <a:prstGeom prst="rect">
            <a:avLst/>
          </a:prstGeom>
          <a:noFill/>
        </p:spPr>
        <p:txBody>
          <a:bodyPr wrap="square">
            <a:spAutoFit/>
          </a:bodyPr>
          <a:lstStyle/>
          <a:p>
            <a:pPr algn="just"/>
            <a:r>
              <a:rPr lang="en-US" sz="1600">
                <a:latin typeface="Calibri" panose="020F0502020204030204" pitchFamily="34" charset="0"/>
                <a:ea typeface="Calibri" panose="020F0502020204030204" pitchFamily="34" charset="0"/>
              </a:rPr>
              <a:t>Our </a:t>
            </a:r>
            <a:r>
              <a:rPr lang="en-US" sz="1600">
                <a:effectLst/>
                <a:latin typeface="Calibri" panose="020F0502020204030204" pitchFamily="34" charset="0"/>
                <a:ea typeface="Calibri" panose="020F0502020204030204" pitchFamily="34" charset="0"/>
              </a:rPr>
              <a:t>Dialect Identification System begins with the collection of a large and diverse corpus of dialectal data, which is then preprocessed to handle variations in dialects. </a:t>
            </a:r>
          </a:p>
          <a:p>
            <a:pPr algn="just"/>
            <a:endParaRPr lang="en-US" sz="1600">
              <a:latin typeface="Calibri" panose="020F0502020204030204" pitchFamily="34" charset="0"/>
              <a:ea typeface="Calibri" panose="020F0502020204030204" pitchFamily="34" charset="0"/>
            </a:endParaRPr>
          </a:p>
          <a:p>
            <a:pPr algn="just"/>
            <a:r>
              <a:rPr lang="en-US" sz="1600">
                <a:effectLst/>
                <a:latin typeface="Calibri" panose="020F0502020204030204" pitchFamily="34" charset="0"/>
                <a:ea typeface="Calibri" panose="020F0502020204030204" pitchFamily="34" charset="0"/>
              </a:rPr>
              <a:t>The quantum </a:t>
            </a:r>
            <a:r>
              <a:rPr lang="en-US" sz="1600">
                <a:latin typeface="Calibri" panose="020F0502020204030204" pitchFamily="34" charset="0"/>
                <a:ea typeface="Calibri" panose="020F0502020204030204" pitchFamily="34" charset="0"/>
              </a:rPr>
              <a:t>c</a:t>
            </a:r>
            <a:r>
              <a:rPr lang="en-US" sz="1600">
                <a:effectLst/>
                <a:latin typeface="Calibri" panose="020F0502020204030204" pitchFamily="34" charset="0"/>
                <a:ea typeface="Calibri" panose="020F0502020204030204" pitchFamily="34" charset="0"/>
              </a:rPr>
              <a:t>omputing has been applied to leverage the properties of quantum bits, such as superposition and entanglement that allow quantum computing to process multiple computational tasks at the same time, making it more efficient and accurate than traditional computing.</a:t>
            </a:r>
            <a:endParaRPr lang="en-IN" sz="1600">
              <a:effectLst/>
              <a:latin typeface="Calibri" panose="020F0502020204030204" pitchFamily="34" charset="0"/>
              <a:ea typeface="Calibri" panose="020F0502020204030204" pitchFamily="34" charset="0"/>
            </a:endParaRPr>
          </a:p>
          <a:p>
            <a:pPr algn="just"/>
            <a:r>
              <a:rPr lang="en-US" sz="1600">
                <a:effectLst/>
                <a:latin typeface="Calibri" panose="020F0502020204030204" pitchFamily="34" charset="0"/>
                <a:ea typeface="Calibri" panose="020F0502020204030204" pitchFamily="34" charset="0"/>
              </a:rPr>
              <a:t> </a:t>
            </a:r>
            <a:endParaRPr lang="en-IN" sz="1600">
              <a:effectLst/>
              <a:latin typeface="Calibri" panose="020F0502020204030204" pitchFamily="34" charset="0"/>
              <a:ea typeface="Calibri" panose="020F0502020204030204" pitchFamily="34" charset="0"/>
            </a:endParaRPr>
          </a:p>
          <a:p>
            <a:pPr algn="just"/>
            <a:r>
              <a:rPr lang="en-US" sz="1600">
                <a:effectLst/>
                <a:latin typeface="Calibri" panose="020F0502020204030204" pitchFamily="34" charset="0"/>
                <a:ea typeface="Calibri" panose="020F0502020204030204" pitchFamily="34" charset="0"/>
              </a:rPr>
              <a:t>Machine learning models are trained on these features to learn patterns and distinctions between dialects. It understands the context in which certain dialectal features are used. Finally, the trained model is given to categorise the dialects in in its respective classes and the systems’s accuracy and robustness across different dialects is evaluated in terms of accuracy percentage and loss factor.</a:t>
            </a:r>
            <a:endParaRPr lang="en-IN" sz="16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333882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EB66A86-6CCD-47F4-DDFF-2434E94B8C42}"/>
              </a:ext>
            </a:extLst>
          </p:cNvPr>
          <p:cNvGrpSpPr/>
          <p:nvPr/>
        </p:nvGrpSpPr>
        <p:grpSpPr>
          <a:xfrm>
            <a:off x="3059832" y="195486"/>
            <a:ext cx="3096344" cy="918987"/>
            <a:chOff x="3635896" y="416113"/>
            <a:chExt cx="2771800" cy="1053527"/>
          </a:xfrm>
        </p:grpSpPr>
        <p:sp>
          <p:nvSpPr>
            <p:cNvPr id="2" name="object 2"/>
            <p:cNvSpPr/>
            <p:nvPr/>
          </p:nvSpPr>
          <p:spPr>
            <a:xfrm>
              <a:off x="3635896" y="416113"/>
              <a:ext cx="2771800" cy="577850"/>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lstStyle/>
            <a:p>
              <a:endParaRPr/>
            </a:p>
          </p:txBody>
        </p:sp>
        <p:sp>
          <p:nvSpPr>
            <p:cNvPr id="5" name="object 5"/>
            <p:cNvSpPr txBox="1"/>
            <p:nvPr/>
          </p:nvSpPr>
          <p:spPr>
            <a:xfrm>
              <a:off x="3875267" y="467001"/>
              <a:ext cx="2376264" cy="1002639"/>
            </a:xfrm>
            <a:prstGeom prst="rect">
              <a:avLst/>
            </a:prstGeom>
          </p:spPr>
          <p:txBody>
            <a:bodyPr vert="horz" wrap="square" lIns="0" tIns="12700" rIns="0" bIns="0" rtlCol="0">
              <a:spAutoFit/>
            </a:bodyPr>
            <a:lstStyle/>
            <a:p>
              <a:pPr marL="12700">
                <a:lnSpc>
                  <a:spcPct val="100000"/>
                </a:lnSpc>
                <a:spcBef>
                  <a:spcPts val="100"/>
                </a:spcBef>
              </a:pPr>
              <a:r>
                <a:rPr lang="en-IN" sz="2800" spc="110">
                  <a:solidFill>
                    <a:srgbClr val="263137"/>
                  </a:solidFill>
                  <a:cs typeface="Tahoma"/>
                </a:rPr>
                <a:t>1.1. </a:t>
              </a:r>
              <a:r>
                <a:rPr sz="2800" spc="110">
                  <a:solidFill>
                    <a:srgbClr val="263137"/>
                  </a:solidFill>
                  <a:cs typeface="Tahoma"/>
                </a:rPr>
                <a:t>Motivation</a:t>
              </a:r>
              <a:endParaRPr sz="2800">
                <a:cs typeface="Tahoma"/>
              </a:endParaRPr>
            </a:p>
          </p:txBody>
        </p:sp>
      </p:grpSp>
      <p:sp>
        <p:nvSpPr>
          <p:cNvPr id="3" name="TextBox 2">
            <a:extLst>
              <a:ext uri="{FF2B5EF4-FFF2-40B4-BE49-F238E27FC236}">
                <a16:creationId xmlns:a16="http://schemas.microsoft.com/office/drawing/2014/main" id="{1950F2E8-25CE-0AD1-C5FF-053E42377993}"/>
              </a:ext>
            </a:extLst>
          </p:cNvPr>
          <p:cNvSpPr txBox="1"/>
          <p:nvPr/>
        </p:nvSpPr>
        <p:spPr>
          <a:xfrm>
            <a:off x="755576" y="916141"/>
            <a:ext cx="7992888" cy="4031873"/>
          </a:xfrm>
          <a:prstGeom prst="rect">
            <a:avLst/>
          </a:prstGeom>
          <a:noFill/>
        </p:spPr>
        <p:txBody>
          <a:bodyPr wrap="square">
            <a:spAutoFit/>
          </a:bodyPr>
          <a:lstStyle/>
          <a:p>
            <a:r>
              <a:rPr lang="en-IN" sz="1600"/>
              <a:t>We were excited about the project that combines the principle of speech processing, machine learning, and quantum computing. This Dialect Identification System has it all.</a:t>
            </a:r>
          </a:p>
          <a:p>
            <a:endParaRPr lang="en-IN" sz="1600"/>
          </a:p>
          <a:p>
            <a:pPr marL="285750" indent="-285750">
              <a:buFont typeface="Wingdings" panose="05000000000000000000" pitchFamily="2" charset="2"/>
              <a:buChar char="§"/>
            </a:pPr>
            <a:r>
              <a:rPr lang="en-US" sz="1600"/>
              <a:t>Quantum computing and Machine Learning is beyond a technological advancement; it's a catalyst for economic growth and job creation. They can revolutionize fields like drug discovery, financial modeling, cryptography, Supply chains etc.</a:t>
            </a:r>
          </a:p>
          <a:p>
            <a:endParaRPr lang="en-IN" sz="1600"/>
          </a:p>
          <a:p>
            <a:pPr marL="285750" indent="-285750">
              <a:buFont typeface="Wingdings" panose="05000000000000000000" pitchFamily="2" charset="2"/>
              <a:buChar char="§"/>
            </a:pPr>
            <a:r>
              <a:rPr lang="en-IN" sz="1600"/>
              <a:t>Google has performed an experiment “</a:t>
            </a:r>
            <a:r>
              <a:rPr lang="en-IN" sz="1600" b="1"/>
              <a:t>quantum beyond-classical experiment” </a:t>
            </a:r>
            <a:r>
              <a:rPr lang="en-IN" sz="1600"/>
              <a:t>that perform a calculation in 200 seconds on a quantum computer that would take 10,000 years on the largest classical computer using existing algorithms. [28]</a:t>
            </a:r>
          </a:p>
          <a:p>
            <a:endParaRPr lang="en-IN" sz="1600" b="1"/>
          </a:p>
          <a:p>
            <a:pPr marL="285750" indent="-285750">
              <a:buFont typeface="Wingdings" panose="05000000000000000000" pitchFamily="2" charset="2"/>
              <a:buChar char="§"/>
            </a:pPr>
            <a:r>
              <a:rPr lang="en-IN" sz="1600" b="1"/>
              <a:t>Dialect Identification System </a:t>
            </a:r>
            <a:r>
              <a:rPr lang="en-IN" sz="1600"/>
              <a:t>will help :</a:t>
            </a:r>
          </a:p>
          <a:p>
            <a:pPr marL="742950" lvl="1" indent="-285750">
              <a:buFont typeface="Wingdings" panose="05000000000000000000" pitchFamily="2" charset="2"/>
              <a:buChar char="Ø"/>
            </a:pPr>
            <a:r>
              <a:rPr lang="en-IN" sz="1600"/>
              <a:t>to </a:t>
            </a:r>
            <a:r>
              <a:rPr lang="en-US" sz="1600"/>
              <a:t>improve the performance and accuracy of various NLP and speech processing applications.</a:t>
            </a:r>
            <a:endParaRPr lang="en-IN" sz="1600"/>
          </a:p>
          <a:p>
            <a:pPr marL="742950" lvl="1" indent="-285750">
              <a:buFont typeface="Wingdings" panose="05000000000000000000" pitchFamily="2" charset="2"/>
              <a:buChar char="Ø"/>
            </a:pPr>
            <a:r>
              <a:rPr lang="en-US" sz="1600">
                <a:cs typeface="Verdana"/>
              </a:rPr>
              <a:t>To personalize the user experience for speakers of different dialects.</a:t>
            </a:r>
          </a:p>
          <a:p>
            <a:pPr marL="742950" lvl="1" indent="-285750">
              <a:buFont typeface="Wingdings" panose="05000000000000000000" pitchFamily="2" charset="2"/>
              <a:buChar char="Ø"/>
            </a:pPr>
            <a:r>
              <a:rPr lang="en-US" sz="1600">
                <a:cs typeface="Verdana"/>
              </a:rPr>
              <a:t>To enhance the performance of Automatic Speech Recognition (ASR) [7]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C35BFD4-A27C-737F-7A3F-A893840B0C92}"/>
              </a:ext>
            </a:extLst>
          </p:cNvPr>
          <p:cNvSpPr>
            <a:spLocks noGrp="1"/>
          </p:cNvSpPr>
          <p:nvPr>
            <p:ph type="body" idx="1"/>
          </p:nvPr>
        </p:nvSpPr>
        <p:spPr>
          <a:xfrm>
            <a:off x="945844" y="1635646"/>
            <a:ext cx="7252311" cy="3200876"/>
          </a:xfrm>
        </p:spPr>
        <p:txBody>
          <a:bodyPr/>
          <a:lstStyle/>
          <a:p>
            <a:pPr algn="just"/>
            <a:r>
              <a:rPr lang="en-US" sz="1600"/>
              <a:t>Previous research efforts have yielded valuable insights into dialect identification, often relying on phonetic analysis, and linguistic analysis. However, these methods tend to fall short in handling the vast and intricate variations found in real-world language usage. Recent advances in machine learning, particularly in deep learning, offer promising avenues to tackle the complexities of dialect identification. Techniques such as convolutional neural networks (CNNs), recurrent neural networks (RNNs), and transformer models have demonstrated their potential in capturing subtle linguistic nuances across diverse dialects. [3,5,6,7,13,16,20]</a:t>
            </a:r>
          </a:p>
          <a:p>
            <a:pPr algn="just"/>
            <a:endParaRPr lang="en-US" sz="1600"/>
          </a:p>
          <a:p>
            <a:pPr algn="just"/>
            <a:r>
              <a:rPr lang="en-US" sz="1600"/>
              <a:t>The best existing model on Arabic Dialect Identification System was of 64.5 % of accuracy on MGB-3 dataset. That leverages the feature extraction techniques like MFCC, Mel-Spectrogram and log-Mel that CNN as deep learning model for the system.[7]</a:t>
            </a:r>
            <a:endParaRPr lang="en-IN" sz="1600"/>
          </a:p>
        </p:txBody>
      </p:sp>
      <p:sp>
        <p:nvSpPr>
          <p:cNvPr id="4" name="object 2">
            <a:extLst>
              <a:ext uri="{FF2B5EF4-FFF2-40B4-BE49-F238E27FC236}">
                <a16:creationId xmlns:a16="http://schemas.microsoft.com/office/drawing/2014/main" id="{4339F5A1-D242-C1B0-85E9-6AE1C017CEFB}"/>
              </a:ext>
            </a:extLst>
          </p:cNvPr>
          <p:cNvSpPr/>
          <p:nvPr/>
        </p:nvSpPr>
        <p:spPr>
          <a:xfrm>
            <a:off x="2483768" y="411510"/>
            <a:ext cx="3600400" cy="864096"/>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nchor="ctr"/>
          <a:lstStyle/>
          <a:p>
            <a:pPr algn="ctr"/>
            <a:r>
              <a:rPr lang="en-IN" sz="2800"/>
              <a:t>1.2. </a:t>
            </a:r>
            <a:r>
              <a:rPr lang="en-US" sz="2800"/>
              <a:t>Prior Work in Dialect Identification</a:t>
            </a:r>
            <a:endParaRPr sz="2800"/>
          </a:p>
        </p:txBody>
      </p:sp>
    </p:spTree>
    <p:extLst>
      <p:ext uri="{BB962C8B-B14F-4D97-AF65-F5344CB8AC3E}">
        <p14:creationId xmlns:p14="http://schemas.microsoft.com/office/powerpoint/2010/main" val="3388023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9EAD1D4-5F30-D2C5-92DE-9399232C6CB0}"/>
              </a:ext>
            </a:extLst>
          </p:cNvPr>
          <p:cNvSpPr/>
          <p:nvPr/>
        </p:nvSpPr>
        <p:spPr>
          <a:xfrm>
            <a:off x="3131840" y="124053"/>
            <a:ext cx="3168352" cy="576064"/>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nchor="ctr"/>
          <a:lstStyle/>
          <a:p>
            <a:r>
              <a:rPr lang="en-IN" sz="2800"/>
              <a:t>    2. Current Status</a:t>
            </a:r>
            <a:endParaRPr sz="2800"/>
          </a:p>
        </p:txBody>
      </p:sp>
      <p:sp>
        <p:nvSpPr>
          <p:cNvPr id="4" name="TextBox 3">
            <a:extLst>
              <a:ext uri="{FF2B5EF4-FFF2-40B4-BE49-F238E27FC236}">
                <a16:creationId xmlns:a16="http://schemas.microsoft.com/office/drawing/2014/main" id="{ABBF859B-061F-EADB-2D3D-BFE84CD7FED1}"/>
              </a:ext>
            </a:extLst>
          </p:cNvPr>
          <p:cNvSpPr txBox="1"/>
          <p:nvPr/>
        </p:nvSpPr>
        <p:spPr>
          <a:xfrm>
            <a:off x="431540" y="915566"/>
            <a:ext cx="8280919" cy="4031873"/>
          </a:xfrm>
          <a:prstGeom prst="rect">
            <a:avLst/>
          </a:prstGeom>
          <a:noFill/>
        </p:spPr>
        <p:txBody>
          <a:bodyPr wrap="square" rtlCol="0">
            <a:spAutoFit/>
          </a:bodyPr>
          <a:lstStyle/>
          <a:p>
            <a:pPr marL="342900" indent="-342900" algn="just">
              <a:buFont typeface="Wingdings" panose="05000000000000000000" pitchFamily="2" charset="2"/>
              <a:buChar char="Ø"/>
            </a:pPr>
            <a:r>
              <a:rPr lang="en-IN" sz="1600"/>
              <a:t>Enhanced the accuracy of the Arabic Dialect Identification System to 69.1% on MGB-3 dataset, achieving a 4.6% improvement over existing Arabic Dialect Identification (DID) systems.</a:t>
            </a:r>
          </a:p>
          <a:p>
            <a:pPr marL="342900" indent="-342900" algn="just">
              <a:buFont typeface="Wingdings" panose="05000000000000000000" pitchFamily="2" charset="2"/>
              <a:buChar char="Ø"/>
            </a:pPr>
            <a:endParaRPr lang="en-IN" sz="1600"/>
          </a:p>
          <a:p>
            <a:pPr marL="342900" indent="-342900" algn="just">
              <a:buFont typeface="Wingdings" panose="05000000000000000000" pitchFamily="2" charset="2"/>
              <a:buChar char="Ø"/>
            </a:pPr>
            <a:r>
              <a:rPr lang="en-IN" sz="1600"/>
              <a:t>Implemented and tested four distinct audio feature extraction techniques: Mel-Frequency Cepstral Coefficients (MFCC), Mel Spectrogram, Short-Time Fourier Transform (STFT), and Log-Mel Spectrogram.</a:t>
            </a:r>
          </a:p>
          <a:p>
            <a:pPr marL="342900" indent="-342900" algn="just">
              <a:buFont typeface="Wingdings" panose="05000000000000000000" pitchFamily="2" charset="2"/>
              <a:buChar char="Ø"/>
            </a:pPr>
            <a:endParaRPr lang="en-IN" sz="1600"/>
          </a:p>
          <a:p>
            <a:pPr marL="342900" indent="-342900" algn="just">
              <a:buFont typeface="Wingdings" panose="05000000000000000000" pitchFamily="2" charset="2"/>
              <a:buChar char="Ø"/>
            </a:pPr>
            <a:r>
              <a:rPr lang="en-IN" sz="1600"/>
              <a:t>Experimented with two quantum embedding techniques: Amplitude Embedding and Angle Embedding.</a:t>
            </a:r>
          </a:p>
          <a:p>
            <a:pPr marL="342900" indent="-342900" algn="just">
              <a:buFont typeface="Wingdings" panose="05000000000000000000" pitchFamily="2" charset="2"/>
              <a:buChar char="Ø"/>
            </a:pPr>
            <a:endParaRPr lang="en-IN" sz="1600"/>
          </a:p>
          <a:p>
            <a:pPr marL="342900" indent="-342900" algn="just">
              <a:buFont typeface="Wingdings" panose="05000000000000000000" pitchFamily="2" charset="2"/>
              <a:buChar char="Ø"/>
            </a:pPr>
            <a:r>
              <a:rPr lang="en-IN" sz="1600"/>
              <a:t>Conducted extensive hyperparameter tuning on various parameters, including learning rates, activation functions, initializers, optimizers, and the number of nodes and hidden layers, to optimize the model's accuracy and minimize losses.</a:t>
            </a:r>
          </a:p>
          <a:p>
            <a:pPr marL="342900" indent="-342900" algn="just">
              <a:buFont typeface="Wingdings" panose="05000000000000000000" pitchFamily="2" charset="2"/>
              <a:buChar char="Ø"/>
            </a:pPr>
            <a:endParaRPr lang="en-IN" sz="1600"/>
          </a:p>
          <a:p>
            <a:pPr marL="342900" indent="-342900" algn="just">
              <a:buFont typeface="Wingdings" panose="05000000000000000000" pitchFamily="2" charset="2"/>
              <a:buChar char="Ø"/>
            </a:pPr>
            <a:r>
              <a:rPr lang="en-IN" sz="1600"/>
              <a:t>Conducted an in-depth review of over 25 research papers related to Dialect Identification, Quantum Computing, Machine Learning, and related domains.</a:t>
            </a:r>
          </a:p>
        </p:txBody>
      </p:sp>
    </p:spTree>
    <p:extLst>
      <p:ext uri="{BB962C8B-B14F-4D97-AF65-F5344CB8AC3E}">
        <p14:creationId xmlns:p14="http://schemas.microsoft.com/office/powerpoint/2010/main" val="982763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AA71EDBD-B80E-B6BB-876F-ADE9FC0E8147}"/>
              </a:ext>
            </a:extLst>
          </p:cNvPr>
          <p:cNvSpPr/>
          <p:nvPr/>
        </p:nvSpPr>
        <p:spPr>
          <a:xfrm>
            <a:off x="2987824" y="195486"/>
            <a:ext cx="2808312" cy="504056"/>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nchor="ctr"/>
          <a:lstStyle/>
          <a:p>
            <a:r>
              <a:rPr lang="en-IN" sz="2800"/>
              <a:t>   </a:t>
            </a:r>
            <a:r>
              <a:rPr lang="en-IN" sz="2400"/>
              <a:t>3. Literature Survey</a:t>
            </a:r>
            <a:endParaRPr sz="2400"/>
          </a:p>
        </p:txBody>
      </p:sp>
      <p:graphicFrame>
        <p:nvGraphicFramePr>
          <p:cNvPr id="4" name="Table 3">
            <a:extLst>
              <a:ext uri="{FF2B5EF4-FFF2-40B4-BE49-F238E27FC236}">
                <a16:creationId xmlns:a16="http://schemas.microsoft.com/office/drawing/2014/main" id="{B026400F-8399-CBCE-0A34-F261C7038E13}"/>
              </a:ext>
            </a:extLst>
          </p:cNvPr>
          <p:cNvGraphicFramePr>
            <a:graphicFrameLocks noGrp="1"/>
          </p:cNvGraphicFramePr>
          <p:nvPr>
            <p:extLst>
              <p:ext uri="{D42A27DB-BD31-4B8C-83A1-F6EECF244321}">
                <p14:modId xmlns:p14="http://schemas.microsoft.com/office/powerpoint/2010/main" val="395853443"/>
              </p:ext>
            </p:extLst>
          </p:nvPr>
        </p:nvGraphicFramePr>
        <p:xfrm>
          <a:off x="35496" y="915566"/>
          <a:ext cx="9073007" cy="4180840"/>
        </p:xfrm>
        <a:graphic>
          <a:graphicData uri="http://schemas.openxmlformats.org/drawingml/2006/table">
            <a:tbl>
              <a:tblPr firstRow="1" bandRow="1">
                <a:tableStyleId>{ED083AE6-46FA-4A59-8FB0-9F97EB10719F}</a:tableStyleId>
              </a:tblPr>
              <a:tblGrid>
                <a:gridCol w="288032">
                  <a:extLst>
                    <a:ext uri="{9D8B030D-6E8A-4147-A177-3AD203B41FA5}">
                      <a16:colId xmlns:a16="http://schemas.microsoft.com/office/drawing/2014/main" val="845599938"/>
                    </a:ext>
                  </a:extLst>
                </a:gridCol>
                <a:gridCol w="1224136">
                  <a:extLst>
                    <a:ext uri="{9D8B030D-6E8A-4147-A177-3AD203B41FA5}">
                      <a16:colId xmlns:a16="http://schemas.microsoft.com/office/drawing/2014/main" val="3791910203"/>
                    </a:ext>
                  </a:extLst>
                </a:gridCol>
                <a:gridCol w="1332924">
                  <a:extLst>
                    <a:ext uri="{9D8B030D-6E8A-4147-A177-3AD203B41FA5}">
                      <a16:colId xmlns:a16="http://schemas.microsoft.com/office/drawing/2014/main" val="369208682"/>
                    </a:ext>
                  </a:extLst>
                </a:gridCol>
                <a:gridCol w="504056">
                  <a:extLst>
                    <a:ext uri="{9D8B030D-6E8A-4147-A177-3AD203B41FA5}">
                      <a16:colId xmlns:a16="http://schemas.microsoft.com/office/drawing/2014/main" val="2261650622"/>
                    </a:ext>
                  </a:extLst>
                </a:gridCol>
                <a:gridCol w="1080120">
                  <a:extLst>
                    <a:ext uri="{9D8B030D-6E8A-4147-A177-3AD203B41FA5}">
                      <a16:colId xmlns:a16="http://schemas.microsoft.com/office/drawing/2014/main" val="2806453048"/>
                    </a:ext>
                  </a:extLst>
                </a:gridCol>
                <a:gridCol w="4643739">
                  <a:extLst>
                    <a:ext uri="{9D8B030D-6E8A-4147-A177-3AD203B41FA5}">
                      <a16:colId xmlns:a16="http://schemas.microsoft.com/office/drawing/2014/main" val="3685722493"/>
                    </a:ext>
                  </a:extLst>
                </a:gridCol>
              </a:tblGrid>
              <a:tr h="370840">
                <a:tc>
                  <a:txBody>
                    <a:bodyPr/>
                    <a:lstStyle/>
                    <a:p>
                      <a:pPr algn="l"/>
                      <a:r>
                        <a:rPr lang="en-IN" sz="1000"/>
                        <a:t>Sr</a:t>
                      </a:r>
                    </a:p>
                  </a:txBody>
                  <a:tcPr/>
                </a:tc>
                <a:tc>
                  <a:txBody>
                    <a:bodyPr/>
                    <a:lstStyle/>
                    <a:p>
                      <a:pPr algn="l"/>
                      <a:r>
                        <a:rPr lang="en-IN" sz="1000"/>
                        <a:t>Title</a:t>
                      </a:r>
                    </a:p>
                  </a:txBody>
                  <a:tcPr/>
                </a:tc>
                <a:tc>
                  <a:txBody>
                    <a:bodyPr/>
                    <a:lstStyle/>
                    <a:p>
                      <a:pPr algn="l"/>
                      <a:r>
                        <a:rPr lang="en-IN" sz="1000"/>
                        <a:t>Author(s)</a:t>
                      </a:r>
                    </a:p>
                  </a:txBody>
                  <a:tcPr/>
                </a:tc>
                <a:tc>
                  <a:txBody>
                    <a:bodyPr/>
                    <a:lstStyle/>
                    <a:p>
                      <a:pPr algn="l"/>
                      <a:r>
                        <a:rPr lang="en-IN" sz="1000"/>
                        <a:t>Year</a:t>
                      </a:r>
                    </a:p>
                  </a:txBody>
                  <a:tcPr/>
                </a:tc>
                <a:tc>
                  <a:txBody>
                    <a:bodyPr/>
                    <a:lstStyle/>
                    <a:p>
                      <a:pPr algn="l"/>
                      <a:r>
                        <a:rPr lang="en-IN" sz="1000"/>
                        <a:t>Journal</a:t>
                      </a:r>
                    </a:p>
                  </a:txBody>
                  <a:tcPr/>
                </a:tc>
                <a:tc>
                  <a:txBody>
                    <a:bodyPr/>
                    <a:lstStyle/>
                    <a:p>
                      <a:pPr algn="l"/>
                      <a:r>
                        <a:rPr lang="en-IN" sz="1000"/>
                        <a:t>Insights</a:t>
                      </a:r>
                    </a:p>
                  </a:txBody>
                  <a:tcPr/>
                </a:tc>
                <a:extLst>
                  <a:ext uri="{0D108BD9-81ED-4DB2-BD59-A6C34878D82A}">
                    <a16:rowId xmlns:a16="http://schemas.microsoft.com/office/drawing/2014/main" val="2501537784"/>
                  </a:ext>
                </a:extLst>
              </a:tr>
              <a:tr h="370840">
                <a:tc>
                  <a:txBody>
                    <a:bodyPr/>
                    <a:lstStyle/>
                    <a:p>
                      <a:pPr algn="l"/>
                      <a:r>
                        <a:rPr lang="en-IN" sz="1000"/>
                        <a:t>1</a:t>
                      </a:r>
                    </a:p>
                  </a:txBody>
                  <a:tcPr/>
                </a:tc>
                <a:tc>
                  <a:txBody>
                    <a:bodyPr/>
                    <a:lstStyle/>
                    <a:p>
                      <a:r>
                        <a:rPr lang="en-IN" sz="1000" b="0"/>
                        <a:t>Image Classification Based on Quantum Machine Learning</a:t>
                      </a:r>
                      <a:endParaRPr lang="en-IN" sz="1000" b="0">
                        <a:latin typeface="+mn-lt"/>
                      </a:endParaRPr>
                    </a:p>
                  </a:txBody>
                  <a:tcPr/>
                </a:tc>
                <a:tc>
                  <a:txBody>
                    <a:bodyPr/>
                    <a:lstStyle/>
                    <a:p>
                      <a:r>
                        <a:rPr lang="en-IN" sz="1000" b="0"/>
                        <a:t>H. Xiong, Xinyuan Duan, Yue yu, Junhan Zhang, Hao Yin</a:t>
                      </a:r>
                      <a:endParaRPr lang="en-IN" sz="1000" b="0">
                        <a:latin typeface="+mn-lt"/>
                      </a:endParaRPr>
                    </a:p>
                  </a:txBody>
                  <a:tcPr/>
                </a:tc>
                <a:tc>
                  <a:txBody>
                    <a:bodyPr/>
                    <a:lstStyle/>
                    <a:p>
                      <a:r>
                        <a:rPr lang="en-IN" sz="1000" b="0"/>
                        <a:t>2023</a:t>
                      </a:r>
                      <a:endParaRPr lang="en-IN" sz="1000" b="0">
                        <a:latin typeface="+mn-lt"/>
                      </a:endParaRPr>
                    </a:p>
                  </a:txBody>
                  <a:tcPr/>
                </a:tc>
                <a:tc>
                  <a:txBody>
                    <a:bodyPr/>
                    <a:lstStyle/>
                    <a:p>
                      <a:r>
                        <a:rPr lang="en-US" sz="1000" b="0"/>
                        <a:t>5th International Conference on ICMSP</a:t>
                      </a:r>
                      <a:endParaRPr lang="en-IN" sz="1000" b="0">
                        <a:latin typeface="+mn-lt"/>
                      </a:endParaRPr>
                    </a:p>
                  </a:txBody>
                  <a:tcPr/>
                </a:tc>
                <a:tc>
                  <a:txBody>
                    <a:bodyPr/>
                    <a:lstStyle/>
                    <a:p>
                      <a:r>
                        <a:rPr lang="en-IN" sz="1000" b="0"/>
                        <a:t>Discusses the quantum machine learning approach to classify images.</a:t>
                      </a:r>
                    </a:p>
                    <a:p>
                      <a:r>
                        <a:rPr lang="en-US" sz="1000" b="0"/>
                        <a:t>They implemented quantum circuit simulation experiment using Qiskit, that explains the principles of quantum computing.</a:t>
                      </a:r>
                      <a:endParaRPr lang="en-IN" sz="1000" b="0"/>
                    </a:p>
                  </a:txBody>
                  <a:tcPr/>
                </a:tc>
                <a:extLst>
                  <a:ext uri="{0D108BD9-81ED-4DB2-BD59-A6C34878D82A}">
                    <a16:rowId xmlns:a16="http://schemas.microsoft.com/office/drawing/2014/main" val="1960494932"/>
                  </a:ext>
                </a:extLst>
              </a:tr>
              <a:tr h="370840">
                <a:tc>
                  <a:txBody>
                    <a:bodyPr/>
                    <a:lstStyle/>
                    <a:p>
                      <a:pPr algn="l"/>
                      <a:r>
                        <a:rPr lang="en-IN" sz="1000"/>
                        <a:t>2</a:t>
                      </a:r>
                    </a:p>
                  </a:txBody>
                  <a:tcPr/>
                </a:tc>
                <a:tc>
                  <a:txBody>
                    <a:bodyPr/>
                    <a:lstStyle/>
                    <a:p>
                      <a:r>
                        <a:rPr lang="en-US" sz="1000"/>
                        <a:t>Quantum Machine Learning for Audio Classification with Applications to Healthcare </a:t>
                      </a:r>
                      <a:endParaRPr lang="en-IN" sz="1000"/>
                    </a:p>
                  </a:txBody>
                  <a:tcPr/>
                </a:tc>
                <a:tc>
                  <a:txBody>
                    <a:bodyPr/>
                    <a:lstStyle/>
                    <a:p>
                      <a:r>
                        <a:rPr lang="en-IN" sz="1000"/>
                        <a:t>Michael Esposito, Glen Uehara, Andreas Spanias </a:t>
                      </a:r>
                    </a:p>
                  </a:txBody>
                  <a:tcPr/>
                </a:tc>
                <a:tc>
                  <a:txBody>
                    <a:bodyPr/>
                    <a:lstStyle/>
                    <a:p>
                      <a:r>
                        <a:rPr lang="en-IN" sz="1000"/>
                        <a:t>2022</a:t>
                      </a:r>
                    </a:p>
                  </a:txBody>
                  <a:tcPr/>
                </a:tc>
                <a:tc>
                  <a:txBody>
                    <a:bodyPr/>
                    <a:lstStyle/>
                    <a:p>
                      <a:r>
                        <a:rPr lang="en-US" sz="1000"/>
                        <a:t>13th International Conference on IISA</a:t>
                      </a:r>
                      <a:endParaRPr lang="en-IN" sz="100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000" b="0"/>
                        <a:t>Discusses the quantum CNN approach to classify audios using Mel-Spectrogram features.</a:t>
                      </a:r>
                    </a:p>
                    <a:p>
                      <a:pPr marL="0" marR="0" lvl="0" indent="0" defTabSz="914400" eaLnBrk="1" fontAlgn="auto" latinLnBrk="0" hangingPunct="1">
                        <a:lnSpc>
                          <a:spcPct val="100000"/>
                        </a:lnSpc>
                        <a:spcBef>
                          <a:spcPts val="0"/>
                        </a:spcBef>
                        <a:spcAft>
                          <a:spcPts val="0"/>
                        </a:spcAft>
                        <a:buClrTx/>
                        <a:buSzTx/>
                        <a:buFontTx/>
                        <a:buNone/>
                        <a:tabLst/>
                        <a:defRPr/>
                      </a:pPr>
                      <a:r>
                        <a:rPr lang="en-US" sz="1000" b="0"/>
                        <a:t>This paper harnesses the properties of quantum bits, such as superposition and entanglement in computations to perform multiple computational tasks at the same time, making it more efficient and accurate than traditional computing.</a:t>
                      </a:r>
                      <a:endParaRPr lang="en-IN" sz="1000" b="0"/>
                    </a:p>
                  </a:txBody>
                  <a:tcPr/>
                </a:tc>
                <a:extLst>
                  <a:ext uri="{0D108BD9-81ED-4DB2-BD59-A6C34878D82A}">
                    <a16:rowId xmlns:a16="http://schemas.microsoft.com/office/drawing/2014/main" val="1130694572"/>
                  </a:ext>
                </a:extLst>
              </a:tr>
              <a:tr h="370840">
                <a:tc>
                  <a:txBody>
                    <a:bodyPr/>
                    <a:lstStyle/>
                    <a:p>
                      <a:pPr algn="l"/>
                      <a:r>
                        <a:rPr lang="en-IN" sz="1000"/>
                        <a:t>3</a:t>
                      </a: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1000" b="0">
                          <a:effectLst/>
                        </a:rPr>
                        <a:t>Automatic Arabic Dialect Identification Using Deep Learning</a:t>
                      </a:r>
                      <a:endParaRPr lang="en-IN" sz="1000" b="0"/>
                    </a:p>
                  </a:txBody>
                  <a:tcPr/>
                </a:tc>
                <a:tc>
                  <a:txBody>
                    <a:bodyPr/>
                    <a:lstStyle/>
                    <a:p>
                      <a:r>
                        <a:rPr lang="en-US" sz="1000" b="0">
                          <a:effectLst/>
                        </a:rPr>
                        <a:t>Nejib TIBI and Mohamed anouar BEN MESSAOUD</a:t>
                      </a:r>
                      <a:endParaRPr lang="en-IN" sz="1000" b="0"/>
                    </a:p>
                  </a:txBody>
                  <a:tcPr/>
                </a:tc>
                <a:tc>
                  <a:txBody>
                    <a:bodyPr/>
                    <a:lstStyle/>
                    <a:p>
                      <a:r>
                        <a:rPr lang="en-IN" sz="1000" b="0"/>
                        <a:t>2022</a:t>
                      </a:r>
                    </a:p>
                  </a:txBody>
                  <a:tcPr/>
                </a:tc>
                <a:tc>
                  <a:txBody>
                    <a:bodyPr/>
                    <a:lstStyle/>
                    <a:p>
                      <a:r>
                        <a:rPr lang="en-US" sz="1000" b="0">
                          <a:effectLst/>
                        </a:rPr>
                        <a:t>IEEE ITSIS</a:t>
                      </a:r>
                      <a:endParaRPr lang="en-IN" sz="1000" b="0"/>
                    </a:p>
                  </a:txBody>
                  <a:tcPr/>
                </a:tc>
                <a:tc>
                  <a:txBody>
                    <a:bodyPr/>
                    <a:lstStyle/>
                    <a:p>
                      <a:r>
                        <a:rPr lang="en-US" sz="1000" b="0"/>
                        <a:t>Describes employing deep learning techniques to automatically recognize different Arabic dialects, enabling better understanding and processing of regional linguistic variations. </a:t>
                      </a:r>
                      <a:endParaRPr lang="en-IN" sz="1000" b="0"/>
                    </a:p>
                  </a:txBody>
                  <a:tcPr/>
                </a:tc>
                <a:extLst>
                  <a:ext uri="{0D108BD9-81ED-4DB2-BD59-A6C34878D82A}">
                    <a16:rowId xmlns:a16="http://schemas.microsoft.com/office/drawing/2014/main" val="1442477195"/>
                  </a:ext>
                </a:extLst>
              </a:tr>
              <a:tr h="370840">
                <a:tc>
                  <a:txBody>
                    <a:bodyPr/>
                    <a:lstStyle/>
                    <a:p>
                      <a:r>
                        <a:rPr lang="en-IN" sz="1000"/>
                        <a:t>4</a:t>
                      </a:r>
                    </a:p>
                  </a:txBody>
                  <a:tcPr/>
                </a:tc>
                <a:tc>
                  <a:txBody>
                    <a:bodyPr/>
                    <a:lstStyle/>
                    <a:p>
                      <a:r>
                        <a:rPr lang="en-US" sz="1000" b="0"/>
                        <a:t>Power of data in quantum machine learning</a:t>
                      </a:r>
                      <a:endParaRPr lang="en-IN" sz="1000" b="0">
                        <a:latin typeface="+mn-lt"/>
                      </a:endParaRPr>
                    </a:p>
                  </a:txBody>
                  <a:tcPr/>
                </a:tc>
                <a:tc>
                  <a:txBody>
                    <a:bodyPr/>
                    <a:lstStyle/>
                    <a:p>
                      <a:r>
                        <a:rPr lang="en-IN" sz="1000" b="0"/>
                        <a:t>Hsin-Yuan Huang, Michael Broughton, Masoud Mohseni, Ryan Babbush</a:t>
                      </a:r>
                      <a:endParaRPr lang="en-IN" sz="1000" b="0">
                        <a:latin typeface="+mn-lt"/>
                      </a:endParaRPr>
                    </a:p>
                  </a:txBody>
                  <a:tcPr/>
                </a:tc>
                <a:tc>
                  <a:txBody>
                    <a:bodyPr/>
                    <a:lstStyle/>
                    <a:p>
                      <a:r>
                        <a:rPr lang="en-IN" sz="1000" b="0"/>
                        <a:t>2021</a:t>
                      </a:r>
                      <a:endParaRPr lang="en-IN" sz="1000" b="0">
                        <a:latin typeface="+mn-lt"/>
                      </a:endParaRPr>
                    </a:p>
                  </a:txBody>
                  <a:tcPr/>
                </a:tc>
                <a:tc>
                  <a:txBody>
                    <a:bodyPr/>
                    <a:lstStyle/>
                    <a:p>
                      <a:r>
                        <a:rPr lang="fr-FR" sz="1000" b="0"/>
                        <a:t>Nature Communication, Vol.12, No. 2631 </a:t>
                      </a:r>
                      <a:endParaRPr lang="en-IN" sz="1000" b="0">
                        <a:latin typeface="+mn-lt"/>
                      </a:endParaRPr>
                    </a:p>
                  </a:txBody>
                  <a:tcPr/>
                </a:tc>
                <a:tc>
                  <a:txBody>
                    <a:bodyPr/>
                    <a:lstStyle/>
                    <a:p>
                      <a:r>
                        <a:rPr lang="en-IN" sz="1000" b="0"/>
                        <a:t>Explains the effectiveness of classical and quantum data for the classical and quantum model.</a:t>
                      </a:r>
                    </a:p>
                    <a:p>
                      <a:r>
                        <a:rPr lang="en-US" sz="1000" b="0"/>
                        <a:t>Suggests methods for generating ML problems which give a large separation between quantum and classical models, even at a modest number of qubits.</a:t>
                      </a:r>
                      <a:endParaRPr lang="en-IN" sz="1000" b="0"/>
                    </a:p>
                  </a:txBody>
                  <a:tcPr/>
                </a:tc>
                <a:extLst>
                  <a:ext uri="{0D108BD9-81ED-4DB2-BD59-A6C34878D82A}">
                    <a16:rowId xmlns:a16="http://schemas.microsoft.com/office/drawing/2014/main" val="3633933814"/>
                  </a:ext>
                </a:extLst>
              </a:tr>
              <a:tr h="370840">
                <a:tc>
                  <a:txBody>
                    <a:bodyPr/>
                    <a:lstStyle/>
                    <a:p>
                      <a:r>
                        <a:rPr lang="en-IN" sz="1000"/>
                        <a:t>5</a:t>
                      </a:r>
                    </a:p>
                  </a:txBody>
                  <a:tcPr/>
                </a:tc>
                <a:tc>
                  <a:txBody>
                    <a:bodyPr/>
                    <a:lstStyle/>
                    <a:p>
                      <a:r>
                        <a:rPr lang="en-US" sz="1000"/>
                        <a:t>Cough Recognition Based on Mel-Spectrogram and Convolutional Neural Network</a:t>
                      </a:r>
                      <a:endParaRPr lang="en-IN" sz="1000"/>
                    </a:p>
                  </a:txBody>
                  <a:tcPr/>
                </a:tc>
                <a:tc>
                  <a:txBody>
                    <a:bodyPr/>
                    <a:lstStyle/>
                    <a:p>
                      <a:r>
                        <a:rPr lang="en-US" sz="1000"/>
                        <a:t>Quan Zhou, Jianhua Shan, Wenlong Ding, Chengyin Wang, Shi Yuan, Fuchun Sun, Haiyuan Li and Bin Fang</a:t>
                      </a:r>
                      <a:endParaRPr lang="en-IN" sz="1000"/>
                    </a:p>
                  </a:txBody>
                  <a:tcPr/>
                </a:tc>
                <a:tc>
                  <a:txBody>
                    <a:bodyPr/>
                    <a:lstStyle/>
                    <a:p>
                      <a:r>
                        <a:rPr lang="en-IN" sz="1000"/>
                        <a:t>2021</a:t>
                      </a:r>
                    </a:p>
                  </a:txBody>
                  <a:tcPr/>
                </a:tc>
                <a:tc>
                  <a:txBody>
                    <a:bodyPr/>
                    <a:lstStyle/>
                    <a:p>
                      <a:r>
                        <a:rPr lang="en-US" sz="1000"/>
                        <a:t>Frontiers in Robotics and AI</a:t>
                      </a:r>
                      <a:endParaRPr lang="en-IN" sz="1000"/>
                    </a:p>
                  </a:txBody>
                  <a:tcPr/>
                </a:tc>
                <a:tc>
                  <a:txBody>
                    <a:bodyPr/>
                    <a:lstStyle/>
                    <a:p>
                      <a:r>
                        <a:rPr lang="en-US" sz="1000"/>
                        <a:t>This paper explains the effectiveness of Mel-Spectrogram in audio recognition also highlights the importance of CNN model on Mel-Spectrogram features .</a:t>
                      </a:r>
                    </a:p>
                    <a:p>
                      <a:endParaRPr lang="en-IN" sz="1000"/>
                    </a:p>
                    <a:p>
                      <a:r>
                        <a:rPr lang="en-IN" sz="1000"/>
                        <a:t>Explains the approach to identify cough using speech recognition and Convolutional Neural Networks</a:t>
                      </a:r>
                    </a:p>
                  </a:txBody>
                  <a:tcPr/>
                </a:tc>
                <a:extLst>
                  <a:ext uri="{0D108BD9-81ED-4DB2-BD59-A6C34878D82A}">
                    <a16:rowId xmlns:a16="http://schemas.microsoft.com/office/drawing/2014/main" val="3429491450"/>
                  </a:ext>
                </a:extLst>
              </a:tr>
            </a:tbl>
          </a:graphicData>
        </a:graphic>
      </p:graphicFrame>
    </p:spTree>
    <p:extLst>
      <p:ext uri="{BB962C8B-B14F-4D97-AF65-F5344CB8AC3E}">
        <p14:creationId xmlns:p14="http://schemas.microsoft.com/office/powerpoint/2010/main" val="1389647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F48100F-7F80-C4BF-CD61-529D5766148E}"/>
              </a:ext>
            </a:extLst>
          </p:cNvPr>
          <p:cNvGraphicFramePr>
            <a:graphicFrameLocks noGrp="1"/>
          </p:cNvGraphicFramePr>
          <p:nvPr>
            <p:extLst>
              <p:ext uri="{D42A27DB-BD31-4B8C-83A1-F6EECF244321}">
                <p14:modId xmlns:p14="http://schemas.microsoft.com/office/powerpoint/2010/main" val="3965845671"/>
              </p:ext>
            </p:extLst>
          </p:nvPr>
        </p:nvGraphicFramePr>
        <p:xfrm>
          <a:off x="323528" y="375506"/>
          <a:ext cx="8640960" cy="4392488"/>
        </p:xfrm>
        <a:graphic>
          <a:graphicData uri="http://schemas.openxmlformats.org/drawingml/2006/table">
            <a:tbl>
              <a:tblPr firstRow="1" bandRow="1">
                <a:tableStyleId>{C4B1156A-380E-4F78-BDF5-A606A8083BF9}</a:tableStyleId>
              </a:tblPr>
              <a:tblGrid>
                <a:gridCol w="360040">
                  <a:extLst>
                    <a:ext uri="{9D8B030D-6E8A-4147-A177-3AD203B41FA5}">
                      <a16:colId xmlns:a16="http://schemas.microsoft.com/office/drawing/2014/main" val="3502504480"/>
                    </a:ext>
                  </a:extLst>
                </a:gridCol>
                <a:gridCol w="2016224">
                  <a:extLst>
                    <a:ext uri="{9D8B030D-6E8A-4147-A177-3AD203B41FA5}">
                      <a16:colId xmlns:a16="http://schemas.microsoft.com/office/drawing/2014/main" val="4199952221"/>
                    </a:ext>
                  </a:extLst>
                </a:gridCol>
                <a:gridCol w="1728192">
                  <a:extLst>
                    <a:ext uri="{9D8B030D-6E8A-4147-A177-3AD203B41FA5}">
                      <a16:colId xmlns:a16="http://schemas.microsoft.com/office/drawing/2014/main" val="3133465368"/>
                    </a:ext>
                  </a:extLst>
                </a:gridCol>
                <a:gridCol w="504056">
                  <a:extLst>
                    <a:ext uri="{9D8B030D-6E8A-4147-A177-3AD203B41FA5}">
                      <a16:colId xmlns:a16="http://schemas.microsoft.com/office/drawing/2014/main" val="4293884821"/>
                    </a:ext>
                  </a:extLst>
                </a:gridCol>
                <a:gridCol w="1440160">
                  <a:extLst>
                    <a:ext uri="{9D8B030D-6E8A-4147-A177-3AD203B41FA5}">
                      <a16:colId xmlns:a16="http://schemas.microsoft.com/office/drawing/2014/main" val="1872546567"/>
                    </a:ext>
                  </a:extLst>
                </a:gridCol>
                <a:gridCol w="2592288">
                  <a:extLst>
                    <a:ext uri="{9D8B030D-6E8A-4147-A177-3AD203B41FA5}">
                      <a16:colId xmlns:a16="http://schemas.microsoft.com/office/drawing/2014/main" val="3589584945"/>
                    </a:ext>
                  </a:extLst>
                </a:gridCol>
              </a:tblGrid>
              <a:tr h="381376">
                <a:tc>
                  <a:txBody>
                    <a:bodyPr/>
                    <a:lstStyle/>
                    <a:p>
                      <a:r>
                        <a:rPr lang="en-IN" sz="1000" b="0"/>
                        <a:t>6</a:t>
                      </a:r>
                      <a:endParaRPr lang="en-IN" sz="1000" b="0">
                        <a:latin typeface="+mn-lt"/>
                      </a:endParaRPr>
                    </a:p>
                  </a:txBody>
                  <a:tcPr/>
                </a:tc>
                <a:tc>
                  <a:txBody>
                    <a:bodyPr/>
                    <a:lstStyle/>
                    <a:p>
                      <a:pPr algn="l"/>
                      <a:r>
                        <a:rPr lang="en-US" sz="1000" b="0"/>
                        <a:t>Convolutional Neural Networks and Language Embeddings for End-to-End Dialect Recognition</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000" b="0"/>
                        <a:t>Suwon Shon, Ahmed Ali, James Glass</a:t>
                      </a:r>
                    </a:p>
                  </a:txBody>
                  <a:tcPr/>
                </a:tc>
                <a:tc>
                  <a:txBody>
                    <a:bodyPr/>
                    <a:lstStyle/>
                    <a:p>
                      <a:pPr marL="0" indent="0" algn="l">
                        <a:buFont typeface="Wingdings" panose="05000000000000000000" pitchFamily="2" charset="2"/>
                        <a:buNone/>
                      </a:pPr>
                      <a:r>
                        <a:rPr lang="en-US" sz="1000" b="0">
                          <a:solidFill>
                            <a:schemeClr val="dk1"/>
                          </a:solidFill>
                          <a:effectLst/>
                        </a:rPr>
                        <a:t>2018</a:t>
                      </a:r>
                      <a:endParaRPr lang="en-IN" sz="1000" b="0"/>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000" b="0"/>
                        <a:t>Odyssey 2018 The Speaker and Language Recognition Workshop</a:t>
                      </a:r>
                    </a:p>
                  </a:txBody>
                  <a:tcPr/>
                </a:tc>
                <a:tc>
                  <a:txBody>
                    <a:bodyPr/>
                    <a:lstStyle/>
                    <a:p>
                      <a:pPr marL="0" indent="0" algn="l">
                        <a:buFont typeface="Wingdings" panose="05000000000000000000" pitchFamily="2" charset="2"/>
                        <a:buNone/>
                      </a:pPr>
                      <a:r>
                        <a:rPr lang="en-US" sz="1000" b="0">
                          <a:solidFill>
                            <a:schemeClr val="dk1"/>
                          </a:solidFill>
                          <a:effectLst/>
                        </a:rPr>
                        <a:t>Extracts acoustic and linguistic features of an audio for a dialect identification system.</a:t>
                      </a:r>
                    </a:p>
                    <a:p>
                      <a:pPr marL="0" indent="0" algn="l">
                        <a:buFont typeface="Wingdings" panose="05000000000000000000" pitchFamily="2" charset="2"/>
                        <a:buNone/>
                      </a:pPr>
                      <a:r>
                        <a:rPr lang="en-US" sz="1000" b="0">
                          <a:solidFill>
                            <a:schemeClr val="dk1"/>
                          </a:solidFill>
                          <a:effectLst/>
                        </a:rPr>
                        <a:t>Investigated a dataset augmentation approach to achieve robust performance.</a:t>
                      </a:r>
                    </a:p>
                  </a:txBody>
                  <a:tcPr/>
                </a:tc>
                <a:extLst>
                  <a:ext uri="{0D108BD9-81ED-4DB2-BD59-A6C34878D82A}">
                    <a16:rowId xmlns:a16="http://schemas.microsoft.com/office/drawing/2014/main" val="2137938246"/>
                  </a:ext>
                </a:extLst>
              </a:tr>
              <a:tr h="381376">
                <a:tc>
                  <a:txBody>
                    <a:bodyPr/>
                    <a:lstStyle/>
                    <a:p>
                      <a:r>
                        <a:rPr lang="en-IN" sz="1000"/>
                        <a:t>7</a:t>
                      </a:r>
                      <a:endParaRPr lang="en-IN" sz="1000">
                        <a:latin typeface="+mn-lt"/>
                      </a:endParaRPr>
                    </a:p>
                  </a:txBody>
                  <a:tcPr/>
                </a:tc>
                <a:tc>
                  <a:txBody>
                    <a:bodyPr/>
                    <a:lstStyle/>
                    <a:p>
                      <a:r>
                        <a:rPr lang="en-US" sz="1000" b="0"/>
                        <a:t>Exploiting convolutional neural networks for phonotactic based dialect identification</a:t>
                      </a:r>
                      <a:endParaRPr lang="en-IN" sz="1000" b="0"/>
                    </a:p>
                  </a:txBody>
                  <a:tcPr/>
                </a:tc>
                <a:tc>
                  <a:txBody>
                    <a:bodyPr/>
                    <a:lstStyle/>
                    <a:p>
                      <a:r>
                        <a:rPr lang="en-IN" sz="1000" b="0"/>
                        <a:t>Maryam Najafian, Sameer Khurana, Suwon Shon, Ahmed Ali, and James Glass</a:t>
                      </a:r>
                    </a:p>
                  </a:txBody>
                  <a:tcPr/>
                </a:tc>
                <a:tc>
                  <a:txBody>
                    <a:bodyPr/>
                    <a:lstStyle/>
                    <a:p>
                      <a:r>
                        <a:rPr lang="en-IN" sz="1000" b="0"/>
                        <a:t>2018</a:t>
                      </a:r>
                    </a:p>
                  </a:txBody>
                  <a:tcPr/>
                </a:tc>
                <a:tc>
                  <a:txBody>
                    <a:bodyPr/>
                    <a:lstStyle/>
                    <a:p>
                      <a:r>
                        <a:rPr lang="en-IN" sz="1000" b="0"/>
                        <a:t>IEEE ICASSP </a:t>
                      </a: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000" b="0"/>
                        <a:t>Presents a dialect Identification system for Arabic Broadcast Speech with an accuracy of 65%.</a:t>
                      </a:r>
                    </a:p>
                    <a:p>
                      <a:r>
                        <a:rPr lang="en-IN" sz="1000" b="0"/>
                        <a:t>Discusses the CNN approach for a DID system</a:t>
                      </a:r>
                    </a:p>
                    <a:p>
                      <a:r>
                        <a:rPr lang="en-IN" sz="1000" b="0"/>
                        <a:t>Discusses the phonotactic based approach for feature representation</a:t>
                      </a:r>
                    </a:p>
                  </a:txBody>
                  <a:tcPr/>
                </a:tc>
                <a:extLst>
                  <a:ext uri="{0D108BD9-81ED-4DB2-BD59-A6C34878D82A}">
                    <a16:rowId xmlns:a16="http://schemas.microsoft.com/office/drawing/2014/main" val="791856886"/>
                  </a:ext>
                </a:extLst>
              </a:tr>
              <a:tr h="528059">
                <a:tc>
                  <a:txBody>
                    <a:bodyPr/>
                    <a:lstStyle/>
                    <a:p>
                      <a:r>
                        <a:rPr lang="en-IN" sz="1000"/>
                        <a:t>8</a:t>
                      </a:r>
                      <a:endParaRPr lang="en-IN" sz="1000">
                        <a:latin typeface="+mn-lt"/>
                      </a:endParaRPr>
                    </a:p>
                  </a:txBody>
                  <a:tcPr/>
                </a:tc>
                <a:tc>
                  <a:txBody>
                    <a:bodyPr/>
                    <a:lstStyle/>
                    <a:p>
                      <a:r>
                        <a:rPr lang="en-IN" sz="1000"/>
                        <a:t>QMDIS: QCRI-MIT advanced dialect identification system.</a:t>
                      </a:r>
                    </a:p>
                  </a:txBody>
                  <a:tcPr/>
                </a:tc>
                <a:tc>
                  <a:txBody>
                    <a:bodyPr/>
                    <a:lstStyle/>
                    <a:p>
                      <a:r>
                        <a:rPr lang="en-IN" sz="1000"/>
                        <a:t>S. Khurana, M. Najafian, A. Ali, T. Al Hanai, Y. Belinkov, and J. Glass</a:t>
                      </a:r>
                    </a:p>
                  </a:txBody>
                  <a:tcPr/>
                </a:tc>
                <a:tc>
                  <a:txBody>
                    <a:bodyPr/>
                    <a:lstStyle/>
                    <a:p>
                      <a:r>
                        <a:rPr lang="en-IN" sz="1000"/>
                        <a:t>2017</a:t>
                      </a:r>
                    </a:p>
                  </a:txBody>
                  <a:tcPr/>
                </a:tc>
                <a:tc>
                  <a:txBody>
                    <a:bodyPr/>
                    <a:lstStyle/>
                    <a:p>
                      <a:r>
                        <a:rPr lang="en-IN" sz="1000"/>
                        <a:t>INTERSPEECH, 2017</a:t>
                      </a:r>
                    </a:p>
                  </a:txBody>
                  <a:tcPr/>
                </a:tc>
                <a:tc>
                  <a:txBody>
                    <a:bodyPr/>
                    <a:lstStyle/>
                    <a:p>
                      <a:r>
                        <a:rPr lang="en-US" sz="1000" b="0">
                          <a:solidFill>
                            <a:schemeClr val="dk1"/>
                          </a:solidFill>
                          <a:effectLst/>
                        </a:rPr>
                        <a:t>QMDIS is an automatic spoken Dialect Identification system for Dialectal Arabic. The study focuses on phonotactic, lexical, and acoustic components.</a:t>
                      </a:r>
                      <a:endParaRPr lang="en-US" sz="1000" b="0" i="0">
                        <a:solidFill>
                          <a:schemeClr val="dk1"/>
                        </a:solidFill>
                        <a:effectLst/>
                        <a:latin typeface="+mn-lt"/>
                        <a:ea typeface="+mn-ea"/>
                        <a:cs typeface="+mn-cs"/>
                      </a:endParaRPr>
                    </a:p>
                  </a:txBody>
                  <a:tcPr/>
                </a:tc>
                <a:extLst>
                  <a:ext uri="{0D108BD9-81ED-4DB2-BD59-A6C34878D82A}">
                    <a16:rowId xmlns:a16="http://schemas.microsoft.com/office/drawing/2014/main" val="4227026778"/>
                  </a:ext>
                </a:extLst>
              </a:tr>
              <a:tr h="528059">
                <a:tc>
                  <a:txBody>
                    <a:bodyPr/>
                    <a:lstStyle/>
                    <a:p>
                      <a:r>
                        <a:rPr lang="en-IN" sz="1000"/>
                        <a:t>9</a:t>
                      </a:r>
                    </a:p>
                  </a:txBody>
                  <a:tcPr/>
                </a:tc>
                <a:tc>
                  <a:txBody>
                    <a:bodyPr/>
                    <a:lstStyle/>
                    <a:p>
                      <a:r>
                        <a:rPr lang="en-IN" sz="1000"/>
                        <a:t>Automatic speech recognition of arabic multi-genre broadcast media</a:t>
                      </a:r>
                    </a:p>
                  </a:txBody>
                  <a:tcPr/>
                </a:tc>
                <a:tc>
                  <a:txBody>
                    <a:bodyPr/>
                    <a:lstStyle/>
                    <a:p>
                      <a:r>
                        <a:rPr lang="en-IN" sz="1000"/>
                        <a:t>M. Najafian, W.N. Hsu, A. Ali, and J. Glass</a:t>
                      </a:r>
                    </a:p>
                  </a:txBody>
                  <a:tcPr/>
                </a:tc>
                <a:tc>
                  <a:txBody>
                    <a:bodyPr/>
                    <a:lstStyle/>
                    <a:p>
                      <a:r>
                        <a:rPr lang="en-IN" sz="1000"/>
                        <a:t>2017</a:t>
                      </a:r>
                    </a:p>
                  </a:txBody>
                  <a:tcPr/>
                </a:tc>
                <a:tc>
                  <a:txBody>
                    <a:bodyPr/>
                    <a:lstStyle/>
                    <a:p>
                      <a:r>
                        <a:rPr lang="en-IN" sz="1000"/>
                        <a:t>ASRU, 2017</a:t>
                      </a:r>
                    </a:p>
                  </a:txBody>
                  <a:tcPr/>
                </a:tc>
                <a:tc>
                  <a:txBody>
                    <a:bodyPr/>
                    <a:lstStyle/>
                    <a:p>
                      <a:pPr marL="0" indent="0" algn="l">
                        <a:buFont typeface="Wingdings" panose="05000000000000000000" pitchFamily="2" charset="2"/>
                        <a:buNone/>
                      </a:pPr>
                      <a:r>
                        <a:rPr lang="en-US" sz="1000"/>
                        <a:t>Describes a CNN-based approach and its effectiveness for dialect Identification system.</a:t>
                      </a:r>
                    </a:p>
                    <a:p>
                      <a:pPr marL="0" indent="0" algn="l">
                        <a:buFont typeface="Wingdings" panose="05000000000000000000" pitchFamily="2" charset="2"/>
                        <a:buNone/>
                      </a:pPr>
                      <a:r>
                        <a:rPr lang="en-US" sz="1000"/>
                        <a:t>Also, describes the effectiveness of feature representation techniques in dialect detection</a:t>
                      </a:r>
                    </a:p>
                  </a:txBody>
                  <a:tcPr/>
                </a:tc>
                <a:extLst>
                  <a:ext uri="{0D108BD9-81ED-4DB2-BD59-A6C34878D82A}">
                    <a16:rowId xmlns:a16="http://schemas.microsoft.com/office/drawing/2014/main" val="3657937297"/>
                  </a:ext>
                </a:extLst>
              </a:tr>
              <a:tr h="528059">
                <a:tc>
                  <a:txBody>
                    <a:bodyPr/>
                    <a:lstStyle/>
                    <a:p>
                      <a:r>
                        <a:rPr lang="en-IN" sz="1000"/>
                        <a:t>10</a:t>
                      </a:r>
                    </a:p>
                  </a:txBody>
                  <a:tcPr/>
                </a:tc>
                <a:tc>
                  <a:txBody>
                    <a:bodyPr/>
                    <a:lstStyle/>
                    <a:p>
                      <a:r>
                        <a:rPr lang="en-IN" sz="1000"/>
                        <a:t>Dilated convolution neural network with leaky relu for environmental sound classification</a:t>
                      </a:r>
                    </a:p>
                  </a:txBody>
                  <a:tcPr/>
                </a:tc>
                <a:tc>
                  <a:txBody>
                    <a:bodyPr/>
                    <a:lstStyle/>
                    <a:p>
                      <a:r>
                        <a:rPr lang="en-IN" sz="1000"/>
                        <a:t>X. Zhang, Y. Zou, and W. Shi</a:t>
                      </a:r>
                    </a:p>
                  </a:txBody>
                  <a:tcPr/>
                </a:tc>
                <a:tc>
                  <a:txBody>
                    <a:bodyPr/>
                    <a:lstStyle/>
                    <a:p>
                      <a:r>
                        <a:rPr lang="en-IN" sz="1000"/>
                        <a:t>2017</a:t>
                      </a:r>
                    </a:p>
                  </a:txBody>
                  <a:tcPr/>
                </a:tc>
                <a:tc>
                  <a:txBody>
                    <a:bodyPr/>
                    <a:lstStyle/>
                    <a:p>
                      <a:r>
                        <a:rPr lang="en-IN" sz="1000"/>
                        <a:t>22nd international conference on DSP</a:t>
                      </a:r>
                    </a:p>
                  </a:txBody>
                  <a:tcPr/>
                </a:tc>
                <a:tc>
                  <a:txBody>
                    <a:bodyPr/>
                    <a:lstStyle/>
                    <a:p>
                      <a:r>
                        <a:rPr lang="en-US" sz="1000" b="0">
                          <a:solidFill>
                            <a:schemeClr val="dk1"/>
                          </a:solidFill>
                          <a:effectLst/>
                        </a:rPr>
                        <a:t>Describes a type of neural network that uses dilated convolutions and a leaky ReLU activation function to classify different environmental sounds.</a:t>
                      </a:r>
                      <a:endParaRPr lang="en-IN" sz="1000"/>
                    </a:p>
                  </a:txBody>
                  <a:tcPr/>
                </a:tc>
                <a:extLst>
                  <a:ext uri="{0D108BD9-81ED-4DB2-BD59-A6C34878D82A}">
                    <a16:rowId xmlns:a16="http://schemas.microsoft.com/office/drawing/2014/main" val="2185733356"/>
                  </a:ext>
                </a:extLst>
              </a:tr>
              <a:tr h="582488">
                <a:tc>
                  <a:txBody>
                    <a:bodyPr/>
                    <a:lstStyle/>
                    <a:p>
                      <a:r>
                        <a:rPr lang="en-IN" sz="1000"/>
                        <a:t>11</a:t>
                      </a:r>
                    </a:p>
                  </a:txBody>
                  <a:tcPr/>
                </a:tc>
                <a:tc>
                  <a:txBody>
                    <a:bodyPr/>
                    <a:lstStyle/>
                    <a:p>
                      <a:r>
                        <a:rPr lang="en-US" sz="1000"/>
                        <a:t>Classifying ASR transcriptions according to Arabic dialect</a:t>
                      </a:r>
                      <a:endParaRPr lang="en-IN" sz="1000"/>
                    </a:p>
                  </a:txBody>
                  <a:tcPr/>
                </a:tc>
                <a:tc>
                  <a:txBody>
                    <a:bodyPr/>
                    <a:lstStyle/>
                    <a:p>
                      <a:r>
                        <a:rPr lang="en-US" sz="1000"/>
                        <a:t>A. Hanani, A. Qaroush, and S. Taylor</a:t>
                      </a:r>
                      <a:endParaRPr lang="en-IN" sz="1000"/>
                    </a:p>
                  </a:txBody>
                  <a:tcPr/>
                </a:tc>
                <a:tc>
                  <a:txBody>
                    <a:bodyPr/>
                    <a:lstStyle/>
                    <a:p>
                      <a:r>
                        <a:rPr lang="en-IN" sz="1000"/>
                        <a:t>2016</a:t>
                      </a:r>
                    </a:p>
                  </a:txBody>
                  <a:tcPr/>
                </a:tc>
                <a:tc>
                  <a:txBody>
                    <a:bodyPr/>
                    <a:lstStyle/>
                    <a:p>
                      <a:r>
                        <a:rPr lang="en-US" sz="1000"/>
                        <a:t>VarDial 3, p. 126</a:t>
                      </a:r>
                      <a:endParaRPr lang="en-IN" sz="1000"/>
                    </a:p>
                  </a:txBody>
                  <a:tcPr/>
                </a:tc>
                <a:tc>
                  <a:txBody>
                    <a:bodyPr/>
                    <a:lstStyle/>
                    <a:p>
                      <a:r>
                        <a:rPr lang="en-IN" sz="1000"/>
                        <a:t>An approach to implement automatic speech recognition transcriptions based on dialects of a language.</a:t>
                      </a:r>
                    </a:p>
                  </a:txBody>
                  <a:tcPr/>
                </a:tc>
                <a:extLst>
                  <a:ext uri="{0D108BD9-81ED-4DB2-BD59-A6C34878D82A}">
                    <a16:rowId xmlns:a16="http://schemas.microsoft.com/office/drawing/2014/main" val="1600421955"/>
                  </a:ext>
                </a:extLst>
              </a:tr>
            </a:tbl>
          </a:graphicData>
        </a:graphic>
      </p:graphicFrame>
    </p:spTree>
    <p:extLst>
      <p:ext uri="{BB962C8B-B14F-4D97-AF65-F5344CB8AC3E}">
        <p14:creationId xmlns:p14="http://schemas.microsoft.com/office/powerpoint/2010/main" val="1945571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DFEB345B-16BC-0691-02C1-FF78300A3193}"/>
              </a:ext>
            </a:extLst>
          </p:cNvPr>
          <p:cNvGraphicFramePr>
            <a:graphicFrameLocks noGrp="1"/>
          </p:cNvGraphicFramePr>
          <p:nvPr>
            <p:extLst>
              <p:ext uri="{D42A27DB-BD31-4B8C-83A1-F6EECF244321}">
                <p14:modId xmlns:p14="http://schemas.microsoft.com/office/powerpoint/2010/main" val="409980762"/>
              </p:ext>
            </p:extLst>
          </p:nvPr>
        </p:nvGraphicFramePr>
        <p:xfrm>
          <a:off x="143507" y="137950"/>
          <a:ext cx="8856985" cy="4867600"/>
        </p:xfrm>
        <a:graphic>
          <a:graphicData uri="http://schemas.openxmlformats.org/drawingml/2006/table">
            <a:tbl>
              <a:tblPr firstRow="1" bandRow="1">
                <a:tableStyleId>{C4B1156A-380E-4F78-BDF5-A606A8083BF9}</a:tableStyleId>
              </a:tblPr>
              <a:tblGrid>
                <a:gridCol w="360040">
                  <a:extLst>
                    <a:ext uri="{9D8B030D-6E8A-4147-A177-3AD203B41FA5}">
                      <a16:colId xmlns:a16="http://schemas.microsoft.com/office/drawing/2014/main" val="4018300720"/>
                    </a:ext>
                  </a:extLst>
                </a:gridCol>
                <a:gridCol w="1764197">
                  <a:extLst>
                    <a:ext uri="{9D8B030D-6E8A-4147-A177-3AD203B41FA5}">
                      <a16:colId xmlns:a16="http://schemas.microsoft.com/office/drawing/2014/main" val="3622733062"/>
                    </a:ext>
                  </a:extLst>
                </a:gridCol>
                <a:gridCol w="1296144">
                  <a:extLst>
                    <a:ext uri="{9D8B030D-6E8A-4147-A177-3AD203B41FA5}">
                      <a16:colId xmlns:a16="http://schemas.microsoft.com/office/drawing/2014/main" val="1496864425"/>
                    </a:ext>
                  </a:extLst>
                </a:gridCol>
                <a:gridCol w="504056">
                  <a:extLst>
                    <a:ext uri="{9D8B030D-6E8A-4147-A177-3AD203B41FA5}">
                      <a16:colId xmlns:a16="http://schemas.microsoft.com/office/drawing/2014/main" val="696098473"/>
                    </a:ext>
                  </a:extLst>
                </a:gridCol>
                <a:gridCol w="936104">
                  <a:extLst>
                    <a:ext uri="{9D8B030D-6E8A-4147-A177-3AD203B41FA5}">
                      <a16:colId xmlns:a16="http://schemas.microsoft.com/office/drawing/2014/main" val="1762616021"/>
                    </a:ext>
                  </a:extLst>
                </a:gridCol>
                <a:gridCol w="3996444">
                  <a:extLst>
                    <a:ext uri="{9D8B030D-6E8A-4147-A177-3AD203B41FA5}">
                      <a16:colId xmlns:a16="http://schemas.microsoft.com/office/drawing/2014/main" val="2097719667"/>
                    </a:ext>
                  </a:extLst>
                </a:gridCol>
              </a:tblGrid>
              <a:tr h="554118">
                <a:tc>
                  <a:txBody>
                    <a:bodyPr/>
                    <a:lstStyle/>
                    <a:p>
                      <a:r>
                        <a:rPr lang="en-IN" sz="1000" b="0"/>
                        <a:t>12</a:t>
                      </a:r>
                    </a:p>
                  </a:txBody>
                  <a:tcPr/>
                </a:tc>
                <a:tc>
                  <a:txBody>
                    <a:bodyPr/>
                    <a:lstStyle/>
                    <a:p>
                      <a:pPr algn="l"/>
                      <a:r>
                        <a:rPr lang="en-US" sz="1000" b="0"/>
                        <a:t>Automatic dialect detection in arabic broadcast speech</a:t>
                      </a:r>
                      <a:endParaRPr lang="en-IN" sz="1000" b="0"/>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000" b="0"/>
                        <a:t>A. Ali, N. Dehak, </a:t>
                      </a:r>
                    </a:p>
                    <a:p>
                      <a:pPr marL="0" marR="0" lvl="0" indent="0" algn="l" defTabSz="914400" eaLnBrk="1" fontAlgn="auto" latinLnBrk="0" hangingPunct="1">
                        <a:lnSpc>
                          <a:spcPct val="100000"/>
                        </a:lnSpc>
                        <a:spcBef>
                          <a:spcPts val="0"/>
                        </a:spcBef>
                        <a:spcAft>
                          <a:spcPts val="0"/>
                        </a:spcAft>
                        <a:buClrTx/>
                        <a:buSzTx/>
                        <a:buFontTx/>
                        <a:buNone/>
                        <a:tabLst/>
                        <a:defRPr/>
                      </a:pPr>
                      <a:r>
                        <a:rPr lang="en-IN" sz="1000" b="0"/>
                        <a:t>P. Cardinal, S. Khurana, S.H.Yella, J.Glass, P.Bell, S.Renals</a:t>
                      </a:r>
                    </a:p>
                  </a:txBody>
                  <a:tcPr/>
                </a:tc>
                <a:tc>
                  <a:txBody>
                    <a:bodyPr/>
                    <a:lstStyle/>
                    <a:p>
                      <a:pPr marL="0" indent="0" algn="l">
                        <a:buFont typeface="Wingdings" panose="05000000000000000000" pitchFamily="2" charset="2"/>
                        <a:buNone/>
                      </a:pPr>
                      <a:r>
                        <a:rPr lang="en-IN" sz="1000" b="0"/>
                        <a:t>2016</a:t>
                      </a:r>
                    </a:p>
                  </a:txBody>
                  <a:tcPr/>
                </a:tc>
                <a:tc>
                  <a:txBody>
                    <a:bodyPr/>
                    <a:lstStyle/>
                    <a:p>
                      <a:pPr algn="l"/>
                      <a:r>
                        <a:rPr lang="en-US" sz="1000" b="0"/>
                        <a:t>INTERSPEECH, 2016, pp. 2934–2938.</a:t>
                      </a:r>
                      <a:endParaRPr lang="en-IN" sz="1000" b="0"/>
                    </a:p>
                  </a:txBody>
                  <a:tcPr/>
                </a:tc>
                <a:tc>
                  <a:txBody>
                    <a:bodyPr/>
                    <a:lstStyle/>
                    <a:p>
                      <a:pPr marL="0" indent="0" algn="l">
                        <a:buFont typeface="Wingdings" panose="05000000000000000000" pitchFamily="2" charset="2"/>
                        <a:buNone/>
                      </a:pPr>
                      <a:r>
                        <a:rPr lang="en-US" sz="1000" b="0"/>
                        <a:t>Presents a dialect Identification system for Arabic Broadcast Speech with an accuracy of 60.2%.</a:t>
                      </a:r>
                    </a:p>
                    <a:p>
                      <a:pPr marL="0" indent="0" algn="l">
                        <a:buFont typeface="Wingdings" panose="05000000000000000000" pitchFamily="2" charset="2"/>
                        <a:buNone/>
                      </a:pPr>
                      <a:r>
                        <a:rPr lang="en-US" sz="1000" b="0"/>
                        <a:t>Discusses Deep Learning based approach and </a:t>
                      </a:r>
                      <a:r>
                        <a:rPr lang="en-IN" sz="1000" b="0"/>
                        <a:t>phonotactic based approach for feature representation</a:t>
                      </a:r>
                      <a:endParaRPr lang="en-US" sz="1000" b="0"/>
                    </a:p>
                  </a:txBody>
                  <a:tcPr/>
                </a:tc>
                <a:extLst>
                  <a:ext uri="{0D108BD9-81ED-4DB2-BD59-A6C34878D82A}">
                    <a16:rowId xmlns:a16="http://schemas.microsoft.com/office/drawing/2014/main" val="3349516143"/>
                  </a:ext>
                </a:extLst>
              </a:tr>
              <a:tr h="727270">
                <a:tc>
                  <a:txBody>
                    <a:bodyPr/>
                    <a:lstStyle/>
                    <a:p>
                      <a:r>
                        <a:rPr lang="en-IN" sz="1000"/>
                        <a:t>13</a:t>
                      </a:r>
                    </a:p>
                  </a:txBody>
                  <a:tcPr/>
                </a:tc>
                <a:tc>
                  <a:txBody>
                    <a:bodyPr/>
                    <a:lstStyle/>
                    <a:p>
                      <a:r>
                        <a:rPr lang="en-IN" sz="1000"/>
                        <a:t>A Character-level Convolutional Neural Network for Distinguishing Similar Languages and Dialects</a:t>
                      </a:r>
                    </a:p>
                  </a:txBody>
                  <a:tcPr/>
                </a:tc>
                <a:tc>
                  <a:txBody>
                    <a:bodyPr/>
                    <a:lstStyle/>
                    <a:p>
                      <a:r>
                        <a:rPr lang="en-IN" sz="1000"/>
                        <a:t>Y. Belinkov and J. Glass</a:t>
                      </a:r>
                    </a:p>
                  </a:txBody>
                  <a:tcPr/>
                </a:tc>
                <a:tc>
                  <a:txBody>
                    <a:bodyPr/>
                    <a:lstStyle/>
                    <a:p>
                      <a:r>
                        <a:rPr lang="en-IN" sz="1000"/>
                        <a:t>2016</a:t>
                      </a:r>
                    </a:p>
                  </a:txBody>
                  <a:tcPr/>
                </a:tc>
                <a:tc>
                  <a:txBody>
                    <a:bodyPr/>
                    <a:lstStyle/>
                    <a:p>
                      <a:r>
                        <a:rPr lang="en-IN" sz="1000"/>
                        <a:t>VarDial, 2016</a:t>
                      </a:r>
                    </a:p>
                  </a:txBody>
                  <a:tcPr/>
                </a:tc>
                <a:tc>
                  <a:txBody>
                    <a:bodyPr/>
                    <a:lstStyle/>
                    <a:p>
                      <a:r>
                        <a:rPr lang="en-IN" sz="1000"/>
                        <a:t>Describes a primitive </a:t>
                      </a:r>
                      <a:r>
                        <a:rPr lang="en-US" sz="1000" b="0">
                          <a:solidFill>
                            <a:schemeClr val="dk1"/>
                          </a:solidFill>
                          <a:effectLst/>
                        </a:rPr>
                        <a:t>neural network (character-level convolutional neural network) designed to differentiate between closely related languages and dialects based on their written characters.</a:t>
                      </a:r>
                      <a:endParaRPr lang="en-IN" sz="1000"/>
                    </a:p>
                  </a:txBody>
                  <a:tcPr/>
                </a:tc>
                <a:extLst>
                  <a:ext uri="{0D108BD9-81ED-4DB2-BD59-A6C34878D82A}">
                    <a16:rowId xmlns:a16="http://schemas.microsoft.com/office/drawing/2014/main" val="8041956"/>
                  </a:ext>
                </a:extLst>
              </a:tr>
              <a:tr h="525250">
                <a:tc>
                  <a:txBody>
                    <a:bodyPr/>
                    <a:lstStyle/>
                    <a:p>
                      <a:r>
                        <a:rPr lang="en-IN" sz="1000"/>
                        <a:t>14</a:t>
                      </a:r>
                    </a:p>
                  </a:txBody>
                  <a:tcPr/>
                </a:tc>
                <a:tc>
                  <a:txBody>
                    <a:bodyPr/>
                    <a:lstStyle/>
                    <a:p>
                      <a:r>
                        <a:rPr lang="en-US" sz="1000"/>
                        <a:t>Identification of British English regional accents using fusion of i-vector and multi-accent phonotactic systems</a:t>
                      </a:r>
                      <a:endParaRPr lang="en-IN" sz="1000"/>
                    </a:p>
                  </a:txBody>
                  <a:tcPr/>
                </a:tc>
                <a:tc>
                  <a:txBody>
                    <a:bodyPr/>
                    <a:lstStyle/>
                    <a:p>
                      <a:r>
                        <a:rPr lang="en-IN" sz="1000"/>
                        <a:t>M. Najafian, S. Safavi, P. Weber, and M. J. Russell</a:t>
                      </a:r>
                    </a:p>
                  </a:txBody>
                  <a:tcPr/>
                </a:tc>
                <a:tc>
                  <a:txBody>
                    <a:bodyPr/>
                    <a:lstStyle/>
                    <a:p>
                      <a:r>
                        <a:rPr lang="en-IN" sz="1000"/>
                        <a:t>2016</a:t>
                      </a:r>
                    </a:p>
                  </a:txBody>
                  <a:tcPr/>
                </a:tc>
                <a:tc>
                  <a:txBody>
                    <a:bodyPr/>
                    <a:lstStyle/>
                    <a:p>
                      <a:r>
                        <a:rPr lang="en-US" sz="1000"/>
                        <a:t>ODYSSEY, 2016, pp. 1–6</a:t>
                      </a:r>
                      <a:endParaRPr lang="en-IN" sz="1000"/>
                    </a:p>
                  </a:txBody>
                  <a:tcPr/>
                </a:tc>
                <a:tc>
                  <a:txBody>
                    <a:bodyPr/>
                    <a:lstStyle/>
                    <a:p>
                      <a:r>
                        <a:rPr lang="en-US" sz="1000" b="0">
                          <a:solidFill>
                            <a:schemeClr val="dk1"/>
                          </a:solidFill>
                          <a:effectLst/>
                        </a:rPr>
                        <a:t>Disscuses the approach to identify  various regional accents within British English by combining two systems: i-vector (representations of speech characteristics) and multi-accent phonotactics (patterns of sounds across multiple accents).</a:t>
                      </a:r>
                      <a:endParaRPr lang="en-IN" sz="1000"/>
                    </a:p>
                  </a:txBody>
                  <a:tcPr/>
                </a:tc>
                <a:extLst>
                  <a:ext uri="{0D108BD9-81ED-4DB2-BD59-A6C34878D82A}">
                    <a16:rowId xmlns:a16="http://schemas.microsoft.com/office/drawing/2014/main" val="2070589691"/>
                  </a:ext>
                </a:extLst>
              </a:tr>
              <a:tr h="727270">
                <a:tc>
                  <a:txBody>
                    <a:bodyPr/>
                    <a:lstStyle/>
                    <a:p>
                      <a:r>
                        <a:rPr lang="en-IN" sz="1000"/>
                        <a:t>15</a:t>
                      </a:r>
                    </a:p>
                  </a:txBody>
                  <a:tcPr/>
                </a:tc>
                <a:tc>
                  <a:txBody>
                    <a:bodyPr/>
                    <a:lstStyle/>
                    <a:p>
                      <a:r>
                        <a:rPr lang="en-US" sz="1000"/>
                        <a:t>Discriminating between similar languages and arabic dialect identification: A report on the third dsl shared task</a:t>
                      </a:r>
                      <a:endParaRPr lang="en-IN" sz="1000"/>
                    </a:p>
                  </a:txBody>
                  <a:tcPr/>
                </a:tc>
                <a:tc>
                  <a:txBody>
                    <a:bodyPr/>
                    <a:lstStyle/>
                    <a:p>
                      <a:r>
                        <a:rPr lang="en-IN" sz="1000"/>
                        <a:t>S. Malmasi, M. Zampieri, N. Ljubešic, P. Nakov, A. Ali, and J. Tiedemann</a:t>
                      </a:r>
                    </a:p>
                  </a:txBody>
                  <a:tcPr/>
                </a:tc>
                <a:tc>
                  <a:txBody>
                    <a:bodyPr/>
                    <a:lstStyle/>
                    <a:p>
                      <a:r>
                        <a:rPr lang="en-IN" sz="1000"/>
                        <a:t>2016</a:t>
                      </a:r>
                    </a:p>
                  </a:txBody>
                  <a:tcPr/>
                </a:tc>
                <a:tc>
                  <a:txBody>
                    <a:bodyPr/>
                    <a:lstStyle/>
                    <a:p>
                      <a:r>
                        <a:rPr lang="nn-NO" sz="1000"/>
                        <a:t>VarDial 3, p. 1, 2016.</a:t>
                      </a:r>
                      <a:endParaRPr lang="en-IN" sz="1000"/>
                    </a:p>
                  </a:txBody>
                  <a:tcPr/>
                </a:tc>
                <a:tc>
                  <a:txBody>
                    <a:bodyPr/>
                    <a:lstStyle/>
                    <a:p>
                      <a:r>
                        <a:rPr lang="en-IN" sz="1000"/>
                        <a:t>A report that discriminates and take into account various similar languages and dialects in Arabic. It identifies the that dialects and languages.</a:t>
                      </a:r>
                    </a:p>
                  </a:txBody>
                  <a:tcPr/>
                </a:tc>
                <a:extLst>
                  <a:ext uri="{0D108BD9-81ED-4DB2-BD59-A6C34878D82A}">
                    <a16:rowId xmlns:a16="http://schemas.microsoft.com/office/drawing/2014/main" val="813638080"/>
                  </a:ext>
                </a:extLst>
              </a:tr>
              <a:tr h="929290">
                <a:tc>
                  <a:txBody>
                    <a:bodyPr/>
                    <a:lstStyle/>
                    <a:p>
                      <a:r>
                        <a:rPr lang="en-IN" sz="1000"/>
                        <a:t>16</a:t>
                      </a:r>
                    </a:p>
                  </a:txBody>
                  <a:tcPr/>
                </a:tc>
                <a:tc>
                  <a:txBody>
                    <a:bodyPr/>
                    <a:lstStyle/>
                    <a:p>
                      <a:r>
                        <a:rPr lang="en-US" sz="1000"/>
                        <a:t>Environmental sound classification with convolutional neural networks</a:t>
                      </a:r>
                      <a:endParaRPr lang="en-IN" sz="1000"/>
                    </a:p>
                  </a:txBody>
                  <a:tcPr/>
                </a:tc>
                <a:tc>
                  <a:txBody>
                    <a:bodyPr/>
                    <a:lstStyle/>
                    <a:p>
                      <a:r>
                        <a:rPr lang="en-US" sz="1000"/>
                        <a:t>K. J. Piczak</a:t>
                      </a:r>
                      <a:endParaRPr lang="en-IN" sz="1000"/>
                    </a:p>
                  </a:txBody>
                  <a:tcPr/>
                </a:tc>
                <a:tc>
                  <a:txBody>
                    <a:bodyPr/>
                    <a:lstStyle/>
                    <a:p>
                      <a:r>
                        <a:rPr lang="en-IN" sz="1000"/>
                        <a:t>2015</a:t>
                      </a:r>
                    </a:p>
                  </a:txBody>
                  <a:tcPr/>
                </a:tc>
                <a:tc>
                  <a:txBody>
                    <a:bodyPr/>
                    <a:lstStyle/>
                    <a:p>
                      <a:r>
                        <a:rPr lang="en-US" sz="1000"/>
                        <a:t>IEEE 25th international workshop on MLSP, pp. 1–6, IEEE</a:t>
                      </a:r>
                      <a:endParaRPr lang="en-IN" sz="1000"/>
                    </a:p>
                  </a:txBody>
                  <a:tcPr/>
                </a:tc>
                <a:tc>
                  <a:txBody>
                    <a:bodyPr/>
                    <a:lstStyle/>
                    <a:p>
                      <a:r>
                        <a:rPr lang="en-IN" sz="1000"/>
                        <a:t>Describes the effectiveness of Audio feature representations and harnessing the </a:t>
                      </a:r>
                      <a:r>
                        <a:rPr lang="en-US" sz="1000"/>
                        <a:t>convolutional neural networks</a:t>
                      </a:r>
                      <a:endParaRPr lang="en-IN" sz="1000"/>
                    </a:p>
                  </a:txBody>
                  <a:tcPr/>
                </a:tc>
                <a:extLst>
                  <a:ext uri="{0D108BD9-81ED-4DB2-BD59-A6C34878D82A}">
                    <a16:rowId xmlns:a16="http://schemas.microsoft.com/office/drawing/2014/main" val="3042562155"/>
                  </a:ext>
                </a:extLst>
              </a:tr>
              <a:tr h="929290">
                <a:tc>
                  <a:txBody>
                    <a:bodyPr/>
                    <a:lstStyle/>
                    <a:p>
                      <a:r>
                        <a:rPr lang="en-IN" sz="1000"/>
                        <a:t>17</a:t>
                      </a:r>
                    </a:p>
                  </a:txBody>
                  <a:tcPr/>
                </a:tc>
                <a:tc>
                  <a:txBody>
                    <a:bodyPr/>
                    <a:lstStyle/>
                    <a:p>
                      <a:r>
                        <a:rPr lang="en-IN" sz="1000"/>
                        <a:t>Non-negative factor analysis of gaussian mixture model weight adaptation for language and dialect recognition</a:t>
                      </a:r>
                    </a:p>
                  </a:txBody>
                  <a:tcPr/>
                </a:tc>
                <a:tc>
                  <a:txBody>
                    <a:bodyPr/>
                    <a:lstStyle/>
                    <a:p>
                      <a:r>
                        <a:rPr lang="en-IN" sz="1000"/>
                        <a:t>M. H. Bahari, N. Dehak, L. Burget, A. M. Ali, J. Glass</a:t>
                      </a:r>
                    </a:p>
                  </a:txBody>
                  <a:tcPr/>
                </a:tc>
                <a:tc>
                  <a:txBody>
                    <a:bodyPr/>
                    <a:lstStyle/>
                    <a:p>
                      <a:r>
                        <a:rPr lang="en-IN" sz="1000"/>
                        <a:t>2014</a:t>
                      </a:r>
                    </a:p>
                  </a:txBody>
                  <a:tcPr/>
                </a:tc>
                <a:tc>
                  <a:txBody>
                    <a:bodyPr/>
                    <a:lstStyle/>
                    <a:p>
                      <a:r>
                        <a:rPr lang="en-IN" sz="1000"/>
                        <a:t>ACM transactions on ASLP, vol. 22, no. 7, pp. 1117–1129</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000" b="0"/>
                        <a:t>Refers to utilizing non-negative factor analysis to adapt the weights of Gaussian mixture models for recognizing languages and dialects, enhancing their accuracy and specificity in linguistic identification tasks. </a:t>
                      </a:r>
                      <a:endParaRPr lang="en-IN" sz="1000" b="0"/>
                    </a:p>
                  </a:txBody>
                  <a:tcPr/>
                </a:tc>
                <a:extLst>
                  <a:ext uri="{0D108BD9-81ED-4DB2-BD59-A6C34878D82A}">
                    <a16:rowId xmlns:a16="http://schemas.microsoft.com/office/drawing/2014/main" val="664499712"/>
                  </a:ext>
                </a:extLst>
              </a:tr>
            </a:tbl>
          </a:graphicData>
        </a:graphic>
      </p:graphicFrame>
    </p:spTree>
    <p:extLst>
      <p:ext uri="{BB962C8B-B14F-4D97-AF65-F5344CB8AC3E}">
        <p14:creationId xmlns:p14="http://schemas.microsoft.com/office/powerpoint/2010/main" val="1108148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7585B57A-2D3D-3CFC-58BF-70B55EECC12A}"/>
              </a:ext>
            </a:extLst>
          </p:cNvPr>
          <p:cNvGraphicFramePr>
            <a:graphicFrameLocks noGrp="1"/>
          </p:cNvGraphicFramePr>
          <p:nvPr>
            <p:extLst>
              <p:ext uri="{D42A27DB-BD31-4B8C-83A1-F6EECF244321}">
                <p14:modId xmlns:p14="http://schemas.microsoft.com/office/powerpoint/2010/main" val="1343735610"/>
              </p:ext>
            </p:extLst>
          </p:nvPr>
        </p:nvGraphicFramePr>
        <p:xfrm>
          <a:off x="41792" y="35425"/>
          <a:ext cx="9073008" cy="4998720"/>
        </p:xfrm>
        <a:graphic>
          <a:graphicData uri="http://schemas.openxmlformats.org/drawingml/2006/table">
            <a:tbl>
              <a:tblPr firstRow="1" bandRow="1">
                <a:tableStyleId>{C4B1156A-380E-4F78-BDF5-A606A8083BF9}</a:tableStyleId>
              </a:tblPr>
              <a:tblGrid>
                <a:gridCol w="353744">
                  <a:extLst>
                    <a:ext uri="{9D8B030D-6E8A-4147-A177-3AD203B41FA5}">
                      <a16:colId xmlns:a16="http://schemas.microsoft.com/office/drawing/2014/main" val="205534226"/>
                    </a:ext>
                  </a:extLst>
                </a:gridCol>
                <a:gridCol w="2088232">
                  <a:extLst>
                    <a:ext uri="{9D8B030D-6E8A-4147-A177-3AD203B41FA5}">
                      <a16:colId xmlns:a16="http://schemas.microsoft.com/office/drawing/2014/main" val="2829529864"/>
                    </a:ext>
                  </a:extLst>
                </a:gridCol>
                <a:gridCol w="1224136">
                  <a:extLst>
                    <a:ext uri="{9D8B030D-6E8A-4147-A177-3AD203B41FA5}">
                      <a16:colId xmlns:a16="http://schemas.microsoft.com/office/drawing/2014/main" val="3381672934"/>
                    </a:ext>
                  </a:extLst>
                </a:gridCol>
                <a:gridCol w="504056">
                  <a:extLst>
                    <a:ext uri="{9D8B030D-6E8A-4147-A177-3AD203B41FA5}">
                      <a16:colId xmlns:a16="http://schemas.microsoft.com/office/drawing/2014/main" val="3374231434"/>
                    </a:ext>
                  </a:extLst>
                </a:gridCol>
                <a:gridCol w="936104">
                  <a:extLst>
                    <a:ext uri="{9D8B030D-6E8A-4147-A177-3AD203B41FA5}">
                      <a16:colId xmlns:a16="http://schemas.microsoft.com/office/drawing/2014/main" val="2844568391"/>
                    </a:ext>
                  </a:extLst>
                </a:gridCol>
                <a:gridCol w="3966736">
                  <a:extLst>
                    <a:ext uri="{9D8B030D-6E8A-4147-A177-3AD203B41FA5}">
                      <a16:colId xmlns:a16="http://schemas.microsoft.com/office/drawing/2014/main" val="1253780606"/>
                    </a:ext>
                  </a:extLst>
                </a:gridCol>
              </a:tblGrid>
              <a:tr h="442848">
                <a:tc>
                  <a:txBody>
                    <a:bodyPr/>
                    <a:lstStyle/>
                    <a:p>
                      <a:r>
                        <a:rPr lang="en-IN" sz="1000" b="0"/>
                        <a:t>18</a:t>
                      </a:r>
                    </a:p>
                  </a:txBody>
                  <a:tcPr/>
                </a:tc>
                <a:tc>
                  <a:txBody>
                    <a:bodyPr/>
                    <a:lstStyle/>
                    <a:p>
                      <a:r>
                        <a:rPr lang="en-US" sz="1000" b="0"/>
                        <a:t>Human and computer recognition of regional accents and ethnic groups from British English speech</a:t>
                      </a:r>
                      <a:endParaRPr lang="en-IN" sz="1000" b="0"/>
                    </a:p>
                  </a:txBody>
                  <a:tcPr/>
                </a:tc>
                <a:tc>
                  <a:txBody>
                    <a:bodyPr/>
                    <a:lstStyle/>
                    <a:p>
                      <a:r>
                        <a:rPr lang="en-US" sz="1000" b="0"/>
                        <a:t>A. Hanani, M. J. Russell, and M. J. Carey</a:t>
                      </a:r>
                      <a:endParaRPr lang="en-IN" sz="1000" b="0"/>
                    </a:p>
                  </a:txBody>
                  <a:tcPr/>
                </a:tc>
                <a:tc>
                  <a:txBody>
                    <a:bodyPr/>
                    <a:lstStyle/>
                    <a:p>
                      <a:r>
                        <a:rPr lang="en-IN" sz="1000" b="0"/>
                        <a:t>2013</a:t>
                      </a:r>
                    </a:p>
                  </a:txBody>
                  <a:tcPr/>
                </a:tc>
                <a:tc>
                  <a:txBody>
                    <a:bodyPr/>
                    <a:lstStyle/>
                    <a:p>
                      <a:r>
                        <a:rPr lang="en-IN" sz="1000" b="0"/>
                        <a:t>CSL, pp. 59–74, 2013</a:t>
                      </a:r>
                    </a:p>
                  </a:txBody>
                  <a:tcPr/>
                </a:tc>
                <a:tc>
                  <a:txBody>
                    <a:bodyPr/>
                    <a:lstStyle/>
                    <a:p>
                      <a:r>
                        <a:rPr lang="en-US" sz="1000" b="0">
                          <a:solidFill>
                            <a:schemeClr val="dk1"/>
                          </a:solidFill>
                          <a:effectLst/>
                        </a:rPr>
                        <a:t>Compares and contrast human and computer abilities to identify regional accents and ethnic groups based on how people speak British English</a:t>
                      </a:r>
                      <a:endParaRPr lang="en-IN" sz="1000" b="0"/>
                    </a:p>
                  </a:txBody>
                  <a:tcPr/>
                </a:tc>
                <a:extLst>
                  <a:ext uri="{0D108BD9-81ED-4DB2-BD59-A6C34878D82A}">
                    <a16:rowId xmlns:a16="http://schemas.microsoft.com/office/drawing/2014/main" val="4164783603"/>
                  </a:ext>
                </a:extLst>
              </a:tr>
              <a:tr h="208941">
                <a:tc>
                  <a:txBody>
                    <a:bodyPr/>
                    <a:lstStyle/>
                    <a:p>
                      <a:r>
                        <a:rPr lang="en-IN" sz="1000"/>
                        <a:t>19</a:t>
                      </a:r>
                    </a:p>
                  </a:txBody>
                  <a:tcPr/>
                </a:tc>
                <a:tc>
                  <a:txBody>
                    <a:bodyPr/>
                    <a:lstStyle/>
                    <a:p>
                      <a:r>
                        <a:rPr lang="en-IN" sz="1000"/>
                        <a:t>Accent recognition using i-vector, gaussian mean supervector and posterior probability supervector for spontaneous telephone speech</a:t>
                      </a:r>
                    </a:p>
                  </a:txBody>
                  <a:tcPr/>
                </a:tc>
                <a:tc>
                  <a:txBody>
                    <a:bodyPr/>
                    <a:lstStyle/>
                    <a:p>
                      <a:r>
                        <a:rPr lang="en-IN" sz="1000"/>
                        <a:t>M. H. Bahari, R. Saeidi, D. Van Leeuwen</a:t>
                      </a:r>
                    </a:p>
                  </a:txBody>
                  <a:tcPr/>
                </a:tc>
                <a:tc>
                  <a:txBody>
                    <a:bodyPr/>
                    <a:lstStyle/>
                    <a:p>
                      <a:r>
                        <a:rPr lang="en-IN" sz="1000"/>
                        <a:t>2013</a:t>
                      </a:r>
                    </a:p>
                  </a:txBody>
                  <a:tcPr/>
                </a:tc>
                <a:tc>
                  <a:txBody>
                    <a:bodyPr/>
                    <a:lstStyle/>
                    <a:p>
                      <a:r>
                        <a:rPr lang="en-IN" sz="1000"/>
                        <a:t>ICASSP, 2013, pp. 7344–7348</a:t>
                      </a:r>
                    </a:p>
                  </a:txBody>
                  <a:tcPr/>
                </a:tc>
                <a:tc>
                  <a:txBody>
                    <a:bodyPr/>
                    <a:lstStyle/>
                    <a:p>
                      <a:r>
                        <a:rPr lang="en-US" sz="1000"/>
                        <a:t>Outlines a method for identifying accents in casual telephone conversations using advanced statistical techniques like i-vector and Gaussian models.</a:t>
                      </a:r>
                    </a:p>
                    <a:p>
                      <a:endParaRPr lang="en-IN" sz="1000"/>
                    </a:p>
                  </a:txBody>
                  <a:tcPr/>
                </a:tc>
                <a:extLst>
                  <a:ext uri="{0D108BD9-81ED-4DB2-BD59-A6C34878D82A}">
                    <a16:rowId xmlns:a16="http://schemas.microsoft.com/office/drawing/2014/main" val="4261372129"/>
                  </a:ext>
                </a:extLst>
              </a:tr>
              <a:tr h="370840">
                <a:tc>
                  <a:txBody>
                    <a:bodyPr/>
                    <a:lstStyle/>
                    <a:p>
                      <a:r>
                        <a:rPr lang="en-IN" sz="1000"/>
                        <a:t>20</a:t>
                      </a:r>
                    </a:p>
                  </a:txBody>
                  <a:tcPr/>
                </a:tc>
                <a:tc>
                  <a:txBody>
                    <a:bodyPr/>
                    <a:lstStyle/>
                    <a:p>
                      <a:r>
                        <a:rPr lang="en-US" sz="1000"/>
                        <a:t>A Novel Approach for MFCC Feature Extraction</a:t>
                      </a:r>
                    </a:p>
                  </a:txBody>
                  <a:tcPr/>
                </a:tc>
                <a:tc>
                  <a:txBody>
                    <a:bodyPr/>
                    <a:lstStyle/>
                    <a:p>
                      <a:r>
                        <a:rPr lang="en-US" sz="1000"/>
                        <a:t>Md. Afzal Hossan, Sheeraz Memon, Mark A Gregory</a:t>
                      </a:r>
                      <a:endParaRPr lang="en-IN" sz="1000"/>
                    </a:p>
                  </a:txBody>
                  <a:tcPr/>
                </a:tc>
                <a:tc>
                  <a:txBody>
                    <a:bodyPr/>
                    <a:lstStyle/>
                    <a:p>
                      <a:r>
                        <a:rPr lang="en-IN" sz="1000"/>
                        <a:t>2011</a:t>
                      </a:r>
                    </a:p>
                  </a:txBody>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IN" sz="1000"/>
                        <a:t>Conference Paper, IEEE</a:t>
                      </a:r>
                    </a:p>
                  </a:txBody>
                  <a:tcPr/>
                </a:tc>
                <a:tc>
                  <a:txBody>
                    <a:bodyPr/>
                    <a:lstStyle/>
                    <a:p>
                      <a:r>
                        <a:rPr lang="en-US" sz="1000" b="0">
                          <a:solidFill>
                            <a:schemeClr val="dk1"/>
                          </a:solidFill>
                          <a:effectLst/>
                        </a:rPr>
                        <a:t>This paper explains the effectiveness of MFCC in speech processing and detailed process to find out the MFCC</a:t>
                      </a:r>
                      <a:endParaRPr lang="en-IN" sz="1000"/>
                    </a:p>
                  </a:txBody>
                  <a:tcPr/>
                </a:tc>
                <a:extLst>
                  <a:ext uri="{0D108BD9-81ED-4DB2-BD59-A6C34878D82A}">
                    <a16:rowId xmlns:a16="http://schemas.microsoft.com/office/drawing/2014/main" val="2318495692"/>
                  </a:ext>
                </a:extLst>
              </a:tr>
              <a:tr h="370840">
                <a:tc>
                  <a:txBody>
                    <a:bodyPr/>
                    <a:lstStyle/>
                    <a:p>
                      <a:r>
                        <a:rPr lang="en-IN" sz="1000"/>
                        <a:t>21</a:t>
                      </a:r>
                    </a:p>
                  </a:txBody>
                  <a:tcPr/>
                </a:tc>
                <a:tc>
                  <a:txBody>
                    <a:bodyPr/>
                    <a:lstStyle/>
                    <a:p>
                      <a:pPr algn="l"/>
                      <a:r>
                        <a:rPr lang="en-US" sz="1000"/>
                        <a:t>Phonotactic language identification using high quality phoneme recognition</a:t>
                      </a:r>
                    </a:p>
                  </a:txBody>
                  <a:tcPr/>
                </a:tc>
                <a:tc>
                  <a:txBody>
                    <a:bodyPr/>
                    <a:lstStyle/>
                    <a:p>
                      <a:pPr algn="l"/>
                      <a:r>
                        <a:rPr lang="en-US" sz="1000" b="0"/>
                        <a:t>P. Matejka, P. Schwarz, J. Cernocky, and P. Chytil</a:t>
                      </a:r>
                      <a:endParaRPr lang="en-IN" sz="1000" b="0"/>
                    </a:p>
                  </a:txBody>
                  <a:tcPr/>
                </a:tc>
                <a:tc>
                  <a:txBody>
                    <a:bodyPr/>
                    <a:lstStyle/>
                    <a:p>
                      <a:pPr marL="0" indent="0" algn="l">
                        <a:buFont typeface="Wingdings" panose="05000000000000000000" pitchFamily="2" charset="2"/>
                        <a:buNone/>
                      </a:pPr>
                      <a:r>
                        <a:rPr lang="en-US" sz="1000" b="0">
                          <a:solidFill>
                            <a:schemeClr val="dk1"/>
                          </a:solidFill>
                          <a:effectLst/>
                        </a:rPr>
                        <a:t>2005</a:t>
                      </a:r>
                      <a:endParaRPr lang="en-IN" sz="1000"/>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IN" sz="1000"/>
                        <a:t>INTERSPEECH, 2005, pp. 2237–2240.</a:t>
                      </a:r>
                    </a:p>
                  </a:txBody>
                  <a:tcPr/>
                </a:tc>
                <a:tc>
                  <a:txBody>
                    <a:bodyPr/>
                    <a:lstStyle/>
                    <a:p>
                      <a:pPr marL="0" indent="0" algn="l">
                        <a:buFont typeface="Wingdings" panose="05000000000000000000" pitchFamily="2" charset="2"/>
                        <a:buNone/>
                      </a:pPr>
                      <a:r>
                        <a:rPr lang="en-US" sz="1000" b="0">
                          <a:solidFill>
                            <a:schemeClr val="dk1"/>
                          </a:solidFill>
                          <a:effectLst/>
                        </a:rPr>
                        <a:t>Asks for sufficient amount of training data to train the model well. </a:t>
                      </a:r>
                    </a:p>
                    <a:p>
                      <a:pPr marL="0" indent="0" algn="l">
                        <a:buFont typeface="Wingdings" panose="05000000000000000000" pitchFamily="2" charset="2"/>
                        <a:buNone/>
                      </a:pPr>
                      <a:r>
                        <a:rPr lang="en-US" sz="1000" b="0">
                          <a:solidFill>
                            <a:schemeClr val="dk1"/>
                          </a:solidFill>
                          <a:effectLst/>
                        </a:rPr>
                        <a:t>Effectiveness of phoneme recognizer followed by language modelling (PRLM) for language identification task</a:t>
                      </a:r>
                    </a:p>
                  </a:txBody>
                  <a:tcPr/>
                </a:tc>
                <a:extLst>
                  <a:ext uri="{0D108BD9-81ED-4DB2-BD59-A6C34878D82A}">
                    <a16:rowId xmlns:a16="http://schemas.microsoft.com/office/drawing/2014/main" val="3127461153"/>
                  </a:ext>
                </a:extLst>
              </a:tr>
              <a:tr h="370840">
                <a:tc>
                  <a:txBody>
                    <a:bodyPr/>
                    <a:lstStyle/>
                    <a:p>
                      <a:r>
                        <a:rPr lang="en-IN" sz="1000"/>
                        <a:t>22</a:t>
                      </a:r>
                    </a:p>
                  </a:txBody>
                  <a:tcPr/>
                </a:tc>
                <a:tc>
                  <a:txBody>
                    <a:bodyPr/>
                    <a:lstStyle/>
                    <a:p>
                      <a:r>
                        <a:rPr lang="en-IN" sz="1000"/>
                        <a:t>Pronunciation variation modelling using accent features</a:t>
                      </a:r>
                    </a:p>
                  </a:txBody>
                  <a:tcPr/>
                </a:tc>
                <a:tc>
                  <a:txBody>
                    <a:bodyPr/>
                    <a:lstStyle/>
                    <a:p>
                      <a:r>
                        <a:rPr lang="en-IN" sz="1000" b="0"/>
                        <a:t>M. Tjalve and M. Huckvale</a:t>
                      </a:r>
                    </a:p>
                  </a:txBody>
                  <a:tcPr/>
                </a:tc>
                <a:tc>
                  <a:txBody>
                    <a:bodyPr/>
                    <a:lstStyle/>
                    <a:p>
                      <a:r>
                        <a:rPr lang="en-IN" sz="1000"/>
                        <a:t>2005</a:t>
                      </a:r>
                    </a:p>
                  </a:txBody>
                  <a:tcPr/>
                </a:tc>
                <a:tc>
                  <a:txBody>
                    <a:bodyPr/>
                    <a:lstStyle/>
                    <a:p>
                      <a:r>
                        <a:rPr lang="en-IN" sz="1000"/>
                        <a:t>EuroSpeech, 2005, pp. 1341–1344</a:t>
                      </a:r>
                    </a:p>
                  </a:txBody>
                  <a:tcPr/>
                </a:tc>
                <a:tc>
                  <a:txBody>
                    <a:bodyPr/>
                    <a:lstStyle/>
                    <a:p>
                      <a:r>
                        <a:rPr lang="en-US" sz="1000" b="0">
                          <a:solidFill>
                            <a:schemeClr val="tx1"/>
                          </a:solidFill>
                          <a:effectLst/>
                        </a:rPr>
                        <a:t>The experiments reported show that a combination of accent feature identification and pronunciation dictionary adaptation can significantly improve recognition performance.</a:t>
                      </a:r>
                      <a:endParaRPr lang="en-US" sz="1000" b="0" i="0">
                        <a:solidFill>
                          <a:schemeClr val="tx1"/>
                        </a:solidFill>
                        <a:effectLst/>
                        <a:latin typeface="+mn-lt"/>
                        <a:ea typeface="+mn-ea"/>
                        <a:cs typeface="+mn-cs"/>
                      </a:endParaRPr>
                    </a:p>
                  </a:txBody>
                  <a:tcPr/>
                </a:tc>
                <a:extLst>
                  <a:ext uri="{0D108BD9-81ED-4DB2-BD59-A6C34878D82A}">
                    <a16:rowId xmlns:a16="http://schemas.microsoft.com/office/drawing/2014/main" val="3333194869"/>
                  </a:ext>
                </a:extLst>
              </a:tr>
              <a:tr h="370840">
                <a:tc>
                  <a:txBody>
                    <a:bodyPr/>
                    <a:lstStyle/>
                    <a:p>
                      <a:r>
                        <a:rPr lang="en-IN" sz="1000"/>
                        <a:t>23</a:t>
                      </a:r>
                    </a:p>
                  </a:txBody>
                  <a:tcPr/>
                </a:tc>
                <a:tc>
                  <a:txBody>
                    <a:bodyPr/>
                    <a:lstStyle/>
                    <a:p>
                      <a:r>
                        <a:rPr lang="en-IN" sz="1000" b="0"/>
                        <a:t>Temporal patterns (traps) in ASR of noisy speech</a:t>
                      </a:r>
                    </a:p>
                  </a:txBody>
                  <a:tcPr/>
                </a:tc>
                <a:tc>
                  <a:txBody>
                    <a:bodyPr/>
                    <a:lstStyle/>
                    <a:p>
                      <a:r>
                        <a:rPr lang="en-IN" sz="1000" b="0"/>
                        <a:t>H. Hermansky and S. Sharma</a:t>
                      </a:r>
                    </a:p>
                  </a:txBody>
                  <a:tcPr/>
                </a:tc>
                <a:tc>
                  <a:txBody>
                    <a:bodyPr/>
                    <a:lstStyle/>
                    <a:p>
                      <a:r>
                        <a:rPr lang="en-IN" sz="1000" b="0"/>
                        <a:t>1999</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000" b="0"/>
                        <a:t>ICASSP, Phoenix, Arizona, Mar. 1999</a:t>
                      </a:r>
                    </a:p>
                  </a:txBody>
                  <a:tcPr/>
                </a:tc>
                <a:tc>
                  <a:txBody>
                    <a:bodyPr/>
                    <a:lstStyle/>
                    <a:p>
                      <a:r>
                        <a:rPr lang="en-IN" sz="1000" b="0"/>
                        <a:t>Discusses the pattens of noisy speech to detect it clearly in automatic speech recognition system</a:t>
                      </a:r>
                    </a:p>
                  </a:txBody>
                  <a:tcPr/>
                </a:tc>
                <a:extLst>
                  <a:ext uri="{0D108BD9-81ED-4DB2-BD59-A6C34878D82A}">
                    <a16:rowId xmlns:a16="http://schemas.microsoft.com/office/drawing/2014/main" val="4166602434"/>
                  </a:ext>
                </a:extLst>
              </a:tr>
              <a:tr h="370840">
                <a:tc>
                  <a:txBody>
                    <a:bodyPr/>
                    <a:lstStyle/>
                    <a:p>
                      <a:r>
                        <a:rPr lang="en-IN" sz="1000"/>
                        <a:t>24</a:t>
                      </a:r>
                    </a:p>
                  </a:txBody>
                  <a:tcPr/>
                </a:tc>
                <a:tc>
                  <a:txBody>
                    <a:bodyPr/>
                    <a:lstStyle/>
                    <a:p>
                      <a:r>
                        <a:rPr lang="en-IN" sz="1000"/>
                        <a:t>Automatic dialect identification of extemporaneous conversatational, Latin American Spanish speech</a:t>
                      </a:r>
                    </a:p>
                  </a:txBody>
                  <a:tcPr/>
                </a:tc>
                <a:tc>
                  <a:txBody>
                    <a:bodyPr/>
                    <a:lstStyle/>
                    <a:p>
                      <a:r>
                        <a:rPr lang="en-IN" sz="1000"/>
                        <a:t>M. A. Zissman, T. P. Gleason, D. Rekart, and B. L. Losiewicz</a:t>
                      </a:r>
                    </a:p>
                  </a:txBody>
                  <a:tcPr/>
                </a:tc>
                <a:tc>
                  <a:txBody>
                    <a:bodyPr/>
                    <a:lstStyle/>
                    <a:p>
                      <a:r>
                        <a:rPr lang="en-IN" sz="1000"/>
                        <a:t>1996</a:t>
                      </a:r>
                    </a:p>
                  </a:txBody>
                  <a:tcPr/>
                </a:tc>
                <a:tc>
                  <a:txBody>
                    <a:bodyPr/>
                    <a:lstStyle/>
                    <a:p>
                      <a:r>
                        <a:rPr lang="en-IN" sz="1000"/>
                        <a:t>ICASSP, vol. 2. IEEE, 1996, pp. 777–780</a:t>
                      </a:r>
                    </a:p>
                  </a:txBody>
                  <a:tcPr/>
                </a:tc>
                <a:tc>
                  <a:txBody>
                    <a:bodyPr/>
                    <a:lstStyle/>
                    <a:p>
                      <a:r>
                        <a:rPr lang="en-US" sz="1000" b="0">
                          <a:solidFill>
                            <a:schemeClr val="dk1"/>
                          </a:solidFill>
                          <a:effectLst/>
                        </a:rPr>
                        <a:t>Automatically recognizes the specific regional variations or dialects within informal, spontaneous conversations spoken in Latin American Spanish.</a:t>
                      </a:r>
                      <a:endParaRPr lang="en-IN" sz="1000"/>
                    </a:p>
                  </a:txBody>
                  <a:tcPr/>
                </a:tc>
                <a:extLst>
                  <a:ext uri="{0D108BD9-81ED-4DB2-BD59-A6C34878D82A}">
                    <a16:rowId xmlns:a16="http://schemas.microsoft.com/office/drawing/2014/main" val="1906428068"/>
                  </a:ext>
                </a:extLst>
              </a:tr>
              <a:tr h="370840">
                <a:tc>
                  <a:txBody>
                    <a:bodyPr/>
                    <a:lstStyle/>
                    <a:p>
                      <a:r>
                        <a:rPr lang="en-IN" sz="1000"/>
                        <a:t>25</a:t>
                      </a:r>
                    </a:p>
                  </a:txBody>
                  <a:tcPr/>
                </a:tc>
                <a:tc>
                  <a:txBody>
                    <a:bodyPr/>
                    <a:lstStyle/>
                    <a:p>
                      <a:r>
                        <a:rPr lang="en-IN" sz="1000" b="0"/>
                        <a:t>Automatic language identification of telephone speech messages using phoneme recognition and n-gram modeling</a:t>
                      </a:r>
                    </a:p>
                  </a:txBody>
                  <a:tcPr/>
                </a:tc>
                <a:tc>
                  <a:txBody>
                    <a:bodyPr/>
                    <a:lstStyle/>
                    <a:p>
                      <a:r>
                        <a:rPr lang="en-IN" sz="1000" b="0"/>
                        <a:t>M.A. Zissman, E. Singer</a:t>
                      </a:r>
                    </a:p>
                  </a:txBody>
                  <a:tcPr/>
                </a:tc>
                <a:tc>
                  <a:txBody>
                    <a:bodyPr/>
                    <a:lstStyle/>
                    <a:p>
                      <a:r>
                        <a:rPr lang="en-IN" sz="1000" b="0"/>
                        <a:t>1994</a:t>
                      </a:r>
                    </a:p>
                  </a:txBody>
                  <a:tcPr/>
                </a:tc>
                <a:tc>
                  <a:txBody>
                    <a:bodyPr/>
                    <a:lstStyle/>
                    <a:p>
                      <a:r>
                        <a:rPr lang="en-IN" sz="1000" b="0"/>
                        <a:t>ICASSP-1994</a:t>
                      </a:r>
                    </a:p>
                  </a:txBody>
                  <a:tcPr/>
                </a:tc>
                <a:tc>
                  <a:txBody>
                    <a:bodyPr/>
                    <a:lstStyle/>
                    <a:p>
                      <a:r>
                        <a:rPr lang="en-US" sz="1000" b="0">
                          <a:solidFill>
                            <a:schemeClr val="tx1"/>
                          </a:solidFill>
                          <a:effectLst/>
                        </a:rPr>
                        <a:t>Compares the performance of four approaches to automatic language ID of telephone speech messages: Gaussian mixture model (GMM) classification, single-language phone recognition followed by language modeling (PRLM), parallel PRLM, and parallel phone recognition (PPR)</a:t>
                      </a:r>
                      <a:endParaRPr lang="en-IN" sz="1000"/>
                    </a:p>
                  </a:txBody>
                  <a:tcPr/>
                </a:tc>
                <a:extLst>
                  <a:ext uri="{0D108BD9-81ED-4DB2-BD59-A6C34878D82A}">
                    <a16:rowId xmlns:a16="http://schemas.microsoft.com/office/drawing/2014/main" val="4294293010"/>
                  </a:ext>
                </a:extLst>
              </a:tr>
            </a:tbl>
          </a:graphicData>
        </a:graphic>
      </p:graphicFrame>
    </p:spTree>
    <p:extLst>
      <p:ext uri="{BB962C8B-B14F-4D97-AF65-F5344CB8AC3E}">
        <p14:creationId xmlns:p14="http://schemas.microsoft.com/office/powerpoint/2010/main" val="363264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14112ED2-2E6C-D76A-7E45-B58813EE401D}"/>
              </a:ext>
            </a:extLst>
          </p:cNvPr>
          <p:cNvSpPr/>
          <p:nvPr/>
        </p:nvSpPr>
        <p:spPr>
          <a:xfrm>
            <a:off x="3275856" y="446658"/>
            <a:ext cx="3384376" cy="504056"/>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nchor="ctr"/>
          <a:lstStyle/>
          <a:p>
            <a:pPr algn="ctr"/>
            <a:r>
              <a:rPr lang="en-IN" sz="2800"/>
              <a:t>    4. Speech Corpora</a:t>
            </a:r>
            <a:endParaRPr sz="2800"/>
          </a:p>
        </p:txBody>
      </p:sp>
      <p:sp>
        <p:nvSpPr>
          <p:cNvPr id="5" name="TextBox 4">
            <a:extLst>
              <a:ext uri="{FF2B5EF4-FFF2-40B4-BE49-F238E27FC236}">
                <a16:creationId xmlns:a16="http://schemas.microsoft.com/office/drawing/2014/main" id="{D856D85F-9886-16CC-9274-F6D52652CB99}"/>
              </a:ext>
            </a:extLst>
          </p:cNvPr>
          <p:cNvSpPr txBox="1"/>
          <p:nvPr/>
        </p:nvSpPr>
        <p:spPr>
          <a:xfrm>
            <a:off x="827584" y="1199800"/>
            <a:ext cx="7848872" cy="830997"/>
          </a:xfrm>
          <a:prstGeom prst="rect">
            <a:avLst/>
          </a:prstGeom>
          <a:noFill/>
        </p:spPr>
        <p:txBody>
          <a:bodyPr wrap="square" rtlCol="0">
            <a:spAutoFit/>
          </a:bodyPr>
          <a:lstStyle/>
          <a:p>
            <a:pPr algn="just"/>
            <a:r>
              <a:rPr lang="en-US" sz="1600"/>
              <a:t>The Multi-Genre Broadcast dataset (MGB-3) contains five Arabic dialects: Egyptian (EGY), Gulf (GLF), Levantine (LAV), Modern Standard Arabic (MSA), and North African (NOR). The training, test, and validation data for each dialect is distributed as follows:</a:t>
            </a:r>
            <a:endParaRPr lang="en-IN" sz="1600"/>
          </a:p>
        </p:txBody>
      </p:sp>
      <p:graphicFrame>
        <p:nvGraphicFramePr>
          <p:cNvPr id="8" name="Table 7">
            <a:extLst>
              <a:ext uri="{FF2B5EF4-FFF2-40B4-BE49-F238E27FC236}">
                <a16:creationId xmlns:a16="http://schemas.microsoft.com/office/drawing/2014/main" id="{8A8C8E02-9385-A124-49A8-A53F6234F8A3}"/>
              </a:ext>
            </a:extLst>
          </p:cNvPr>
          <p:cNvGraphicFramePr>
            <a:graphicFrameLocks noGrp="1"/>
          </p:cNvGraphicFramePr>
          <p:nvPr>
            <p:extLst>
              <p:ext uri="{D42A27DB-BD31-4B8C-83A1-F6EECF244321}">
                <p14:modId xmlns:p14="http://schemas.microsoft.com/office/powerpoint/2010/main" val="3117835583"/>
              </p:ext>
            </p:extLst>
          </p:nvPr>
        </p:nvGraphicFramePr>
        <p:xfrm>
          <a:off x="2051720" y="2243354"/>
          <a:ext cx="6048672" cy="2224204"/>
        </p:xfrm>
        <a:graphic>
          <a:graphicData uri="http://schemas.openxmlformats.org/drawingml/2006/table">
            <a:tbl>
              <a:tblPr>
                <a:tableStyleId>{C4B1156A-380E-4F78-BDF5-A606A8083BF9}</a:tableStyleId>
              </a:tblPr>
              <a:tblGrid>
                <a:gridCol w="1632912">
                  <a:extLst>
                    <a:ext uri="{9D8B030D-6E8A-4147-A177-3AD203B41FA5}">
                      <a16:colId xmlns:a16="http://schemas.microsoft.com/office/drawing/2014/main" val="1776396489"/>
                    </a:ext>
                  </a:extLst>
                </a:gridCol>
                <a:gridCol w="1103940">
                  <a:extLst>
                    <a:ext uri="{9D8B030D-6E8A-4147-A177-3AD203B41FA5}">
                      <a16:colId xmlns:a16="http://schemas.microsoft.com/office/drawing/2014/main" val="2587923847"/>
                    </a:ext>
                  </a:extLst>
                </a:gridCol>
                <a:gridCol w="1295596">
                  <a:extLst>
                    <a:ext uri="{9D8B030D-6E8A-4147-A177-3AD203B41FA5}">
                      <a16:colId xmlns:a16="http://schemas.microsoft.com/office/drawing/2014/main" val="4114416844"/>
                    </a:ext>
                  </a:extLst>
                </a:gridCol>
                <a:gridCol w="912284">
                  <a:extLst>
                    <a:ext uri="{9D8B030D-6E8A-4147-A177-3AD203B41FA5}">
                      <a16:colId xmlns:a16="http://schemas.microsoft.com/office/drawing/2014/main" val="2500577736"/>
                    </a:ext>
                  </a:extLst>
                </a:gridCol>
                <a:gridCol w="1103940">
                  <a:extLst>
                    <a:ext uri="{9D8B030D-6E8A-4147-A177-3AD203B41FA5}">
                      <a16:colId xmlns:a16="http://schemas.microsoft.com/office/drawing/2014/main" val="3199192405"/>
                    </a:ext>
                  </a:extLst>
                </a:gridCol>
              </a:tblGrid>
              <a:tr h="372430">
                <a:tc>
                  <a:txBody>
                    <a:bodyPr/>
                    <a:lstStyle/>
                    <a:p>
                      <a:pPr algn="ctr" fontAlgn="b"/>
                      <a:r>
                        <a:rPr lang="en-IN" sz="1400" b="1" u="none" strike="noStrike">
                          <a:ln>
                            <a:solidFill>
                              <a:schemeClr val="accent4">
                                <a:lumMod val="75000"/>
                              </a:schemeClr>
                            </a:solidFill>
                          </a:ln>
                          <a:solidFill>
                            <a:schemeClr val="tx1">
                              <a:lumMod val="95000"/>
                              <a:lumOff val="5000"/>
                            </a:schemeClr>
                          </a:solidFill>
                          <a:effectLst/>
                        </a:rPr>
                        <a:t>Dialect</a:t>
                      </a:r>
                      <a:endParaRPr lang="en-IN" sz="1400" b="1" i="0" u="none" strike="noStrike">
                        <a:ln>
                          <a:solidFill>
                            <a:schemeClr val="accent4">
                              <a:lumMod val="75000"/>
                            </a:schemeClr>
                          </a:solidFill>
                        </a:ln>
                        <a:solidFill>
                          <a:schemeClr val="tx1">
                            <a:lumMod val="95000"/>
                            <a:lumOff val="5000"/>
                          </a:schemeClr>
                        </a:solidFill>
                        <a:effectLst/>
                        <a:latin typeface="+mj-lt"/>
                      </a:endParaRPr>
                    </a:p>
                  </a:txBody>
                  <a:tcPr marL="7620" marR="7620" marT="7620" marB="0" anchor="ctr">
                    <a:solidFill>
                      <a:schemeClr val="accent4">
                        <a:lumMod val="40000"/>
                        <a:lumOff val="60000"/>
                      </a:schemeClr>
                    </a:solidFill>
                  </a:tcPr>
                </a:tc>
                <a:tc>
                  <a:txBody>
                    <a:bodyPr/>
                    <a:lstStyle/>
                    <a:p>
                      <a:pPr algn="ctr" fontAlgn="b"/>
                      <a:r>
                        <a:rPr lang="en-IN" sz="1400" b="1" u="none" strike="noStrike">
                          <a:ln>
                            <a:solidFill>
                              <a:schemeClr val="accent4">
                                <a:lumMod val="75000"/>
                              </a:schemeClr>
                            </a:solidFill>
                          </a:ln>
                          <a:solidFill>
                            <a:schemeClr val="tx1">
                              <a:lumMod val="95000"/>
                              <a:lumOff val="5000"/>
                            </a:schemeClr>
                          </a:solidFill>
                          <a:effectLst/>
                        </a:rPr>
                        <a:t>Training Data</a:t>
                      </a:r>
                      <a:endParaRPr lang="en-IN" sz="1400" b="1" i="0" u="none" strike="noStrike">
                        <a:ln>
                          <a:solidFill>
                            <a:schemeClr val="accent4">
                              <a:lumMod val="75000"/>
                            </a:schemeClr>
                          </a:solidFill>
                        </a:ln>
                        <a:solidFill>
                          <a:schemeClr val="tx1">
                            <a:lumMod val="95000"/>
                            <a:lumOff val="5000"/>
                          </a:schemeClr>
                        </a:solidFill>
                        <a:effectLst/>
                        <a:latin typeface="+mj-lt"/>
                      </a:endParaRPr>
                    </a:p>
                  </a:txBody>
                  <a:tcPr marL="7620" marR="7620" marT="7620" marB="0" anchor="ctr">
                    <a:solidFill>
                      <a:schemeClr val="accent4">
                        <a:lumMod val="40000"/>
                        <a:lumOff val="60000"/>
                      </a:schemeClr>
                    </a:solidFill>
                  </a:tcPr>
                </a:tc>
                <a:tc>
                  <a:txBody>
                    <a:bodyPr/>
                    <a:lstStyle/>
                    <a:p>
                      <a:pPr algn="ctr" fontAlgn="b"/>
                      <a:r>
                        <a:rPr lang="en-IN" sz="1400" b="1" u="none" strike="noStrike">
                          <a:ln>
                            <a:solidFill>
                              <a:schemeClr val="accent4">
                                <a:lumMod val="75000"/>
                              </a:schemeClr>
                            </a:solidFill>
                          </a:ln>
                          <a:solidFill>
                            <a:schemeClr val="tx1">
                              <a:lumMod val="95000"/>
                              <a:lumOff val="5000"/>
                            </a:schemeClr>
                          </a:solidFill>
                          <a:effectLst/>
                        </a:rPr>
                        <a:t>Validation Data</a:t>
                      </a:r>
                      <a:endParaRPr lang="en-IN" sz="1400" b="1" i="0" u="none" strike="noStrike">
                        <a:ln>
                          <a:solidFill>
                            <a:schemeClr val="accent4">
                              <a:lumMod val="75000"/>
                            </a:schemeClr>
                          </a:solidFill>
                        </a:ln>
                        <a:solidFill>
                          <a:schemeClr val="tx1">
                            <a:lumMod val="95000"/>
                            <a:lumOff val="5000"/>
                          </a:schemeClr>
                        </a:solidFill>
                        <a:effectLst/>
                        <a:latin typeface="+mj-lt"/>
                      </a:endParaRPr>
                    </a:p>
                  </a:txBody>
                  <a:tcPr marL="7620" marR="7620" marT="7620" marB="0" anchor="ctr">
                    <a:solidFill>
                      <a:schemeClr val="accent4">
                        <a:lumMod val="40000"/>
                        <a:lumOff val="60000"/>
                      </a:schemeClr>
                    </a:solidFill>
                  </a:tcPr>
                </a:tc>
                <a:tc>
                  <a:txBody>
                    <a:bodyPr/>
                    <a:lstStyle/>
                    <a:p>
                      <a:pPr algn="ctr" fontAlgn="b"/>
                      <a:r>
                        <a:rPr lang="en-IN" sz="1400" b="1" u="none" strike="noStrike">
                          <a:ln>
                            <a:solidFill>
                              <a:schemeClr val="accent4">
                                <a:lumMod val="75000"/>
                              </a:schemeClr>
                            </a:solidFill>
                          </a:ln>
                          <a:solidFill>
                            <a:schemeClr val="tx1">
                              <a:lumMod val="95000"/>
                              <a:lumOff val="5000"/>
                            </a:schemeClr>
                          </a:solidFill>
                          <a:effectLst/>
                        </a:rPr>
                        <a:t>Test Data</a:t>
                      </a:r>
                      <a:endParaRPr lang="en-IN" sz="1400" b="1" i="0" u="none" strike="noStrike">
                        <a:ln>
                          <a:solidFill>
                            <a:schemeClr val="accent4">
                              <a:lumMod val="75000"/>
                            </a:schemeClr>
                          </a:solidFill>
                        </a:ln>
                        <a:solidFill>
                          <a:schemeClr val="tx1">
                            <a:lumMod val="95000"/>
                            <a:lumOff val="5000"/>
                          </a:schemeClr>
                        </a:solidFill>
                        <a:effectLst/>
                        <a:latin typeface="+mj-lt"/>
                      </a:endParaRPr>
                    </a:p>
                  </a:txBody>
                  <a:tcPr marL="7620" marR="7620" marT="7620" marB="0" anchor="ctr">
                    <a:solidFill>
                      <a:schemeClr val="accent4">
                        <a:lumMod val="40000"/>
                        <a:lumOff val="60000"/>
                      </a:schemeClr>
                    </a:solidFill>
                  </a:tcPr>
                </a:tc>
                <a:tc>
                  <a:txBody>
                    <a:bodyPr/>
                    <a:lstStyle/>
                    <a:p>
                      <a:pPr algn="ctr" fontAlgn="b"/>
                      <a:r>
                        <a:rPr lang="en-IN" sz="1600" b="1" u="none" strike="noStrike">
                          <a:ln>
                            <a:solidFill>
                              <a:schemeClr val="accent4">
                                <a:lumMod val="75000"/>
                              </a:schemeClr>
                            </a:solidFill>
                          </a:ln>
                          <a:solidFill>
                            <a:schemeClr val="tx1">
                              <a:lumMod val="95000"/>
                              <a:lumOff val="5000"/>
                            </a:schemeClr>
                          </a:solidFill>
                          <a:effectLst/>
                        </a:rPr>
                        <a:t>Total</a:t>
                      </a:r>
                      <a:endParaRPr lang="en-IN" sz="1600" b="1" i="0" u="none" strike="noStrike">
                        <a:ln>
                          <a:solidFill>
                            <a:schemeClr val="accent4">
                              <a:lumMod val="75000"/>
                            </a:schemeClr>
                          </a:solidFill>
                        </a:ln>
                        <a:solidFill>
                          <a:schemeClr val="tx1">
                            <a:lumMod val="95000"/>
                            <a:lumOff val="5000"/>
                          </a:schemeClr>
                        </a:solidFill>
                        <a:effectLst/>
                        <a:latin typeface="+mj-lt"/>
                      </a:endParaRPr>
                    </a:p>
                  </a:txBody>
                  <a:tcPr marL="7620" marR="7620" marT="7620" marB="0" anchor="ctr">
                    <a:solidFill>
                      <a:schemeClr val="accent4">
                        <a:lumMod val="40000"/>
                        <a:lumOff val="60000"/>
                      </a:schemeClr>
                    </a:solidFill>
                  </a:tcPr>
                </a:tc>
                <a:extLst>
                  <a:ext uri="{0D108BD9-81ED-4DB2-BD59-A6C34878D82A}">
                    <a16:rowId xmlns:a16="http://schemas.microsoft.com/office/drawing/2014/main" val="3617211087"/>
                  </a:ext>
                </a:extLst>
              </a:tr>
              <a:tr h="308629">
                <a:tc>
                  <a:txBody>
                    <a:bodyPr/>
                    <a:lstStyle/>
                    <a:p>
                      <a:pPr algn="ctr" fontAlgn="b"/>
                      <a:r>
                        <a:rPr lang="en-IN" sz="1400" b="1" u="none" strike="noStrike">
                          <a:ln>
                            <a:solidFill>
                              <a:schemeClr val="accent4">
                                <a:lumMod val="75000"/>
                              </a:schemeClr>
                            </a:solidFill>
                          </a:ln>
                          <a:solidFill>
                            <a:schemeClr val="tx1">
                              <a:lumMod val="95000"/>
                              <a:lumOff val="5000"/>
                            </a:schemeClr>
                          </a:solidFill>
                          <a:effectLst/>
                        </a:rPr>
                        <a:t>Egyptian</a:t>
                      </a:r>
                      <a:endParaRPr lang="en-IN" sz="1400" b="1" i="0" u="none" strike="noStrike">
                        <a:ln>
                          <a:solidFill>
                            <a:schemeClr val="accent4">
                              <a:lumMod val="75000"/>
                            </a:schemeClr>
                          </a:solidFill>
                        </a:ln>
                        <a:solidFill>
                          <a:schemeClr val="tx1">
                            <a:lumMod val="95000"/>
                            <a:lumOff val="5000"/>
                          </a:schemeClr>
                        </a:solidFill>
                        <a:effectLst/>
                        <a:latin typeface="+mj-lt"/>
                      </a:endParaRPr>
                    </a:p>
                  </a:txBody>
                  <a:tcPr marL="7620" marR="7620" marT="7620" marB="0" anchor="ctr">
                    <a:solidFill>
                      <a:schemeClr val="accent4">
                        <a:lumMod val="40000"/>
                        <a:lumOff val="60000"/>
                      </a:schemeClr>
                    </a:solidFill>
                  </a:tcPr>
                </a:tc>
                <a:tc>
                  <a:txBody>
                    <a:bodyPr/>
                    <a:lstStyle/>
                    <a:p>
                      <a:pPr algn="ctr" fontAlgn="b"/>
                      <a:r>
                        <a:rPr lang="en-IN" sz="1200" u="none" strike="noStrike">
                          <a:effectLst/>
                        </a:rPr>
                        <a:t>3177</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315</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302</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3794</a:t>
                      </a:r>
                      <a:endParaRPr lang="en-IN" sz="12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92562991"/>
                  </a:ext>
                </a:extLst>
              </a:tr>
              <a:tr h="308629">
                <a:tc>
                  <a:txBody>
                    <a:bodyPr/>
                    <a:lstStyle/>
                    <a:p>
                      <a:pPr algn="ctr" fontAlgn="b"/>
                      <a:r>
                        <a:rPr lang="en-IN" sz="1400" b="1" u="none" strike="noStrike">
                          <a:ln>
                            <a:solidFill>
                              <a:schemeClr val="accent4">
                                <a:lumMod val="75000"/>
                              </a:schemeClr>
                            </a:solidFill>
                          </a:ln>
                          <a:solidFill>
                            <a:schemeClr val="tx1">
                              <a:lumMod val="95000"/>
                              <a:lumOff val="5000"/>
                            </a:schemeClr>
                          </a:solidFill>
                          <a:effectLst/>
                        </a:rPr>
                        <a:t>Gulf</a:t>
                      </a:r>
                      <a:endParaRPr lang="en-IN" sz="1400" b="1" i="0" u="none" strike="noStrike">
                        <a:ln>
                          <a:solidFill>
                            <a:schemeClr val="accent4">
                              <a:lumMod val="75000"/>
                            </a:schemeClr>
                          </a:solidFill>
                        </a:ln>
                        <a:solidFill>
                          <a:schemeClr val="tx1">
                            <a:lumMod val="95000"/>
                            <a:lumOff val="5000"/>
                          </a:schemeClr>
                        </a:solidFill>
                        <a:effectLst/>
                        <a:latin typeface="+mj-lt"/>
                      </a:endParaRPr>
                    </a:p>
                  </a:txBody>
                  <a:tcPr marL="7620" marR="7620" marT="7620" marB="0" anchor="ctr">
                    <a:solidFill>
                      <a:schemeClr val="accent4">
                        <a:lumMod val="40000"/>
                        <a:lumOff val="60000"/>
                      </a:schemeClr>
                    </a:solidFill>
                  </a:tcPr>
                </a:tc>
                <a:tc>
                  <a:txBody>
                    <a:bodyPr/>
                    <a:lstStyle/>
                    <a:p>
                      <a:pPr algn="ctr" fontAlgn="b"/>
                      <a:r>
                        <a:rPr lang="en-IN" sz="1200" u="none" strike="noStrike">
                          <a:effectLst/>
                        </a:rPr>
                        <a:t>2873</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265</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250</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3388</a:t>
                      </a:r>
                      <a:endParaRPr lang="en-IN" sz="12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54538974"/>
                  </a:ext>
                </a:extLst>
              </a:tr>
              <a:tr h="308629">
                <a:tc>
                  <a:txBody>
                    <a:bodyPr/>
                    <a:lstStyle/>
                    <a:p>
                      <a:pPr algn="ctr" fontAlgn="b"/>
                      <a:r>
                        <a:rPr lang="en-IN" sz="1400" b="1" u="none" strike="noStrike">
                          <a:ln>
                            <a:solidFill>
                              <a:schemeClr val="accent4">
                                <a:lumMod val="75000"/>
                              </a:schemeClr>
                            </a:solidFill>
                          </a:ln>
                          <a:solidFill>
                            <a:schemeClr val="tx1">
                              <a:lumMod val="95000"/>
                              <a:lumOff val="5000"/>
                            </a:schemeClr>
                          </a:solidFill>
                          <a:effectLst/>
                        </a:rPr>
                        <a:t>Levantine</a:t>
                      </a:r>
                      <a:endParaRPr lang="en-IN" sz="1400" b="1" i="0" u="none" strike="noStrike">
                        <a:ln>
                          <a:solidFill>
                            <a:schemeClr val="accent4">
                              <a:lumMod val="75000"/>
                            </a:schemeClr>
                          </a:solidFill>
                        </a:ln>
                        <a:solidFill>
                          <a:schemeClr val="tx1">
                            <a:lumMod val="95000"/>
                            <a:lumOff val="5000"/>
                          </a:schemeClr>
                        </a:solidFill>
                        <a:effectLst/>
                        <a:latin typeface="+mj-lt"/>
                      </a:endParaRPr>
                    </a:p>
                  </a:txBody>
                  <a:tcPr marL="7620" marR="7620" marT="7620" marB="0" anchor="ctr">
                    <a:solidFill>
                      <a:schemeClr val="accent4">
                        <a:lumMod val="40000"/>
                        <a:lumOff val="60000"/>
                      </a:schemeClr>
                    </a:solidFill>
                  </a:tcPr>
                </a:tc>
                <a:tc>
                  <a:txBody>
                    <a:bodyPr/>
                    <a:lstStyle/>
                    <a:p>
                      <a:pPr algn="ctr" fontAlgn="b"/>
                      <a:r>
                        <a:rPr lang="en-IN" sz="1200" u="none" strike="noStrike">
                          <a:effectLst/>
                        </a:rPr>
                        <a:t>3118</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348</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334</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3800</a:t>
                      </a:r>
                      <a:endParaRPr lang="en-IN" sz="12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585952626"/>
                  </a:ext>
                </a:extLst>
              </a:tr>
              <a:tr h="308629">
                <a:tc>
                  <a:txBody>
                    <a:bodyPr/>
                    <a:lstStyle/>
                    <a:p>
                      <a:pPr algn="ctr" fontAlgn="b"/>
                      <a:r>
                        <a:rPr lang="en-IN" sz="1400" b="1" u="none" strike="noStrike">
                          <a:ln>
                            <a:solidFill>
                              <a:schemeClr val="accent4">
                                <a:lumMod val="75000"/>
                              </a:schemeClr>
                            </a:solidFill>
                          </a:ln>
                          <a:solidFill>
                            <a:schemeClr val="tx1">
                              <a:lumMod val="95000"/>
                              <a:lumOff val="5000"/>
                            </a:schemeClr>
                          </a:solidFill>
                          <a:effectLst/>
                        </a:rPr>
                        <a:t>MSA</a:t>
                      </a:r>
                      <a:endParaRPr lang="en-IN" sz="1400" b="1" i="0" u="none" strike="noStrike">
                        <a:ln>
                          <a:solidFill>
                            <a:schemeClr val="accent4">
                              <a:lumMod val="75000"/>
                            </a:schemeClr>
                          </a:solidFill>
                        </a:ln>
                        <a:solidFill>
                          <a:schemeClr val="tx1">
                            <a:lumMod val="95000"/>
                            <a:lumOff val="5000"/>
                          </a:schemeClr>
                        </a:solidFill>
                        <a:effectLst/>
                        <a:latin typeface="+mj-lt"/>
                      </a:endParaRPr>
                    </a:p>
                  </a:txBody>
                  <a:tcPr marL="7620" marR="7620" marT="7620" marB="0" anchor="ctr">
                    <a:solidFill>
                      <a:schemeClr val="accent4">
                        <a:lumMod val="40000"/>
                        <a:lumOff val="60000"/>
                      </a:schemeClr>
                    </a:solidFill>
                  </a:tcPr>
                </a:tc>
                <a:tc>
                  <a:txBody>
                    <a:bodyPr/>
                    <a:lstStyle/>
                    <a:p>
                      <a:pPr algn="ctr" fontAlgn="b"/>
                      <a:r>
                        <a:rPr lang="en-IN" sz="1200" u="none" strike="noStrike">
                          <a:effectLst/>
                        </a:rPr>
                        <a:t>2219</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283</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262</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2764</a:t>
                      </a:r>
                      <a:endParaRPr lang="en-IN" sz="12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87594447"/>
                  </a:ext>
                </a:extLst>
              </a:tr>
              <a:tr h="308629">
                <a:tc>
                  <a:txBody>
                    <a:bodyPr/>
                    <a:lstStyle/>
                    <a:p>
                      <a:pPr algn="ctr" fontAlgn="b"/>
                      <a:r>
                        <a:rPr lang="en-IN" sz="1400" b="1" u="none" strike="noStrike">
                          <a:ln>
                            <a:solidFill>
                              <a:schemeClr val="accent4">
                                <a:lumMod val="75000"/>
                              </a:schemeClr>
                            </a:solidFill>
                          </a:ln>
                          <a:solidFill>
                            <a:schemeClr val="tx1">
                              <a:lumMod val="95000"/>
                              <a:lumOff val="5000"/>
                            </a:schemeClr>
                          </a:solidFill>
                          <a:effectLst/>
                        </a:rPr>
                        <a:t>North African</a:t>
                      </a:r>
                      <a:endParaRPr lang="en-IN" sz="1400" b="1" i="0" u="none" strike="noStrike">
                        <a:ln>
                          <a:solidFill>
                            <a:schemeClr val="accent4">
                              <a:lumMod val="75000"/>
                            </a:schemeClr>
                          </a:solidFill>
                        </a:ln>
                        <a:solidFill>
                          <a:schemeClr val="tx1">
                            <a:lumMod val="95000"/>
                            <a:lumOff val="5000"/>
                          </a:schemeClr>
                        </a:solidFill>
                        <a:effectLst/>
                        <a:latin typeface="+mj-lt"/>
                      </a:endParaRPr>
                    </a:p>
                  </a:txBody>
                  <a:tcPr marL="7620" marR="7620" marT="7620" marB="0" anchor="ctr">
                    <a:solidFill>
                      <a:schemeClr val="accent4">
                        <a:lumMod val="40000"/>
                        <a:lumOff val="60000"/>
                      </a:schemeClr>
                    </a:solidFill>
                  </a:tcPr>
                </a:tc>
                <a:tc>
                  <a:txBody>
                    <a:bodyPr/>
                    <a:lstStyle/>
                    <a:p>
                      <a:pPr algn="ctr" fontAlgn="b"/>
                      <a:r>
                        <a:rPr lang="en-IN" sz="1200" u="none" strike="noStrike">
                          <a:effectLst/>
                        </a:rPr>
                        <a:t>3205</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355</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344</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3904</a:t>
                      </a:r>
                      <a:endParaRPr lang="en-IN" sz="12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422228233"/>
                  </a:ext>
                </a:extLst>
              </a:tr>
              <a:tr h="308629">
                <a:tc>
                  <a:txBody>
                    <a:bodyPr/>
                    <a:lstStyle/>
                    <a:p>
                      <a:pPr algn="ctr" fontAlgn="b"/>
                      <a:r>
                        <a:rPr lang="en-IN" sz="1600" b="1" u="none" strike="noStrike">
                          <a:ln>
                            <a:solidFill>
                              <a:schemeClr val="accent4">
                                <a:lumMod val="75000"/>
                              </a:schemeClr>
                            </a:solidFill>
                          </a:ln>
                          <a:solidFill>
                            <a:schemeClr val="tx1">
                              <a:lumMod val="95000"/>
                              <a:lumOff val="5000"/>
                            </a:schemeClr>
                          </a:solidFill>
                          <a:effectLst/>
                        </a:rPr>
                        <a:t>Cumulative</a:t>
                      </a:r>
                      <a:endParaRPr lang="en-IN" sz="1600" b="1" i="0" u="none" strike="noStrike">
                        <a:ln>
                          <a:solidFill>
                            <a:schemeClr val="accent4">
                              <a:lumMod val="75000"/>
                            </a:schemeClr>
                          </a:solidFill>
                        </a:ln>
                        <a:solidFill>
                          <a:schemeClr val="tx1">
                            <a:lumMod val="95000"/>
                            <a:lumOff val="5000"/>
                          </a:schemeClr>
                        </a:solidFill>
                        <a:effectLst/>
                        <a:latin typeface="+mj-lt"/>
                      </a:endParaRPr>
                    </a:p>
                  </a:txBody>
                  <a:tcPr marL="7620" marR="7620" marT="7620" marB="0" anchor="ctr">
                    <a:solidFill>
                      <a:schemeClr val="accent4">
                        <a:lumMod val="40000"/>
                        <a:lumOff val="60000"/>
                      </a:schemeClr>
                    </a:solidFill>
                  </a:tcPr>
                </a:tc>
                <a:tc>
                  <a:txBody>
                    <a:bodyPr/>
                    <a:lstStyle/>
                    <a:p>
                      <a:pPr algn="ctr" fontAlgn="b"/>
                      <a:r>
                        <a:rPr lang="en-IN" sz="1200" u="none" strike="noStrike">
                          <a:effectLst/>
                        </a:rPr>
                        <a:t>14592</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1566</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1492</a:t>
                      </a:r>
                      <a:endParaRPr lang="en-IN"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IN" sz="1200" u="none" strike="noStrike">
                          <a:effectLst/>
                        </a:rPr>
                        <a:t>17650</a:t>
                      </a:r>
                      <a:endParaRPr lang="en-IN" sz="12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328063262"/>
                  </a:ext>
                </a:extLst>
              </a:tr>
            </a:tbl>
          </a:graphicData>
        </a:graphic>
      </p:graphicFrame>
      <p:sp>
        <p:nvSpPr>
          <p:cNvPr id="2" name="TextBox 1">
            <a:extLst>
              <a:ext uri="{FF2B5EF4-FFF2-40B4-BE49-F238E27FC236}">
                <a16:creationId xmlns:a16="http://schemas.microsoft.com/office/drawing/2014/main" id="{13B1BCDB-1115-0209-6026-F9520CD42D44}"/>
              </a:ext>
            </a:extLst>
          </p:cNvPr>
          <p:cNvSpPr txBox="1"/>
          <p:nvPr/>
        </p:nvSpPr>
        <p:spPr>
          <a:xfrm>
            <a:off x="4067944" y="4609963"/>
            <a:ext cx="3528392" cy="338554"/>
          </a:xfrm>
          <a:prstGeom prst="rect">
            <a:avLst/>
          </a:prstGeom>
          <a:noFill/>
        </p:spPr>
        <p:txBody>
          <a:bodyPr wrap="square" rtlCol="0">
            <a:spAutoFit/>
          </a:bodyPr>
          <a:lstStyle/>
          <a:p>
            <a:r>
              <a:rPr lang="en-IN" sz="1600" b="1"/>
              <a:t>Table 1:Data Distribution</a:t>
            </a:r>
          </a:p>
        </p:txBody>
      </p:sp>
    </p:spTree>
    <p:extLst>
      <p:ext uri="{BB962C8B-B14F-4D97-AF65-F5344CB8AC3E}">
        <p14:creationId xmlns:p14="http://schemas.microsoft.com/office/powerpoint/2010/main" val="3557846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B173DD2-2B2B-CCCE-F2D8-F774FDDC2D0E}"/>
              </a:ext>
            </a:extLst>
          </p:cNvPr>
          <p:cNvPicPr>
            <a:picLocks noChangeAspect="1"/>
          </p:cNvPicPr>
          <p:nvPr/>
        </p:nvPicPr>
        <p:blipFill>
          <a:blip r:embed="rId2"/>
          <a:stretch>
            <a:fillRect/>
          </a:stretch>
        </p:blipFill>
        <p:spPr>
          <a:xfrm>
            <a:off x="2534775" y="674410"/>
            <a:ext cx="3714409" cy="1722873"/>
          </a:xfrm>
          <a:prstGeom prst="rect">
            <a:avLst/>
          </a:prstGeom>
        </p:spPr>
      </p:pic>
      <p:pic>
        <p:nvPicPr>
          <p:cNvPr id="11" name="Picture 10">
            <a:extLst>
              <a:ext uri="{FF2B5EF4-FFF2-40B4-BE49-F238E27FC236}">
                <a16:creationId xmlns:a16="http://schemas.microsoft.com/office/drawing/2014/main" id="{68851567-814B-65E2-2950-401A8F004999}"/>
              </a:ext>
            </a:extLst>
          </p:cNvPr>
          <p:cNvPicPr>
            <a:picLocks noChangeAspect="1"/>
          </p:cNvPicPr>
          <p:nvPr/>
        </p:nvPicPr>
        <p:blipFill>
          <a:blip r:embed="rId3"/>
          <a:stretch>
            <a:fillRect/>
          </a:stretch>
        </p:blipFill>
        <p:spPr>
          <a:xfrm>
            <a:off x="2195736" y="2643758"/>
            <a:ext cx="4608512" cy="1737449"/>
          </a:xfrm>
          <a:prstGeom prst="rect">
            <a:avLst/>
          </a:prstGeom>
        </p:spPr>
      </p:pic>
      <p:sp>
        <p:nvSpPr>
          <p:cNvPr id="12" name="TextBox 11">
            <a:extLst>
              <a:ext uri="{FF2B5EF4-FFF2-40B4-BE49-F238E27FC236}">
                <a16:creationId xmlns:a16="http://schemas.microsoft.com/office/drawing/2014/main" id="{F545971E-4D21-3C83-9839-895837F42648}"/>
              </a:ext>
            </a:extLst>
          </p:cNvPr>
          <p:cNvSpPr txBox="1"/>
          <p:nvPr/>
        </p:nvSpPr>
        <p:spPr>
          <a:xfrm>
            <a:off x="2087724" y="4622404"/>
            <a:ext cx="4824536" cy="338554"/>
          </a:xfrm>
          <a:prstGeom prst="rect">
            <a:avLst/>
          </a:prstGeom>
          <a:noFill/>
        </p:spPr>
        <p:txBody>
          <a:bodyPr wrap="square" rtlCol="0">
            <a:spAutoFit/>
          </a:bodyPr>
          <a:lstStyle/>
          <a:p>
            <a:pPr algn="ctr"/>
            <a:r>
              <a:rPr lang="en-IN" sz="1600" b="1"/>
              <a:t>Figure 1: Arrangement of data in our local device</a:t>
            </a:r>
          </a:p>
        </p:txBody>
      </p:sp>
    </p:spTree>
    <p:extLst>
      <p:ext uri="{BB962C8B-B14F-4D97-AF65-F5344CB8AC3E}">
        <p14:creationId xmlns:p14="http://schemas.microsoft.com/office/powerpoint/2010/main" val="1831912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2">
            <a:extLst>
              <a:ext uri="{FF2B5EF4-FFF2-40B4-BE49-F238E27FC236}">
                <a16:creationId xmlns:a16="http://schemas.microsoft.com/office/drawing/2014/main" id="{59529274-9329-3760-3655-CF2F43DB8798}"/>
              </a:ext>
            </a:extLst>
          </p:cNvPr>
          <p:cNvSpPr/>
          <p:nvPr/>
        </p:nvSpPr>
        <p:spPr>
          <a:xfrm>
            <a:off x="2555776" y="555526"/>
            <a:ext cx="4257821" cy="504056"/>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nchor="ctr"/>
          <a:lstStyle/>
          <a:p>
            <a:pPr algn="ctr"/>
            <a:r>
              <a:rPr lang="en-IN" sz="2400"/>
              <a:t>5. System Design</a:t>
            </a:r>
            <a:endParaRPr sz="2400"/>
          </a:p>
        </p:txBody>
      </p:sp>
      <p:grpSp>
        <p:nvGrpSpPr>
          <p:cNvPr id="27" name="Group 26">
            <a:extLst>
              <a:ext uri="{FF2B5EF4-FFF2-40B4-BE49-F238E27FC236}">
                <a16:creationId xmlns:a16="http://schemas.microsoft.com/office/drawing/2014/main" id="{C2CEA3C1-10C8-8FDB-BC16-886F6A0220A6}"/>
              </a:ext>
            </a:extLst>
          </p:cNvPr>
          <p:cNvGrpSpPr/>
          <p:nvPr/>
        </p:nvGrpSpPr>
        <p:grpSpPr>
          <a:xfrm>
            <a:off x="179512" y="1995686"/>
            <a:ext cx="8890457" cy="1937931"/>
            <a:chOff x="76741" y="1672517"/>
            <a:chExt cx="8890457" cy="1937931"/>
          </a:xfrm>
        </p:grpSpPr>
        <p:sp>
          <p:nvSpPr>
            <p:cNvPr id="4" name="object 6">
              <a:extLst>
                <a:ext uri="{FF2B5EF4-FFF2-40B4-BE49-F238E27FC236}">
                  <a16:creationId xmlns:a16="http://schemas.microsoft.com/office/drawing/2014/main" id="{8EA9A5C9-791E-910A-D5D1-EABEA2CB40E9}"/>
                </a:ext>
              </a:extLst>
            </p:cNvPr>
            <p:cNvSpPr txBox="1"/>
            <p:nvPr/>
          </p:nvSpPr>
          <p:spPr>
            <a:xfrm>
              <a:off x="76741" y="2523612"/>
              <a:ext cx="2520279" cy="1086836"/>
            </a:xfrm>
            <a:prstGeom prst="rect">
              <a:avLst/>
            </a:prstGeom>
          </p:spPr>
          <p:txBody>
            <a:bodyPr vert="horz" wrap="square" lIns="0" tIns="123825" rIns="0" bIns="0" rtlCol="0">
              <a:spAutoFit/>
            </a:bodyPr>
            <a:lstStyle/>
            <a:p>
              <a:pPr marL="12700" marR="5080" algn="ctr">
                <a:lnSpc>
                  <a:spcPts val="1500"/>
                </a:lnSpc>
                <a:spcBef>
                  <a:spcPts val="1095"/>
                </a:spcBef>
              </a:pPr>
              <a:r>
                <a:rPr lang="en-IN" sz="1400" spc="35">
                  <a:solidFill>
                    <a:srgbClr val="263137"/>
                  </a:solidFill>
                  <a:latin typeface="Verdana"/>
                  <a:cs typeface="Verdana"/>
                </a:rPr>
                <a:t>To extract features from audio samples using audio representation techniques like Mel-Spectrogram, MFCCs etc.</a:t>
              </a:r>
              <a:endParaRPr lang="en-IN" sz="1400">
                <a:latin typeface="Verdana"/>
                <a:cs typeface="Verdana"/>
              </a:endParaRPr>
            </a:p>
          </p:txBody>
        </p:sp>
        <p:sp>
          <p:nvSpPr>
            <p:cNvPr id="5" name="object 7">
              <a:extLst>
                <a:ext uri="{FF2B5EF4-FFF2-40B4-BE49-F238E27FC236}">
                  <a16:creationId xmlns:a16="http://schemas.microsoft.com/office/drawing/2014/main" id="{1989436A-A78D-715B-2F61-46691529C2AA}"/>
                </a:ext>
              </a:extLst>
            </p:cNvPr>
            <p:cNvSpPr txBox="1"/>
            <p:nvPr/>
          </p:nvSpPr>
          <p:spPr>
            <a:xfrm>
              <a:off x="3047597" y="2577120"/>
              <a:ext cx="2660712" cy="979820"/>
            </a:xfrm>
            <a:prstGeom prst="rect">
              <a:avLst/>
            </a:prstGeom>
          </p:spPr>
          <p:txBody>
            <a:bodyPr vert="horz" wrap="square" lIns="0" tIns="123825" rIns="0" bIns="0" rtlCol="0">
              <a:spAutoFit/>
            </a:bodyPr>
            <a:lstStyle/>
            <a:p>
              <a:pPr marL="12700" marR="5080" algn="ctr">
                <a:lnSpc>
                  <a:spcPts val="1650"/>
                </a:lnSpc>
                <a:spcBef>
                  <a:spcPts val="960"/>
                </a:spcBef>
              </a:pPr>
              <a:r>
                <a:rPr lang="en-US" sz="1400" spc="50">
                  <a:latin typeface="Verdana"/>
                  <a:cs typeface="Verdana"/>
                </a:rPr>
                <a:t>Explore the new features as quantum data to further enhance the performance of the model</a:t>
              </a:r>
              <a:r>
                <a:rPr lang="en-US" sz="1400" spc="-35">
                  <a:latin typeface="Verdana"/>
                  <a:cs typeface="Verdana"/>
                </a:rPr>
                <a:t>.</a:t>
              </a:r>
              <a:endParaRPr lang="en-US" sz="1400">
                <a:latin typeface="Verdana"/>
                <a:cs typeface="Verdana"/>
              </a:endParaRPr>
            </a:p>
          </p:txBody>
        </p:sp>
        <p:grpSp>
          <p:nvGrpSpPr>
            <p:cNvPr id="11" name="object 13">
              <a:extLst>
                <a:ext uri="{FF2B5EF4-FFF2-40B4-BE49-F238E27FC236}">
                  <a16:creationId xmlns:a16="http://schemas.microsoft.com/office/drawing/2014/main" id="{B92086DE-D77B-66D6-C93B-5DC46473616B}"/>
                </a:ext>
              </a:extLst>
            </p:cNvPr>
            <p:cNvGrpSpPr/>
            <p:nvPr/>
          </p:nvGrpSpPr>
          <p:grpSpPr>
            <a:xfrm>
              <a:off x="2360054" y="1820123"/>
              <a:ext cx="643955" cy="400937"/>
              <a:chOff x="3656412" y="2234812"/>
              <a:chExt cx="1431925" cy="587375"/>
            </a:xfrm>
          </p:grpSpPr>
          <p:sp>
            <p:nvSpPr>
              <p:cNvPr id="12" name="object 14">
                <a:extLst>
                  <a:ext uri="{FF2B5EF4-FFF2-40B4-BE49-F238E27FC236}">
                    <a16:creationId xmlns:a16="http://schemas.microsoft.com/office/drawing/2014/main" id="{D9320646-0830-1FC3-F3FC-74D751B01CBB}"/>
                  </a:ext>
                </a:extLst>
              </p:cNvPr>
              <p:cNvSpPr/>
              <p:nvPr/>
            </p:nvSpPr>
            <p:spPr>
              <a:xfrm>
                <a:off x="3661174" y="2239574"/>
                <a:ext cx="1422400" cy="577850"/>
              </a:xfrm>
              <a:custGeom>
                <a:avLst/>
                <a:gdLst/>
                <a:ahLst/>
                <a:cxnLst/>
                <a:rect l="l" t="t" r="r" b="b"/>
                <a:pathLst>
                  <a:path w="1422400" h="577850">
                    <a:moveTo>
                      <a:pt x="1133099" y="577799"/>
                    </a:moveTo>
                    <a:lnTo>
                      <a:pt x="1133099" y="433349"/>
                    </a:lnTo>
                    <a:lnTo>
                      <a:pt x="0" y="433349"/>
                    </a:lnTo>
                    <a:lnTo>
                      <a:pt x="0" y="144449"/>
                    </a:lnTo>
                    <a:lnTo>
                      <a:pt x="1133099" y="144449"/>
                    </a:lnTo>
                    <a:lnTo>
                      <a:pt x="1133099" y="0"/>
                    </a:lnTo>
                    <a:lnTo>
                      <a:pt x="1421999" y="288899"/>
                    </a:lnTo>
                    <a:lnTo>
                      <a:pt x="1133099" y="577799"/>
                    </a:lnTo>
                    <a:close/>
                  </a:path>
                </a:pathLst>
              </a:custGeom>
              <a:solidFill>
                <a:srgbClr val="37474F"/>
              </a:solidFill>
            </p:spPr>
            <p:txBody>
              <a:bodyPr wrap="square" lIns="0" tIns="0" rIns="0" bIns="0" rtlCol="0"/>
              <a:lstStyle/>
              <a:p>
                <a:endParaRPr/>
              </a:p>
            </p:txBody>
          </p:sp>
          <p:sp>
            <p:nvSpPr>
              <p:cNvPr id="13" name="object 15">
                <a:extLst>
                  <a:ext uri="{FF2B5EF4-FFF2-40B4-BE49-F238E27FC236}">
                    <a16:creationId xmlns:a16="http://schemas.microsoft.com/office/drawing/2014/main" id="{D0118D35-E959-603D-0E1D-97EA6951D8B8}"/>
                  </a:ext>
                </a:extLst>
              </p:cNvPr>
              <p:cNvSpPr/>
              <p:nvPr/>
            </p:nvSpPr>
            <p:spPr>
              <a:xfrm>
                <a:off x="3661174" y="2239574"/>
                <a:ext cx="1422400" cy="577850"/>
              </a:xfrm>
              <a:custGeom>
                <a:avLst/>
                <a:gdLst/>
                <a:ahLst/>
                <a:cxnLst/>
                <a:rect l="l" t="t" r="r" b="b"/>
                <a:pathLst>
                  <a:path w="1422400" h="577850">
                    <a:moveTo>
                      <a:pt x="0" y="144449"/>
                    </a:moveTo>
                    <a:lnTo>
                      <a:pt x="1133099" y="144449"/>
                    </a:lnTo>
                    <a:lnTo>
                      <a:pt x="1133099" y="0"/>
                    </a:lnTo>
                    <a:lnTo>
                      <a:pt x="1421999" y="288899"/>
                    </a:lnTo>
                    <a:lnTo>
                      <a:pt x="1133099" y="577799"/>
                    </a:lnTo>
                    <a:lnTo>
                      <a:pt x="1133099" y="433349"/>
                    </a:lnTo>
                    <a:lnTo>
                      <a:pt x="0" y="433349"/>
                    </a:lnTo>
                    <a:lnTo>
                      <a:pt x="0" y="144449"/>
                    </a:lnTo>
                    <a:close/>
                  </a:path>
                </a:pathLst>
              </a:custGeom>
              <a:ln w="9524">
                <a:solidFill>
                  <a:srgbClr val="EBEBEB"/>
                </a:solidFill>
              </a:ln>
            </p:spPr>
            <p:txBody>
              <a:bodyPr wrap="square" lIns="0" tIns="0" rIns="0" bIns="0" rtlCol="0"/>
              <a:lstStyle/>
              <a:p>
                <a:endParaRPr/>
              </a:p>
            </p:txBody>
          </p:sp>
        </p:grpSp>
        <p:sp>
          <p:nvSpPr>
            <p:cNvPr id="17" name="TextBox 16">
              <a:extLst>
                <a:ext uri="{FF2B5EF4-FFF2-40B4-BE49-F238E27FC236}">
                  <a16:creationId xmlns:a16="http://schemas.microsoft.com/office/drawing/2014/main" id="{526A684C-F651-C8BD-3ADA-D91E483B6DFF}"/>
                </a:ext>
              </a:extLst>
            </p:cNvPr>
            <p:cNvSpPr txBox="1"/>
            <p:nvPr/>
          </p:nvSpPr>
          <p:spPr>
            <a:xfrm>
              <a:off x="6158886" y="2632459"/>
              <a:ext cx="2808312" cy="954107"/>
            </a:xfrm>
            <a:prstGeom prst="rect">
              <a:avLst/>
            </a:prstGeom>
            <a:noFill/>
          </p:spPr>
          <p:txBody>
            <a:bodyPr wrap="square" rtlCol="0">
              <a:spAutoFit/>
            </a:bodyPr>
            <a:lstStyle/>
            <a:p>
              <a:pPr algn="ctr"/>
              <a:r>
                <a:rPr lang="en-IN" sz="1400" spc="35">
                  <a:solidFill>
                    <a:srgbClr val="263137"/>
                  </a:solidFill>
                  <a:latin typeface="Verdana"/>
                </a:rPr>
                <a:t>Compile and Train the model on the dataset and further Hypertune the hyperparameters</a:t>
              </a:r>
            </a:p>
          </p:txBody>
        </p:sp>
        <p:sp>
          <p:nvSpPr>
            <p:cNvPr id="19" name="TextBox 18">
              <a:extLst>
                <a:ext uri="{FF2B5EF4-FFF2-40B4-BE49-F238E27FC236}">
                  <a16:creationId xmlns:a16="http://schemas.microsoft.com/office/drawing/2014/main" id="{28DA16E0-2D3C-9AF0-38F5-3D2244B02A63}"/>
                </a:ext>
              </a:extLst>
            </p:cNvPr>
            <p:cNvSpPr txBox="1"/>
            <p:nvPr/>
          </p:nvSpPr>
          <p:spPr>
            <a:xfrm>
              <a:off x="550033" y="1672520"/>
              <a:ext cx="1573696" cy="646331"/>
            </a:xfrm>
            <a:prstGeom prst="rect">
              <a:avLst/>
            </a:prstGeom>
            <a:noFill/>
          </p:spPr>
          <p:txBody>
            <a:bodyPr wrap="square">
              <a:spAutoFit/>
            </a:bodyPr>
            <a:lstStyle/>
            <a:p>
              <a:pPr marR="49530" algn="ctr">
                <a:lnSpc>
                  <a:spcPct val="100000"/>
                </a:lnSpc>
                <a:spcBef>
                  <a:spcPts val="1180"/>
                </a:spcBef>
              </a:pPr>
              <a:r>
                <a:rPr lang="en-IN" sz="1800" b="1" spc="40">
                  <a:solidFill>
                    <a:srgbClr val="263137"/>
                  </a:solidFill>
                  <a:latin typeface="Tahoma"/>
                  <a:cs typeface="Tahoma"/>
                </a:rPr>
                <a:t>Feature Extraction</a:t>
              </a:r>
              <a:endParaRPr lang="en-IN" sz="1800" b="1">
                <a:latin typeface="Tahoma"/>
                <a:cs typeface="Tahoma"/>
              </a:endParaRPr>
            </a:p>
          </p:txBody>
        </p:sp>
        <p:sp>
          <p:nvSpPr>
            <p:cNvPr id="21" name="TextBox 20">
              <a:extLst>
                <a:ext uri="{FF2B5EF4-FFF2-40B4-BE49-F238E27FC236}">
                  <a16:creationId xmlns:a16="http://schemas.microsoft.com/office/drawing/2014/main" id="{BFBF5759-5B06-BCAE-AD9F-637834CBC701}"/>
                </a:ext>
              </a:extLst>
            </p:cNvPr>
            <p:cNvSpPr txBox="1"/>
            <p:nvPr/>
          </p:nvSpPr>
          <p:spPr>
            <a:xfrm>
              <a:off x="3156095" y="1724650"/>
              <a:ext cx="2213992" cy="646331"/>
            </a:xfrm>
            <a:prstGeom prst="rect">
              <a:avLst/>
            </a:prstGeom>
            <a:noFill/>
          </p:spPr>
          <p:txBody>
            <a:bodyPr wrap="square">
              <a:spAutoFit/>
            </a:bodyPr>
            <a:lstStyle/>
            <a:p>
              <a:pPr algn="ctr">
                <a:lnSpc>
                  <a:spcPct val="100000"/>
                </a:lnSpc>
                <a:spcBef>
                  <a:spcPts val="975"/>
                </a:spcBef>
              </a:pPr>
              <a:r>
                <a:rPr lang="en-IN" b="1" spc="-50">
                  <a:solidFill>
                    <a:srgbClr val="263137"/>
                  </a:solidFill>
                  <a:latin typeface="Verdana"/>
                  <a:cs typeface="Verdana"/>
                </a:rPr>
                <a:t>Quantum Embedding</a:t>
              </a:r>
              <a:endParaRPr lang="en-IN">
                <a:latin typeface="Verdana"/>
                <a:cs typeface="Verdana"/>
              </a:endParaRPr>
            </a:p>
          </p:txBody>
        </p:sp>
        <p:grpSp>
          <p:nvGrpSpPr>
            <p:cNvPr id="22" name="object 13">
              <a:extLst>
                <a:ext uri="{FF2B5EF4-FFF2-40B4-BE49-F238E27FC236}">
                  <a16:creationId xmlns:a16="http://schemas.microsoft.com/office/drawing/2014/main" id="{16E7678E-815A-C93D-44C9-3EB56A9BAC5C}"/>
                </a:ext>
              </a:extLst>
            </p:cNvPr>
            <p:cNvGrpSpPr/>
            <p:nvPr/>
          </p:nvGrpSpPr>
          <p:grpSpPr>
            <a:xfrm>
              <a:off x="5796136" y="1795216"/>
              <a:ext cx="643955" cy="400937"/>
              <a:chOff x="3656412" y="2234812"/>
              <a:chExt cx="1431925" cy="587375"/>
            </a:xfrm>
          </p:grpSpPr>
          <p:sp>
            <p:nvSpPr>
              <p:cNvPr id="23" name="object 14">
                <a:extLst>
                  <a:ext uri="{FF2B5EF4-FFF2-40B4-BE49-F238E27FC236}">
                    <a16:creationId xmlns:a16="http://schemas.microsoft.com/office/drawing/2014/main" id="{A6C14E9D-394A-3A29-28C3-DEDF00E81AB4}"/>
                  </a:ext>
                </a:extLst>
              </p:cNvPr>
              <p:cNvSpPr/>
              <p:nvPr/>
            </p:nvSpPr>
            <p:spPr>
              <a:xfrm>
                <a:off x="3661174" y="2239574"/>
                <a:ext cx="1422400" cy="577850"/>
              </a:xfrm>
              <a:custGeom>
                <a:avLst/>
                <a:gdLst/>
                <a:ahLst/>
                <a:cxnLst/>
                <a:rect l="l" t="t" r="r" b="b"/>
                <a:pathLst>
                  <a:path w="1422400" h="577850">
                    <a:moveTo>
                      <a:pt x="1133099" y="577799"/>
                    </a:moveTo>
                    <a:lnTo>
                      <a:pt x="1133099" y="433349"/>
                    </a:lnTo>
                    <a:lnTo>
                      <a:pt x="0" y="433349"/>
                    </a:lnTo>
                    <a:lnTo>
                      <a:pt x="0" y="144449"/>
                    </a:lnTo>
                    <a:lnTo>
                      <a:pt x="1133099" y="144449"/>
                    </a:lnTo>
                    <a:lnTo>
                      <a:pt x="1133099" y="0"/>
                    </a:lnTo>
                    <a:lnTo>
                      <a:pt x="1421999" y="288899"/>
                    </a:lnTo>
                    <a:lnTo>
                      <a:pt x="1133099" y="577799"/>
                    </a:lnTo>
                    <a:close/>
                  </a:path>
                </a:pathLst>
              </a:custGeom>
              <a:solidFill>
                <a:srgbClr val="37474F"/>
              </a:solidFill>
            </p:spPr>
            <p:txBody>
              <a:bodyPr wrap="square" lIns="0" tIns="0" rIns="0" bIns="0" rtlCol="0"/>
              <a:lstStyle/>
              <a:p>
                <a:endParaRPr/>
              </a:p>
            </p:txBody>
          </p:sp>
          <p:sp>
            <p:nvSpPr>
              <p:cNvPr id="24" name="object 15">
                <a:extLst>
                  <a:ext uri="{FF2B5EF4-FFF2-40B4-BE49-F238E27FC236}">
                    <a16:creationId xmlns:a16="http://schemas.microsoft.com/office/drawing/2014/main" id="{67BD7A67-166E-D609-5934-A0DB90DF32F3}"/>
                  </a:ext>
                </a:extLst>
              </p:cNvPr>
              <p:cNvSpPr/>
              <p:nvPr/>
            </p:nvSpPr>
            <p:spPr>
              <a:xfrm>
                <a:off x="3661174" y="2239574"/>
                <a:ext cx="1422400" cy="577850"/>
              </a:xfrm>
              <a:custGeom>
                <a:avLst/>
                <a:gdLst/>
                <a:ahLst/>
                <a:cxnLst/>
                <a:rect l="l" t="t" r="r" b="b"/>
                <a:pathLst>
                  <a:path w="1422400" h="577850">
                    <a:moveTo>
                      <a:pt x="0" y="144449"/>
                    </a:moveTo>
                    <a:lnTo>
                      <a:pt x="1133099" y="144449"/>
                    </a:lnTo>
                    <a:lnTo>
                      <a:pt x="1133099" y="0"/>
                    </a:lnTo>
                    <a:lnTo>
                      <a:pt x="1421999" y="288899"/>
                    </a:lnTo>
                    <a:lnTo>
                      <a:pt x="1133099" y="577799"/>
                    </a:lnTo>
                    <a:lnTo>
                      <a:pt x="1133099" y="433349"/>
                    </a:lnTo>
                    <a:lnTo>
                      <a:pt x="0" y="433349"/>
                    </a:lnTo>
                    <a:lnTo>
                      <a:pt x="0" y="144449"/>
                    </a:lnTo>
                    <a:close/>
                  </a:path>
                </a:pathLst>
              </a:custGeom>
              <a:ln w="9524">
                <a:solidFill>
                  <a:srgbClr val="EBEBEB"/>
                </a:solidFill>
              </a:ln>
            </p:spPr>
            <p:txBody>
              <a:bodyPr wrap="square" lIns="0" tIns="0" rIns="0" bIns="0" rtlCol="0"/>
              <a:lstStyle/>
              <a:p>
                <a:endParaRPr/>
              </a:p>
            </p:txBody>
          </p:sp>
        </p:grpSp>
        <p:sp>
          <p:nvSpPr>
            <p:cNvPr id="26" name="TextBox 25">
              <a:extLst>
                <a:ext uri="{FF2B5EF4-FFF2-40B4-BE49-F238E27FC236}">
                  <a16:creationId xmlns:a16="http://schemas.microsoft.com/office/drawing/2014/main" id="{AFBD3BCC-4E57-0752-830E-2EB7D4EBF231}"/>
                </a:ext>
              </a:extLst>
            </p:cNvPr>
            <p:cNvSpPr txBox="1"/>
            <p:nvPr/>
          </p:nvSpPr>
          <p:spPr>
            <a:xfrm>
              <a:off x="6516215" y="1672517"/>
              <a:ext cx="2345502" cy="646331"/>
            </a:xfrm>
            <a:prstGeom prst="rect">
              <a:avLst/>
            </a:prstGeom>
            <a:noFill/>
          </p:spPr>
          <p:txBody>
            <a:bodyPr wrap="square">
              <a:spAutoFit/>
            </a:bodyPr>
            <a:lstStyle/>
            <a:p>
              <a:pPr algn="ctr"/>
              <a:r>
                <a:rPr lang="en-IN" b="1" spc="-50">
                  <a:solidFill>
                    <a:srgbClr val="263137"/>
                  </a:solidFill>
                  <a:latin typeface="Verdana"/>
                </a:rPr>
                <a:t>Model Implementation</a:t>
              </a:r>
            </a:p>
          </p:txBody>
        </p:sp>
      </p:grpSp>
    </p:spTree>
    <p:extLst>
      <p:ext uri="{BB962C8B-B14F-4D97-AF65-F5344CB8AC3E}">
        <p14:creationId xmlns:p14="http://schemas.microsoft.com/office/powerpoint/2010/main" val="1218710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9552" y="1041347"/>
            <a:ext cx="8172908" cy="874598"/>
          </a:xfrm>
          <a:prstGeom prst="rect">
            <a:avLst/>
          </a:prstGeom>
        </p:spPr>
        <p:txBody>
          <a:bodyPr vert="horz" wrap="square" lIns="0" tIns="12700" rIns="0" bIns="0" rtlCol="0">
            <a:spAutoFit/>
          </a:bodyPr>
          <a:lstStyle/>
          <a:p>
            <a:pPr marL="12065" algn="just">
              <a:spcBef>
                <a:spcPts val="100"/>
              </a:spcBef>
              <a:tabLst>
                <a:tab pos="347980" algn="l"/>
                <a:tab pos="349250" algn="l"/>
              </a:tabLst>
            </a:pPr>
            <a:r>
              <a:rPr lang="en-US" sz="1400">
                <a:latin typeface="+mj-lt"/>
              </a:rPr>
              <a:t>Audio data are usually computationally very complex, so it is necessary to extract useful features to recognize the audio. The Mel-spectrogram and MFCC are one of the efficient features for audio processing. To extract useful features from audio file, we first retrieve the audio waveform and its corresponding sampling rate. Then, utilise any of audio feature representations:</a:t>
            </a:r>
          </a:p>
        </p:txBody>
      </p:sp>
      <p:grpSp>
        <p:nvGrpSpPr>
          <p:cNvPr id="6" name="Group 5">
            <a:extLst>
              <a:ext uri="{FF2B5EF4-FFF2-40B4-BE49-F238E27FC236}">
                <a16:creationId xmlns:a16="http://schemas.microsoft.com/office/drawing/2014/main" id="{95E640D2-22AE-F13D-B775-90DB81AEC39D}"/>
              </a:ext>
            </a:extLst>
          </p:cNvPr>
          <p:cNvGrpSpPr/>
          <p:nvPr/>
        </p:nvGrpSpPr>
        <p:grpSpPr>
          <a:xfrm>
            <a:off x="2627784" y="240915"/>
            <a:ext cx="3888432" cy="504056"/>
            <a:chOff x="0" y="598516"/>
            <a:chExt cx="3192780" cy="1399504"/>
          </a:xfrm>
        </p:grpSpPr>
        <p:sp>
          <p:nvSpPr>
            <p:cNvPr id="2" name="object 2"/>
            <p:cNvSpPr/>
            <p:nvPr/>
          </p:nvSpPr>
          <p:spPr>
            <a:xfrm>
              <a:off x="0" y="598516"/>
              <a:ext cx="3192780" cy="1399504"/>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lstStyle/>
            <a:p>
              <a:endParaRPr/>
            </a:p>
          </p:txBody>
        </p:sp>
        <p:sp>
          <p:nvSpPr>
            <p:cNvPr id="5" name="object 5"/>
            <p:cNvSpPr txBox="1"/>
            <p:nvPr/>
          </p:nvSpPr>
          <p:spPr>
            <a:xfrm>
              <a:off x="77136" y="598516"/>
              <a:ext cx="3038508" cy="1189230"/>
            </a:xfrm>
            <a:prstGeom prst="rect">
              <a:avLst/>
            </a:prstGeom>
          </p:spPr>
          <p:txBody>
            <a:bodyPr vert="horz" wrap="square" lIns="0" tIns="12700" rIns="0" bIns="0" rtlCol="0">
              <a:spAutoFit/>
            </a:bodyPr>
            <a:lstStyle/>
            <a:p>
              <a:pPr marL="12700" algn="ctr">
                <a:lnSpc>
                  <a:spcPct val="100000"/>
                </a:lnSpc>
                <a:spcBef>
                  <a:spcPts val="100"/>
                </a:spcBef>
              </a:pPr>
              <a:r>
                <a:rPr lang="en-IN" sz="2400" spc="110">
                  <a:solidFill>
                    <a:srgbClr val="263137"/>
                  </a:solidFill>
                  <a:latin typeface="Tahoma"/>
                  <a:cs typeface="Tahoma"/>
                </a:rPr>
                <a:t>5.1 Feature Extraction</a:t>
              </a:r>
              <a:r>
                <a:rPr lang="en-IN" sz="2700" spc="110">
                  <a:solidFill>
                    <a:srgbClr val="263137"/>
                  </a:solidFill>
                  <a:latin typeface="Tahoma"/>
                  <a:cs typeface="Tahoma"/>
                </a:rPr>
                <a:t> </a:t>
              </a:r>
              <a:endParaRPr sz="2700">
                <a:latin typeface="Tahoma"/>
                <a:cs typeface="Tahoma"/>
              </a:endParaRPr>
            </a:p>
          </p:txBody>
        </p:sp>
      </p:grpSp>
      <p:sp>
        <p:nvSpPr>
          <p:cNvPr id="9" name="TextBox 8">
            <a:extLst>
              <a:ext uri="{FF2B5EF4-FFF2-40B4-BE49-F238E27FC236}">
                <a16:creationId xmlns:a16="http://schemas.microsoft.com/office/drawing/2014/main" id="{E0309C2A-EC51-BEC2-A5BA-8EE5643AA1EF}"/>
              </a:ext>
            </a:extLst>
          </p:cNvPr>
          <p:cNvSpPr txBox="1"/>
          <p:nvPr/>
        </p:nvSpPr>
        <p:spPr>
          <a:xfrm>
            <a:off x="827584" y="1995686"/>
            <a:ext cx="7650850" cy="954107"/>
          </a:xfrm>
          <a:prstGeom prst="rect">
            <a:avLst/>
          </a:prstGeom>
          <a:noFill/>
        </p:spPr>
        <p:txBody>
          <a:bodyPr wrap="square">
            <a:spAutoFit/>
          </a:bodyPr>
          <a:lstStyle/>
          <a:p>
            <a:pPr marL="285750" indent="-285750">
              <a:buFont typeface="Arial" panose="020B0604020202020204" pitchFamily="34" charset="0"/>
              <a:buChar char="•"/>
            </a:pPr>
            <a:r>
              <a:rPr lang="en-US" sz="1400" b="1">
                <a:latin typeface="+mj-lt"/>
                <a:cs typeface="Verdana"/>
              </a:rPr>
              <a:t>Mel spectrogram</a:t>
            </a:r>
            <a:r>
              <a:rPr lang="en-IN" sz="1400"/>
              <a:t>[5]</a:t>
            </a:r>
            <a:r>
              <a:rPr lang="en-US" sz="1400" b="1">
                <a:latin typeface="+mj-lt"/>
                <a:cs typeface="Verdana"/>
              </a:rPr>
              <a:t>: </a:t>
            </a:r>
            <a:r>
              <a:rPr lang="en-US" sz="1400">
                <a:latin typeface="+mj-lt"/>
                <a:cs typeface="Verdana"/>
              </a:rPr>
              <a:t>Mel-frequency spectrogram is a visual feature representation of an audio signals. The Mel spectrum contains a short-time Fourier transform (STFT) for each frame of the spectrum (energy/amplitude spectrum). It follows the same steps as MFCC but Discrete Cosine Transform Parameters are not applied in Mel Spectrogram.</a:t>
            </a:r>
          </a:p>
        </p:txBody>
      </p:sp>
      <p:grpSp>
        <p:nvGrpSpPr>
          <p:cNvPr id="11" name="Group 10">
            <a:extLst>
              <a:ext uri="{FF2B5EF4-FFF2-40B4-BE49-F238E27FC236}">
                <a16:creationId xmlns:a16="http://schemas.microsoft.com/office/drawing/2014/main" id="{383B3371-D5A5-B234-CC52-34D1B7C74A17}"/>
              </a:ext>
            </a:extLst>
          </p:cNvPr>
          <p:cNvGrpSpPr/>
          <p:nvPr/>
        </p:nvGrpSpPr>
        <p:grpSpPr>
          <a:xfrm>
            <a:off x="1169744" y="3181881"/>
            <a:ext cx="7308690" cy="1587510"/>
            <a:chOff x="971600" y="3435846"/>
            <a:chExt cx="7308690" cy="1587510"/>
          </a:xfrm>
        </p:grpSpPr>
        <p:sp>
          <p:nvSpPr>
            <p:cNvPr id="19" name="TextBox 18">
              <a:extLst>
                <a:ext uri="{FF2B5EF4-FFF2-40B4-BE49-F238E27FC236}">
                  <a16:creationId xmlns:a16="http://schemas.microsoft.com/office/drawing/2014/main" id="{F63ED1EB-8BE4-E592-B354-F216D6485E51}"/>
                </a:ext>
              </a:extLst>
            </p:cNvPr>
            <p:cNvSpPr txBox="1"/>
            <p:nvPr/>
          </p:nvSpPr>
          <p:spPr>
            <a:xfrm>
              <a:off x="2166122" y="4715579"/>
              <a:ext cx="4882379" cy="307777"/>
            </a:xfrm>
            <a:prstGeom prst="rect">
              <a:avLst/>
            </a:prstGeom>
            <a:noFill/>
          </p:spPr>
          <p:txBody>
            <a:bodyPr wrap="square">
              <a:spAutoFit/>
            </a:bodyPr>
            <a:lstStyle/>
            <a:p>
              <a:pPr algn="ctr"/>
              <a:r>
                <a:rPr lang="en-IN" sz="1400" b="1"/>
                <a:t>Figure 2: Mel-Spectrogram representation of 5 Arabic dialects</a:t>
              </a:r>
            </a:p>
          </p:txBody>
        </p:sp>
        <p:grpSp>
          <p:nvGrpSpPr>
            <p:cNvPr id="26" name="Group 25">
              <a:extLst>
                <a:ext uri="{FF2B5EF4-FFF2-40B4-BE49-F238E27FC236}">
                  <a16:creationId xmlns:a16="http://schemas.microsoft.com/office/drawing/2014/main" id="{47DD88D4-5F6D-5383-C73C-9C64DF57F2A2}"/>
                </a:ext>
              </a:extLst>
            </p:cNvPr>
            <p:cNvGrpSpPr/>
            <p:nvPr/>
          </p:nvGrpSpPr>
          <p:grpSpPr>
            <a:xfrm>
              <a:off x="971600" y="3435846"/>
              <a:ext cx="7308690" cy="1193426"/>
              <a:chOff x="315634" y="3332923"/>
              <a:chExt cx="7308690" cy="1193426"/>
            </a:xfrm>
          </p:grpSpPr>
          <p:pic>
            <p:nvPicPr>
              <p:cNvPr id="12" name="Picture 11">
                <a:extLst>
                  <a:ext uri="{FF2B5EF4-FFF2-40B4-BE49-F238E27FC236}">
                    <a16:creationId xmlns:a16="http://schemas.microsoft.com/office/drawing/2014/main" id="{5287E852-C1DB-6C91-9609-ECDCA95CCAA2}"/>
                  </a:ext>
                </a:extLst>
              </p:cNvPr>
              <p:cNvPicPr>
                <a:picLocks noChangeAspect="1"/>
              </p:cNvPicPr>
              <p:nvPr/>
            </p:nvPicPr>
            <p:blipFill>
              <a:blip r:embed="rId2"/>
              <a:stretch>
                <a:fillRect/>
              </a:stretch>
            </p:blipFill>
            <p:spPr>
              <a:xfrm>
                <a:off x="395536" y="3332923"/>
                <a:ext cx="864096" cy="871297"/>
              </a:xfrm>
              <a:prstGeom prst="rect">
                <a:avLst/>
              </a:prstGeom>
            </p:spPr>
          </p:pic>
          <p:pic>
            <p:nvPicPr>
              <p:cNvPr id="13" name="Picture 12">
                <a:extLst>
                  <a:ext uri="{FF2B5EF4-FFF2-40B4-BE49-F238E27FC236}">
                    <a16:creationId xmlns:a16="http://schemas.microsoft.com/office/drawing/2014/main" id="{01572569-58E7-713A-1A3F-699A772CA682}"/>
                  </a:ext>
                </a:extLst>
              </p:cNvPr>
              <p:cNvPicPr>
                <a:picLocks noChangeAspect="1"/>
              </p:cNvPicPr>
              <p:nvPr/>
            </p:nvPicPr>
            <p:blipFill>
              <a:blip r:embed="rId3"/>
              <a:stretch>
                <a:fillRect/>
              </a:stretch>
            </p:blipFill>
            <p:spPr>
              <a:xfrm>
                <a:off x="3221816" y="3350748"/>
                <a:ext cx="864096" cy="857013"/>
              </a:xfrm>
              <a:prstGeom prst="rect">
                <a:avLst/>
              </a:prstGeom>
            </p:spPr>
          </p:pic>
          <p:pic>
            <p:nvPicPr>
              <p:cNvPr id="14" name="Picture 13">
                <a:extLst>
                  <a:ext uri="{FF2B5EF4-FFF2-40B4-BE49-F238E27FC236}">
                    <a16:creationId xmlns:a16="http://schemas.microsoft.com/office/drawing/2014/main" id="{82A4A672-F9DE-AF69-1921-76FE5B6A32A7}"/>
                  </a:ext>
                </a:extLst>
              </p:cNvPr>
              <p:cNvPicPr>
                <a:picLocks noChangeAspect="1"/>
              </p:cNvPicPr>
              <p:nvPr/>
            </p:nvPicPr>
            <p:blipFill>
              <a:blip r:embed="rId4"/>
              <a:stretch>
                <a:fillRect/>
              </a:stretch>
            </p:blipFill>
            <p:spPr>
              <a:xfrm>
                <a:off x="4860032" y="3360350"/>
                <a:ext cx="848359" cy="843870"/>
              </a:xfrm>
              <a:prstGeom prst="rect">
                <a:avLst/>
              </a:prstGeom>
            </p:spPr>
          </p:pic>
          <p:pic>
            <p:nvPicPr>
              <p:cNvPr id="15" name="Picture 14">
                <a:extLst>
                  <a:ext uri="{FF2B5EF4-FFF2-40B4-BE49-F238E27FC236}">
                    <a16:creationId xmlns:a16="http://schemas.microsoft.com/office/drawing/2014/main" id="{E0FE684C-2051-0A49-74A6-E986CB43C97D}"/>
                  </a:ext>
                </a:extLst>
              </p:cNvPr>
              <p:cNvPicPr>
                <a:picLocks noChangeAspect="1"/>
              </p:cNvPicPr>
              <p:nvPr/>
            </p:nvPicPr>
            <p:blipFill>
              <a:blip r:embed="rId5"/>
              <a:stretch>
                <a:fillRect/>
              </a:stretch>
            </p:blipFill>
            <p:spPr>
              <a:xfrm>
                <a:off x="6578920" y="3371761"/>
                <a:ext cx="857612" cy="871297"/>
              </a:xfrm>
              <a:prstGeom prst="rect">
                <a:avLst/>
              </a:prstGeom>
            </p:spPr>
          </p:pic>
          <p:pic>
            <p:nvPicPr>
              <p:cNvPr id="16" name="Picture 15">
                <a:extLst>
                  <a:ext uri="{FF2B5EF4-FFF2-40B4-BE49-F238E27FC236}">
                    <a16:creationId xmlns:a16="http://schemas.microsoft.com/office/drawing/2014/main" id="{2D4475ED-F126-E794-0549-B9649AEAC2DF}"/>
                  </a:ext>
                </a:extLst>
              </p:cNvPr>
              <p:cNvPicPr>
                <a:picLocks noChangeAspect="1"/>
              </p:cNvPicPr>
              <p:nvPr/>
            </p:nvPicPr>
            <p:blipFill>
              <a:blip r:embed="rId6"/>
              <a:stretch>
                <a:fillRect/>
              </a:stretch>
            </p:blipFill>
            <p:spPr>
              <a:xfrm>
                <a:off x="1823062" y="3350748"/>
                <a:ext cx="864096" cy="853472"/>
              </a:xfrm>
              <a:prstGeom prst="rect">
                <a:avLst/>
              </a:prstGeom>
            </p:spPr>
          </p:pic>
          <p:sp>
            <p:nvSpPr>
              <p:cNvPr id="17" name="TextBox 16">
                <a:extLst>
                  <a:ext uri="{FF2B5EF4-FFF2-40B4-BE49-F238E27FC236}">
                    <a16:creationId xmlns:a16="http://schemas.microsoft.com/office/drawing/2014/main" id="{BE01C635-80DB-5E4E-9A48-05E5C8F554CE}"/>
                  </a:ext>
                </a:extLst>
              </p:cNvPr>
              <p:cNvSpPr txBox="1"/>
              <p:nvPr/>
            </p:nvSpPr>
            <p:spPr>
              <a:xfrm>
                <a:off x="315634" y="4204220"/>
                <a:ext cx="1120368" cy="307777"/>
              </a:xfrm>
              <a:prstGeom prst="rect">
                <a:avLst/>
              </a:prstGeom>
              <a:noFill/>
            </p:spPr>
            <p:txBody>
              <a:bodyPr wrap="square">
                <a:spAutoFit/>
              </a:bodyPr>
              <a:lstStyle/>
              <a:p>
                <a:pPr algn="ctr"/>
                <a:r>
                  <a:rPr lang="en-IN" sz="1400"/>
                  <a:t>EGY</a:t>
                </a:r>
              </a:p>
            </p:txBody>
          </p:sp>
          <p:sp>
            <p:nvSpPr>
              <p:cNvPr id="20" name="TextBox 19">
                <a:extLst>
                  <a:ext uri="{FF2B5EF4-FFF2-40B4-BE49-F238E27FC236}">
                    <a16:creationId xmlns:a16="http://schemas.microsoft.com/office/drawing/2014/main" id="{D832219D-F380-B7C3-697E-82F1701228CE}"/>
                  </a:ext>
                </a:extLst>
              </p:cNvPr>
              <p:cNvSpPr txBox="1"/>
              <p:nvPr/>
            </p:nvSpPr>
            <p:spPr>
              <a:xfrm>
                <a:off x="1768587" y="4198821"/>
                <a:ext cx="1067486" cy="307777"/>
              </a:xfrm>
              <a:prstGeom prst="rect">
                <a:avLst/>
              </a:prstGeom>
              <a:noFill/>
            </p:spPr>
            <p:txBody>
              <a:bodyPr wrap="square">
                <a:spAutoFit/>
              </a:bodyPr>
              <a:lstStyle/>
              <a:p>
                <a:pPr algn="ctr"/>
                <a:r>
                  <a:rPr lang="en-IN" sz="1400"/>
                  <a:t>GLF</a:t>
                </a:r>
              </a:p>
            </p:txBody>
          </p:sp>
          <p:sp>
            <p:nvSpPr>
              <p:cNvPr id="22" name="TextBox 21">
                <a:extLst>
                  <a:ext uri="{FF2B5EF4-FFF2-40B4-BE49-F238E27FC236}">
                    <a16:creationId xmlns:a16="http://schemas.microsoft.com/office/drawing/2014/main" id="{4C1A549C-878D-823F-07DB-C58F064935FE}"/>
                  </a:ext>
                </a:extLst>
              </p:cNvPr>
              <p:cNvSpPr txBox="1"/>
              <p:nvPr/>
            </p:nvSpPr>
            <p:spPr>
              <a:xfrm>
                <a:off x="3193816" y="4198821"/>
                <a:ext cx="1067486" cy="307777"/>
              </a:xfrm>
              <a:prstGeom prst="rect">
                <a:avLst/>
              </a:prstGeom>
              <a:noFill/>
            </p:spPr>
            <p:txBody>
              <a:bodyPr wrap="square">
                <a:spAutoFit/>
              </a:bodyPr>
              <a:lstStyle/>
              <a:p>
                <a:pPr algn="ctr"/>
                <a:r>
                  <a:rPr lang="en-IN" sz="1400"/>
                  <a:t>LAV</a:t>
                </a:r>
              </a:p>
            </p:txBody>
          </p:sp>
          <p:sp>
            <p:nvSpPr>
              <p:cNvPr id="24" name="TextBox 23">
                <a:extLst>
                  <a:ext uri="{FF2B5EF4-FFF2-40B4-BE49-F238E27FC236}">
                    <a16:creationId xmlns:a16="http://schemas.microsoft.com/office/drawing/2014/main" id="{B92978AA-80E0-F458-1029-2B69CF3FB198}"/>
                  </a:ext>
                </a:extLst>
              </p:cNvPr>
              <p:cNvSpPr txBox="1"/>
              <p:nvPr/>
            </p:nvSpPr>
            <p:spPr>
              <a:xfrm>
                <a:off x="4749884" y="4188635"/>
                <a:ext cx="1141812" cy="307777"/>
              </a:xfrm>
              <a:prstGeom prst="rect">
                <a:avLst/>
              </a:prstGeom>
              <a:noFill/>
            </p:spPr>
            <p:txBody>
              <a:bodyPr wrap="square">
                <a:spAutoFit/>
              </a:bodyPr>
              <a:lstStyle/>
              <a:p>
                <a:pPr algn="ctr"/>
                <a:r>
                  <a:rPr lang="en-IN" sz="1400"/>
                  <a:t>MSA</a:t>
                </a:r>
              </a:p>
            </p:txBody>
          </p:sp>
          <p:sp>
            <p:nvSpPr>
              <p:cNvPr id="25" name="TextBox 24">
                <a:extLst>
                  <a:ext uri="{FF2B5EF4-FFF2-40B4-BE49-F238E27FC236}">
                    <a16:creationId xmlns:a16="http://schemas.microsoft.com/office/drawing/2014/main" id="{AE992044-596F-DD74-EC8C-C1DC615D3516}"/>
                  </a:ext>
                </a:extLst>
              </p:cNvPr>
              <p:cNvSpPr txBox="1"/>
              <p:nvPr/>
            </p:nvSpPr>
            <p:spPr>
              <a:xfrm>
                <a:off x="6482511" y="4218572"/>
                <a:ext cx="1141813" cy="307777"/>
              </a:xfrm>
              <a:prstGeom prst="rect">
                <a:avLst/>
              </a:prstGeom>
              <a:noFill/>
            </p:spPr>
            <p:txBody>
              <a:bodyPr wrap="square" rtlCol="0">
                <a:spAutoFit/>
              </a:bodyPr>
              <a:lstStyle/>
              <a:p>
                <a:pPr algn="ctr"/>
                <a:r>
                  <a:rPr lang="en-IN" sz="1400"/>
                  <a:t>NOR</a:t>
                </a:r>
              </a:p>
            </p:txBody>
          </p:sp>
        </p:grpSp>
      </p:grpSp>
    </p:spTree>
    <p:extLst>
      <p:ext uri="{BB962C8B-B14F-4D97-AF65-F5344CB8AC3E}">
        <p14:creationId xmlns:p14="http://schemas.microsoft.com/office/powerpoint/2010/main" val="1225783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6D3D08-2BB1-9E3C-7694-ABB8D4848493}"/>
              </a:ext>
            </a:extLst>
          </p:cNvPr>
          <p:cNvSpPr txBox="1"/>
          <p:nvPr/>
        </p:nvSpPr>
        <p:spPr>
          <a:xfrm>
            <a:off x="1034075" y="555526"/>
            <a:ext cx="7075849" cy="984885"/>
          </a:xfrm>
          <a:prstGeom prst="rect">
            <a:avLst/>
          </a:prstGeom>
          <a:noFill/>
        </p:spPr>
        <p:txBody>
          <a:bodyPr wrap="square">
            <a:spAutoFit/>
          </a:bodyPr>
          <a:lstStyle/>
          <a:p>
            <a:pPr marL="297815" indent="-285750" algn="just">
              <a:spcBef>
                <a:spcPts val="100"/>
              </a:spcBef>
              <a:buFont typeface="Arial" panose="020B0604020202020204" pitchFamily="34" charset="0"/>
              <a:buChar char="•"/>
              <a:tabLst>
                <a:tab pos="347980" algn="l"/>
                <a:tab pos="349250" algn="l"/>
              </a:tabLst>
            </a:pPr>
            <a:r>
              <a:rPr lang="en-IN" sz="1400" b="1"/>
              <a:t>Mel Frequency Cepstrum Coefficient (MFCC)</a:t>
            </a:r>
            <a:r>
              <a:rPr lang="en-IN" sz="1400"/>
              <a:t> [20]</a:t>
            </a:r>
            <a:r>
              <a:rPr lang="en-IN" sz="1400" b="1"/>
              <a:t>:</a:t>
            </a:r>
            <a:r>
              <a:rPr lang="en-IN" sz="1600" b="1"/>
              <a:t> </a:t>
            </a:r>
            <a:r>
              <a:rPr lang="en-IN" sz="1400"/>
              <a:t>It is a feature </a:t>
            </a:r>
            <a:r>
              <a:rPr lang="en-US" sz="1400">
                <a:latin typeface="+mj-lt"/>
                <a:cs typeface="Verdana"/>
              </a:rPr>
              <a:t>representation of an audio signal</a:t>
            </a:r>
            <a:r>
              <a:rPr lang="en-IN" sz="1400"/>
              <a:t>. </a:t>
            </a:r>
            <a:r>
              <a:rPr lang="en-US" sz="1400"/>
              <a:t>It is used in a variety of applications especially in voice signal processing such as speaker recognition, Environmental sound classification, gender identification etc. </a:t>
            </a:r>
            <a:r>
              <a:rPr lang="en-IN" sz="1400"/>
              <a:t>The MFCC is calculated by applying following steps:</a:t>
            </a:r>
          </a:p>
        </p:txBody>
      </p:sp>
      <p:sp>
        <p:nvSpPr>
          <p:cNvPr id="10" name="TextBox 9">
            <a:extLst>
              <a:ext uri="{FF2B5EF4-FFF2-40B4-BE49-F238E27FC236}">
                <a16:creationId xmlns:a16="http://schemas.microsoft.com/office/drawing/2014/main" id="{7D7BCF59-49DD-6967-2331-7B69F6408EE9}"/>
              </a:ext>
            </a:extLst>
          </p:cNvPr>
          <p:cNvSpPr txBox="1"/>
          <p:nvPr/>
        </p:nvSpPr>
        <p:spPr>
          <a:xfrm>
            <a:off x="1611859" y="1860601"/>
            <a:ext cx="5920279" cy="307777"/>
          </a:xfrm>
          <a:prstGeom prst="rect">
            <a:avLst/>
          </a:prstGeom>
          <a:noFill/>
        </p:spPr>
        <p:txBody>
          <a:bodyPr wrap="square">
            <a:spAutoFit/>
          </a:bodyPr>
          <a:lstStyle/>
          <a:p>
            <a:r>
              <a:rPr lang="en-IN" sz="1400"/>
              <a:t>1. Convert Time domain signal into Frequency domain signal.</a:t>
            </a:r>
          </a:p>
        </p:txBody>
      </p:sp>
      <p:pic>
        <p:nvPicPr>
          <p:cNvPr id="7" name="Picture 6">
            <a:extLst>
              <a:ext uri="{FF2B5EF4-FFF2-40B4-BE49-F238E27FC236}">
                <a16:creationId xmlns:a16="http://schemas.microsoft.com/office/drawing/2014/main" id="{0B1D88CD-AF63-C362-D417-F220264B0BB0}"/>
              </a:ext>
            </a:extLst>
          </p:cNvPr>
          <p:cNvPicPr>
            <a:picLocks noChangeAspect="1"/>
          </p:cNvPicPr>
          <p:nvPr/>
        </p:nvPicPr>
        <p:blipFill>
          <a:blip r:embed="rId2"/>
          <a:stretch>
            <a:fillRect/>
          </a:stretch>
        </p:blipFill>
        <p:spPr>
          <a:xfrm>
            <a:off x="2555776" y="2283718"/>
            <a:ext cx="3168352" cy="1470615"/>
          </a:xfrm>
          <a:prstGeom prst="rect">
            <a:avLst/>
          </a:prstGeom>
        </p:spPr>
      </p:pic>
      <p:sp>
        <p:nvSpPr>
          <p:cNvPr id="8" name="TextBox 7">
            <a:extLst>
              <a:ext uri="{FF2B5EF4-FFF2-40B4-BE49-F238E27FC236}">
                <a16:creationId xmlns:a16="http://schemas.microsoft.com/office/drawing/2014/main" id="{D8451A06-29DD-DE83-9A5F-D032A9AAD7E1}"/>
              </a:ext>
            </a:extLst>
          </p:cNvPr>
          <p:cNvSpPr txBox="1"/>
          <p:nvPr/>
        </p:nvSpPr>
        <p:spPr>
          <a:xfrm>
            <a:off x="2411760" y="3755973"/>
            <a:ext cx="3600400" cy="276999"/>
          </a:xfrm>
          <a:prstGeom prst="rect">
            <a:avLst/>
          </a:prstGeom>
          <a:noFill/>
        </p:spPr>
        <p:txBody>
          <a:bodyPr wrap="square">
            <a:spAutoFit/>
          </a:bodyPr>
          <a:lstStyle/>
          <a:p>
            <a:pPr algn="ctr"/>
            <a:r>
              <a:rPr lang="en-IN" sz="1200" b="1"/>
              <a:t>Figure 3: Time Domain to Frequency Domain</a:t>
            </a:r>
          </a:p>
        </p:txBody>
      </p:sp>
      <p:sp>
        <p:nvSpPr>
          <p:cNvPr id="6" name="TextBox 5">
            <a:extLst>
              <a:ext uri="{FF2B5EF4-FFF2-40B4-BE49-F238E27FC236}">
                <a16:creationId xmlns:a16="http://schemas.microsoft.com/office/drawing/2014/main" id="{EE2E5C79-61BC-0B9C-9E9E-D1D9F0D11820}"/>
              </a:ext>
            </a:extLst>
          </p:cNvPr>
          <p:cNvSpPr txBox="1"/>
          <p:nvPr/>
        </p:nvSpPr>
        <p:spPr>
          <a:xfrm>
            <a:off x="1611859" y="4227934"/>
            <a:ext cx="4824536" cy="523220"/>
          </a:xfrm>
          <a:prstGeom prst="rect">
            <a:avLst/>
          </a:prstGeom>
          <a:noFill/>
        </p:spPr>
        <p:txBody>
          <a:bodyPr wrap="square" rtlCol="0">
            <a:spAutoFit/>
          </a:bodyPr>
          <a:lstStyle/>
          <a:p>
            <a:r>
              <a:rPr lang="en-IN" sz="1400"/>
              <a:t>2. Power spectrum of each frame is computed.</a:t>
            </a:r>
          </a:p>
          <a:p>
            <a:r>
              <a:rPr lang="en-IN" sz="1400"/>
              <a:t>3. Mel filterbank is applied to the power spectrum</a:t>
            </a:r>
          </a:p>
        </p:txBody>
      </p:sp>
    </p:spTree>
    <p:extLst>
      <p:ext uri="{BB962C8B-B14F-4D97-AF65-F5344CB8AC3E}">
        <p14:creationId xmlns:p14="http://schemas.microsoft.com/office/powerpoint/2010/main" val="4011537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5A1482D-829A-9D7E-9936-45BD86D87D7C}"/>
              </a:ext>
            </a:extLst>
          </p:cNvPr>
          <p:cNvSpPr txBox="1"/>
          <p:nvPr/>
        </p:nvSpPr>
        <p:spPr>
          <a:xfrm>
            <a:off x="1346993" y="2991554"/>
            <a:ext cx="6336704" cy="523220"/>
          </a:xfrm>
          <a:prstGeom prst="rect">
            <a:avLst/>
          </a:prstGeom>
          <a:noFill/>
        </p:spPr>
        <p:txBody>
          <a:bodyPr wrap="square">
            <a:spAutoFit/>
          </a:bodyPr>
          <a:lstStyle/>
          <a:p>
            <a:r>
              <a:rPr lang="en-IN" sz="1400"/>
              <a:t>4. Logarithm is taken to mel filtered power spectrum </a:t>
            </a:r>
            <a:r>
              <a:rPr lang="en-US" sz="1400"/>
              <a:t>to mimic the non-linear human ear perception of sound.</a:t>
            </a:r>
            <a:endParaRPr lang="en-IN" sz="1400"/>
          </a:p>
        </p:txBody>
      </p:sp>
      <p:pic>
        <p:nvPicPr>
          <p:cNvPr id="14" name="Picture 13">
            <a:extLst>
              <a:ext uri="{FF2B5EF4-FFF2-40B4-BE49-F238E27FC236}">
                <a16:creationId xmlns:a16="http://schemas.microsoft.com/office/drawing/2014/main" id="{AB0C4443-B6DF-2BCD-F815-206095173E24}"/>
              </a:ext>
            </a:extLst>
          </p:cNvPr>
          <p:cNvPicPr>
            <a:picLocks noChangeAspect="1"/>
          </p:cNvPicPr>
          <p:nvPr/>
        </p:nvPicPr>
        <p:blipFill>
          <a:blip r:embed="rId2"/>
          <a:stretch>
            <a:fillRect/>
          </a:stretch>
        </p:blipFill>
        <p:spPr>
          <a:xfrm>
            <a:off x="3183197" y="3589448"/>
            <a:ext cx="2072820" cy="525826"/>
          </a:xfrm>
          <a:prstGeom prst="rect">
            <a:avLst/>
          </a:prstGeom>
        </p:spPr>
      </p:pic>
      <p:pic>
        <p:nvPicPr>
          <p:cNvPr id="4" name="Picture 3">
            <a:extLst>
              <a:ext uri="{FF2B5EF4-FFF2-40B4-BE49-F238E27FC236}">
                <a16:creationId xmlns:a16="http://schemas.microsoft.com/office/drawing/2014/main" id="{3E75FD37-4139-D60B-E797-B9CEFB36794A}"/>
              </a:ext>
            </a:extLst>
          </p:cNvPr>
          <p:cNvPicPr>
            <a:picLocks noChangeAspect="1"/>
          </p:cNvPicPr>
          <p:nvPr/>
        </p:nvPicPr>
        <p:blipFill>
          <a:blip r:embed="rId3"/>
          <a:stretch>
            <a:fillRect/>
          </a:stretch>
        </p:blipFill>
        <p:spPr>
          <a:xfrm>
            <a:off x="2915816" y="698097"/>
            <a:ext cx="3312368" cy="1842336"/>
          </a:xfrm>
          <a:prstGeom prst="rect">
            <a:avLst/>
          </a:prstGeom>
        </p:spPr>
      </p:pic>
      <p:sp>
        <p:nvSpPr>
          <p:cNvPr id="7" name="TextBox 6">
            <a:extLst>
              <a:ext uri="{FF2B5EF4-FFF2-40B4-BE49-F238E27FC236}">
                <a16:creationId xmlns:a16="http://schemas.microsoft.com/office/drawing/2014/main" id="{AAE2AA15-8864-2B03-5C7E-FC7F252344E0}"/>
              </a:ext>
            </a:extLst>
          </p:cNvPr>
          <p:cNvSpPr txBox="1"/>
          <p:nvPr/>
        </p:nvSpPr>
        <p:spPr>
          <a:xfrm>
            <a:off x="827584" y="4371950"/>
            <a:ext cx="7632848" cy="523220"/>
          </a:xfrm>
          <a:prstGeom prst="rect">
            <a:avLst/>
          </a:prstGeom>
          <a:noFill/>
        </p:spPr>
        <p:txBody>
          <a:bodyPr wrap="square">
            <a:spAutoFit/>
          </a:bodyPr>
          <a:lstStyle/>
          <a:p>
            <a:r>
              <a:rPr lang="en-US" sz="1400" b="1"/>
              <a:t>MFCC coefficients are a set of Discrete Cosine Transforms parameters, which are computed through a transformation of the logarithmically compressed outputs.</a:t>
            </a:r>
            <a:endParaRPr lang="en-IN" sz="1400" b="1"/>
          </a:p>
        </p:txBody>
      </p:sp>
      <p:sp>
        <p:nvSpPr>
          <p:cNvPr id="3" name="TextBox 2">
            <a:extLst>
              <a:ext uri="{FF2B5EF4-FFF2-40B4-BE49-F238E27FC236}">
                <a16:creationId xmlns:a16="http://schemas.microsoft.com/office/drawing/2014/main" id="{C31E2E42-8E83-EF6A-9FD8-1A15D8F41A55}"/>
              </a:ext>
            </a:extLst>
          </p:cNvPr>
          <p:cNvSpPr txBox="1"/>
          <p:nvPr/>
        </p:nvSpPr>
        <p:spPr>
          <a:xfrm>
            <a:off x="3183197" y="2627494"/>
            <a:ext cx="2664296" cy="276999"/>
          </a:xfrm>
          <a:prstGeom prst="rect">
            <a:avLst/>
          </a:prstGeom>
          <a:noFill/>
        </p:spPr>
        <p:txBody>
          <a:bodyPr wrap="square">
            <a:spAutoFit/>
          </a:bodyPr>
          <a:lstStyle/>
          <a:p>
            <a:pPr algn="ctr"/>
            <a:r>
              <a:rPr lang="en-IN" sz="1200" b="1"/>
              <a:t>Figure 4: Power Spectrum</a:t>
            </a:r>
          </a:p>
        </p:txBody>
      </p:sp>
    </p:spTree>
    <p:extLst>
      <p:ext uri="{BB962C8B-B14F-4D97-AF65-F5344CB8AC3E}">
        <p14:creationId xmlns:p14="http://schemas.microsoft.com/office/powerpoint/2010/main" val="3590125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EA02F70A-AB8B-4809-E5E1-32F184EB6D85}"/>
              </a:ext>
            </a:extLst>
          </p:cNvPr>
          <p:cNvSpPr txBox="1"/>
          <p:nvPr/>
        </p:nvSpPr>
        <p:spPr>
          <a:xfrm>
            <a:off x="1195942" y="555526"/>
            <a:ext cx="6544410" cy="738664"/>
          </a:xfrm>
          <a:prstGeom prst="rect">
            <a:avLst/>
          </a:prstGeom>
          <a:noFill/>
        </p:spPr>
        <p:txBody>
          <a:bodyPr wrap="square" rtlCol="0">
            <a:spAutoFit/>
          </a:bodyPr>
          <a:lstStyle/>
          <a:p>
            <a:pPr marL="285750" indent="-285750">
              <a:buFont typeface="Arial" panose="020B0604020202020204" pitchFamily="34" charset="0"/>
              <a:buChar char="•"/>
            </a:pPr>
            <a:r>
              <a:rPr lang="en-US" sz="1400" b="1"/>
              <a:t>STFT (Short-Time Fourier Transform) </a:t>
            </a:r>
            <a:r>
              <a:rPr lang="en-US" sz="1400"/>
              <a:t>is a method used to analyze the frequency content of a signal over short periods of time. </a:t>
            </a:r>
            <a:r>
              <a:rPr lang="en-IN" sz="1400"/>
              <a:t>The STFT is calculated by applying following steps:</a:t>
            </a:r>
          </a:p>
        </p:txBody>
      </p:sp>
      <p:sp>
        <p:nvSpPr>
          <p:cNvPr id="16" name="TextBox 15">
            <a:extLst>
              <a:ext uri="{FF2B5EF4-FFF2-40B4-BE49-F238E27FC236}">
                <a16:creationId xmlns:a16="http://schemas.microsoft.com/office/drawing/2014/main" id="{9B5FA376-C7B7-B517-CE25-672942B0ECC4}"/>
              </a:ext>
            </a:extLst>
          </p:cNvPr>
          <p:cNvSpPr txBox="1"/>
          <p:nvPr/>
        </p:nvSpPr>
        <p:spPr>
          <a:xfrm>
            <a:off x="1930783" y="1635646"/>
            <a:ext cx="4968552" cy="738664"/>
          </a:xfrm>
          <a:prstGeom prst="rect">
            <a:avLst/>
          </a:prstGeom>
          <a:noFill/>
        </p:spPr>
        <p:txBody>
          <a:bodyPr wrap="square">
            <a:spAutoFit/>
          </a:bodyPr>
          <a:lstStyle/>
          <a:p>
            <a:pPr marL="285750" indent="-285750">
              <a:buFont typeface="Wingdings" panose="05000000000000000000" pitchFamily="2" charset="2"/>
              <a:buChar char="Ø"/>
            </a:pPr>
            <a:r>
              <a:rPr lang="en-IN" sz="1400"/>
              <a:t>Convert Time domain signal into Frequency domain signal.</a:t>
            </a:r>
          </a:p>
          <a:p>
            <a:pPr marL="285750" indent="-285750">
              <a:buFont typeface="Wingdings" panose="05000000000000000000" pitchFamily="2" charset="2"/>
              <a:buChar char="Ø"/>
            </a:pPr>
            <a:r>
              <a:rPr lang="en-US" sz="1400"/>
              <a:t>Break the signal into smaller segments (Windows)</a:t>
            </a:r>
          </a:p>
          <a:p>
            <a:pPr marL="285750" indent="-285750">
              <a:buFont typeface="Wingdings" panose="05000000000000000000" pitchFamily="2" charset="2"/>
              <a:buChar char="Ø"/>
            </a:pPr>
            <a:r>
              <a:rPr lang="en-US" sz="1400"/>
              <a:t>Perform Fourier Transform on each segment</a:t>
            </a:r>
            <a:endParaRPr lang="en-IN" sz="1400"/>
          </a:p>
        </p:txBody>
      </p:sp>
      <p:sp>
        <p:nvSpPr>
          <p:cNvPr id="9" name="TextBox 8">
            <a:extLst>
              <a:ext uri="{FF2B5EF4-FFF2-40B4-BE49-F238E27FC236}">
                <a16:creationId xmlns:a16="http://schemas.microsoft.com/office/drawing/2014/main" id="{64BDBEA3-A73B-BBD5-0D6D-C6663D2AA7BE}"/>
              </a:ext>
            </a:extLst>
          </p:cNvPr>
          <p:cNvSpPr txBox="1"/>
          <p:nvPr/>
        </p:nvSpPr>
        <p:spPr>
          <a:xfrm>
            <a:off x="1199163" y="2859782"/>
            <a:ext cx="6169609" cy="1600438"/>
          </a:xfrm>
          <a:prstGeom prst="rect">
            <a:avLst/>
          </a:prstGeom>
          <a:noFill/>
        </p:spPr>
        <p:txBody>
          <a:bodyPr wrap="square">
            <a:spAutoFit/>
          </a:bodyPr>
          <a:lstStyle/>
          <a:p>
            <a:pPr marL="285750" indent="-285750" algn="just">
              <a:buFont typeface="Arial" panose="020B0604020202020204" pitchFamily="34" charset="0"/>
              <a:buChar char="•"/>
            </a:pPr>
            <a:r>
              <a:rPr lang="en-US" sz="1400">
                <a:effectLst/>
                <a:latin typeface="Calibri" panose="020F0502020204030204" pitchFamily="34" charset="0"/>
                <a:ea typeface="Calibri" panose="020F0502020204030204" pitchFamily="34" charset="0"/>
              </a:rPr>
              <a:t>The </a:t>
            </a:r>
            <a:r>
              <a:rPr lang="en-US" sz="1400" b="1">
                <a:effectLst/>
                <a:latin typeface="Calibri" panose="020F0502020204030204" pitchFamily="34" charset="0"/>
                <a:ea typeface="Calibri" panose="020F0502020204030204" pitchFamily="34" charset="0"/>
              </a:rPr>
              <a:t>Mel scale </a:t>
            </a:r>
            <a:r>
              <a:rPr lang="en-US" sz="1400">
                <a:effectLst/>
                <a:latin typeface="Calibri" panose="020F0502020204030204" pitchFamily="34" charset="0"/>
                <a:ea typeface="Calibri" panose="020F0502020204030204" pitchFamily="34" charset="0"/>
              </a:rPr>
              <a:t>is a perceptual scale of pitches, which aims to represent how humans perceive differences in pitch. The process of </a:t>
            </a:r>
            <a:r>
              <a:rPr lang="en-US" sz="1400" b="1">
                <a:effectLst/>
                <a:latin typeface="Calibri" panose="020F0502020204030204" pitchFamily="34" charset="0"/>
                <a:ea typeface="Calibri" panose="020F0502020204030204" pitchFamily="34" charset="0"/>
              </a:rPr>
              <a:t>Mel-Log</a:t>
            </a:r>
            <a:r>
              <a:rPr lang="en-US" sz="1400">
                <a:effectLst/>
                <a:latin typeface="Calibri" panose="020F0502020204030204" pitchFamily="34" charset="0"/>
                <a:ea typeface="Calibri" panose="020F0502020204030204" pitchFamily="34" charset="0"/>
              </a:rPr>
              <a:t> involves obtaining power spectrum from STFT. Then, Filters are applied and Logarithm is calculated in order to Mel-Log Representation.</a:t>
            </a:r>
          </a:p>
          <a:p>
            <a:pPr marL="285750" indent="-285750" algn="just">
              <a:buFont typeface="Arial" panose="020B0604020202020204" pitchFamily="34" charset="0"/>
              <a:buChar char="•"/>
            </a:pPr>
            <a:endParaRPr lang="en-US" sz="1400">
              <a:latin typeface="Calibri" panose="020F0502020204030204" pitchFamily="34" charset="0"/>
              <a:ea typeface="Calibri" panose="020F0502020204030204" pitchFamily="34" charset="0"/>
            </a:endParaRPr>
          </a:p>
          <a:p>
            <a:pPr marL="742950" lvl="1" indent="-285750" algn="just">
              <a:buFont typeface="Wingdings" panose="05000000000000000000" pitchFamily="2" charset="2"/>
              <a:buChar char="Ø"/>
            </a:pPr>
            <a:r>
              <a:rPr lang="en-US" sz="1400">
                <a:effectLst/>
                <a:latin typeface="Calibri" panose="020F0502020204030204" pitchFamily="34" charset="0"/>
                <a:ea typeface="Calibri" panose="020F0502020204030204" pitchFamily="34" charset="0"/>
              </a:rPr>
              <a:t>The logarithm is used because the human ear perceives sound intensity on a logarithmic scale, rather than a linear scale.</a:t>
            </a:r>
            <a:endParaRPr lang="en-IN" sz="1400"/>
          </a:p>
        </p:txBody>
      </p:sp>
    </p:spTree>
    <p:extLst>
      <p:ext uri="{BB962C8B-B14F-4D97-AF65-F5344CB8AC3E}">
        <p14:creationId xmlns:p14="http://schemas.microsoft.com/office/powerpoint/2010/main" val="2604640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1A47BA42-E55F-1841-028A-831BC70CEFA6}"/>
              </a:ext>
            </a:extLst>
          </p:cNvPr>
          <p:cNvSpPr/>
          <p:nvPr/>
        </p:nvSpPr>
        <p:spPr>
          <a:xfrm>
            <a:off x="3059832" y="275371"/>
            <a:ext cx="3744416" cy="466922"/>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nchor="ctr"/>
          <a:lstStyle/>
          <a:p>
            <a:pPr algn="ctr"/>
            <a:r>
              <a:rPr lang="en-IN" sz="2800"/>
              <a:t>5.2 Quantum Embedding</a:t>
            </a:r>
          </a:p>
        </p:txBody>
      </p:sp>
      <p:grpSp>
        <p:nvGrpSpPr>
          <p:cNvPr id="9" name="Group 8">
            <a:extLst>
              <a:ext uri="{FF2B5EF4-FFF2-40B4-BE49-F238E27FC236}">
                <a16:creationId xmlns:a16="http://schemas.microsoft.com/office/drawing/2014/main" id="{49D467BE-1076-6F2F-5A4F-2A28A5178F91}"/>
              </a:ext>
            </a:extLst>
          </p:cNvPr>
          <p:cNvGrpSpPr/>
          <p:nvPr/>
        </p:nvGrpSpPr>
        <p:grpSpPr>
          <a:xfrm>
            <a:off x="1115616" y="1011215"/>
            <a:ext cx="7272808" cy="3840699"/>
            <a:chOff x="35496" y="843558"/>
            <a:chExt cx="9073008" cy="3840699"/>
          </a:xfrm>
        </p:grpSpPr>
        <p:sp>
          <p:nvSpPr>
            <p:cNvPr id="3" name="TextBox 2">
              <a:extLst>
                <a:ext uri="{FF2B5EF4-FFF2-40B4-BE49-F238E27FC236}">
                  <a16:creationId xmlns:a16="http://schemas.microsoft.com/office/drawing/2014/main" id="{C0B92603-154E-557F-105B-5ED9DB10E646}"/>
                </a:ext>
              </a:extLst>
            </p:cNvPr>
            <p:cNvSpPr txBox="1"/>
            <p:nvPr/>
          </p:nvSpPr>
          <p:spPr>
            <a:xfrm>
              <a:off x="35496" y="843558"/>
              <a:ext cx="9073008" cy="307777"/>
            </a:xfrm>
            <a:prstGeom prst="rect">
              <a:avLst/>
            </a:prstGeom>
            <a:noFill/>
          </p:spPr>
          <p:txBody>
            <a:bodyPr wrap="square" rtlCol="0">
              <a:spAutoFit/>
            </a:bodyPr>
            <a:lstStyle/>
            <a:p>
              <a:endParaRPr lang="en-US" sz="1400"/>
            </a:p>
          </p:txBody>
        </p:sp>
        <p:sp>
          <p:nvSpPr>
            <p:cNvPr id="5" name="TextBox 4">
              <a:extLst>
                <a:ext uri="{FF2B5EF4-FFF2-40B4-BE49-F238E27FC236}">
                  <a16:creationId xmlns:a16="http://schemas.microsoft.com/office/drawing/2014/main" id="{B774BD9B-F29B-074B-CC61-74A100D494D3}"/>
                </a:ext>
              </a:extLst>
            </p:cNvPr>
            <p:cNvSpPr txBox="1"/>
            <p:nvPr/>
          </p:nvSpPr>
          <p:spPr>
            <a:xfrm>
              <a:off x="191205" y="929383"/>
              <a:ext cx="8544480" cy="3754874"/>
            </a:xfrm>
            <a:prstGeom prst="rect">
              <a:avLst/>
            </a:prstGeom>
            <a:noFill/>
          </p:spPr>
          <p:txBody>
            <a:bodyPr wrap="square" rtlCol="0">
              <a:spAutoFit/>
            </a:bodyPr>
            <a:lstStyle/>
            <a:p>
              <a:pPr algn="just"/>
              <a:r>
                <a:rPr lang="en-US" sz="1400" b="1">
                  <a:effectLst/>
                  <a:latin typeface="Calibri" panose="020F0502020204030204" pitchFamily="34" charset="0"/>
                  <a:ea typeface="Calibri" panose="020F0502020204030204" pitchFamily="34" charset="0"/>
                  <a:cs typeface="Calibri" panose="020F0502020204030204" pitchFamily="34" charset="0"/>
                </a:rPr>
                <a:t>Before we start Quantum Embedding, let’s first describe the basics of Quantum Computing and concepts that is used in Quantum Embedding.</a:t>
              </a:r>
              <a:endParaRPr lang="en-IN" sz="1400" b="1">
                <a:effectLst/>
                <a:latin typeface="Calibri" panose="020F0502020204030204" pitchFamily="34" charset="0"/>
                <a:ea typeface="Calibri" panose="020F0502020204030204" pitchFamily="34" charset="0"/>
              </a:endParaRPr>
            </a:p>
            <a:p>
              <a:pPr marL="285750" indent="-285750" algn="just">
                <a:buFont typeface="Wingdings" panose="05000000000000000000" pitchFamily="2" charset="2"/>
                <a:buChar char="Ø"/>
              </a:pPr>
              <a:endParaRPr lang="en-US" sz="1400" b="1"/>
            </a:p>
            <a:p>
              <a:pPr marL="285750" indent="-285750" algn="just">
                <a:buFont typeface="Wingdings" panose="05000000000000000000" pitchFamily="2" charset="2"/>
                <a:buChar char="Ø"/>
              </a:pPr>
              <a:endParaRPr lang="en-US" sz="1400" b="1"/>
            </a:p>
            <a:p>
              <a:pPr marL="285750" indent="-285750" algn="just">
                <a:buFont typeface="Wingdings" panose="05000000000000000000" pitchFamily="2" charset="2"/>
                <a:buChar char="Ø"/>
              </a:pPr>
              <a:r>
                <a:rPr lang="en-US" sz="1400" b="1"/>
                <a:t>Quantum computing </a:t>
              </a:r>
              <a:r>
                <a:rPr lang="en-US" sz="1400"/>
                <a:t>is a type of computing that uses the principles of quantum mechanics to process information. Quantum computers can solve certain problems much faster than classical computers by taking advantage of superposition and entanglement. A quantum computer processes information in parallel, using qubits.</a:t>
              </a:r>
              <a:endParaRPr lang="en-US" sz="1400" b="1"/>
            </a:p>
            <a:p>
              <a:pPr algn="just"/>
              <a:endParaRPr lang="en-US" sz="1400" b="1"/>
            </a:p>
            <a:p>
              <a:pPr marL="285750" indent="-285750" algn="just">
                <a:buFont typeface="Wingdings" panose="05000000000000000000" pitchFamily="2" charset="2"/>
                <a:buChar char="Ø"/>
              </a:pPr>
              <a:r>
                <a:rPr lang="en-US" sz="1400" b="1"/>
                <a:t>Qubits</a:t>
              </a:r>
              <a:r>
                <a:rPr lang="en-US" sz="1400"/>
                <a:t> and </a:t>
              </a:r>
              <a:r>
                <a:rPr lang="en-US" sz="1400" b="1"/>
                <a:t>Quantum gates </a:t>
              </a:r>
              <a:r>
                <a:rPr lang="en-US" sz="1400"/>
                <a:t>are backbone of quantum computing. Qubits exist in a state of 0 or 1 or in superposition of both states simultaneously. Qubits can also be entangled. A qubit could be represented as Follows:</a:t>
              </a:r>
            </a:p>
            <a:p>
              <a:pPr marL="285750" indent="-285750" algn="just">
                <a:buFont typeface="Wingdings" panose="05000000000000000000" pitchFamily="2" charset="2"/>
                <a:buChar char="Ø"/>
              </a:pPr>
              <a:endParaRPr lang="en-US" sz="1400"/>
            </a:p>
            <a:p>
              <a:pPr marL="285750" indent="-285750" algn="just">
                <a:buFont typeface="Wingdings" panose="05000000000000000000" pitchFamily="2" charset="2"/>
                <a:buChar char="Ø"/>
              </a:pPr>
              <a:endParaRPr lang="en-US" sz="1400" b="1"/>
            </a:p>
            <a:p>
              <a:pPr marL="285750" indent="-285750" algn="just">
                <a:buFont typeface="Wingdings" panose="05000000000000000000" pitchFamily="2" charset="2"/>
                <a:buChar char="Ø"/>
              </a:pPr>
              <a:endParaRPr lang="en-US" sz="1400" b="1"/>
            </a:p>
            <a:p>
              <a:pPr marL="285750" indent="-285750" algn="just">
                <a:buFont typeface="Wingdings" panose="05000000000000000000" pitchFamily="2" charset="2"/>
                <a:buChar char="Ø"/>
              </a:pPr>
              <a:r>
                <a:rPr lang="en-US" sz="1400" b="1"/>
                <a:t>Quantum gates </a:t>
              </a:r>
              <a:r>
                <a:rPr lang="en-US" sz="1400"/>
                <a:t>are logic gates that operate on qubits.  </a:t>
              </a:r>
              <a:r>
                <a:rPr lang="en-US" sz="1400" b="1"/>
                <a:t>Pauli-X Gate, Pauli-Y Gate, Pauli-Z Gate (σz), and H gate (Hadamard gate) </a:t>
              </a:r>
              <a:r>
                <a:rPr lang="en-US" sz="1400"/>
                <a:t>are some examples of quantum gates. [1,27] </a:t>
              </a:r>
            </a:p>
          </p:txBody>
        </p:sp>
        <p:pic>
          <p:nvPicPr>
            <p:cNvPr id="6" name="Picture 5">
              <a:extLst>
                <a:ext uri="{FF2B5EF4-FFF2-40B4-BE49-F238E27FC236}">
                  <a16:creationId xmlns:a16="http://schemas.microsoft.com/office/drawing/2014/main" id="{663960C9-9112-BB78-136C-49C4428E58DB}"/>
                </a:ext>
              </a:extLst>
            </p:cNvPr>
            <p:cNvPicPr>
              <a:picLocks noChangeAspect="1"/>
            </p:cNvPicPr>
            <p:nvPr/>
          </p:nvPicPr>
          <p:blipFill>
            <a:blip r:embed="rId2"/>
            <a:stretch>
              <a:fillRect/>
            </a:stretch>
          </p:blipFill>
          <p:spPr>
            <a:xfrm>
              <a:off x="3467581" y="3656852"/>
              <a:ext cx="2568163" cy="434378"/>
            </a:xfrm>
            <a:prstGeom prst="rect">
              <a:avLst/>
            </a:prstGeom>
          </p:spPr>
        </p:pic>
      </p:grpSp>
    </p:spTree>
    <p:extLst>
      <p:ext uri="{BB962C8B-B14F-4D97-AF65-F5344CB8AC3E}">
        <p14:creationId xmlns:p14="http://schemas.microsoft.com/office/powerpoint/2010/main" val="2395918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2EE05E-9B5E-6978-4E1E-2C633DB663B9}"/>
              </a:ext>
            </a:extLst>
          </p:cNvPr>
          <p:cNvSpPr txBox="1"/>
          <p:nvPr/>
        </p:nvSpPr>
        <p:spPr>
          <a:xfrm>
            <a:off x="1041440" y="847528"/>
            <a:ext cx="6842928" cy="1169551"/>
          </a:xfrm>
          <a:prstGeom prst="rect">
            <a:avLst/>
          </a:prstGeom>
          <a:noFill/>
        </p:spPr>
        <p:txBody>
          <a:bodyPr wrap="square" rtlCol="0">
            <a:spAutoFit/>
          </a:bodyPr>
          <a:lstStyle/>
          <a:p>
            <a:pPr marL="285750" indent="-285750" algn="just">
              <a:buFont typeface="Wingdings" panose="05000000000000000000" pitchFamily="2" charset="2"/>
              <a:buChar char="Ø"/>
            </a:pPr>
            <a:r>
              <a:rPr lang="en-US" sz="1400" b="1"/>
              <a:t>Entangled State</a:t>
            </a:r>
            <a:r>
              <a:rPr lang="en-US" sz="1400"/>
              <a:t>: This state has 50% probability of being measured in the state |00&gt; , and 50% chance of being measured in the state |11&gt; . Most interestingly, it has a 0% chance of being measured in the states |10&gt; or |01&gt;. An entangled state is represented as Follows: </a:t>
            </a:r>
          </a:p>
          <a:p>
            <a:pPr marL="285750" indent="-285750" algn="just">
              <a:buFont typeface="Wingdings" panose="05000000000000000000" pitchFamily="2" charset="2"/>
              <a:buChar char="Ø"/>
            </a:pPr>
            <a:endParaRPr lang="en-IN" sz="1400"/>
          </a:p>
        </p:txBody>
      </p:sp>
      <p:pic>
        <p:nvPicPr>
          <p:cNvPr id="4" name="Picture 3">
            <a:extLst>
              <a:ext uri="{FF2B5EF4-FFF2-40B4-BE49-F238E27FC236}">
                <a16:creationId xmlns:a16="http://schemas.microsoft.com/office/drawing/2014/main" id="{B8687BF3-CE29-CEA7-65D0-86341D8F332F}"/>
              </a:ext>
            </a:extLst>
          </p:cNvPr>
          <p:cNvPicPr>
            <a:picLocks noChangeAspect="1"/>
          </p:cNvPicPr>
          <p:nvPr/>
        </p:nvPicPr>
        <p:blipFill>
          <a:blip r:embed="rId2"/>
          <a:stretch>
            <a:fillRect/>
          </a:stretch>
        </p:blipFill>
        <p:spPr>
          <a:xfrm>
            <a:off x="3356414" y="1707654"/>
            <a:ext cx="1447925" cy="464860"/>
          </a:xfrm>
          <a:prstGeom prst="rect">
            <a:avLst/>
          </a:prstGeom>
        </p:spPr>
      </p:pic>
      <p:sp>
        <p:nvSpPr>
          <p:cNvPr id="8" name="TextBox 7">
            <a:extLst>
              <a:ext uri="{FF2B5EF4-FFF2-40B4-BE49-F238E27FC236}">
                <a16:creationId xmlns:a16="http://schemas.microsoft.com/office/drawing/2014/main" id="{CC60997A-3D14-FC7C-BD20-E58528E348C5}"/>
              </a:ext>
            </a:extLst>
          </p:cNvPr>
          <p:cNvSpPr txBox="1"/>
          <p:nvPr/>
        </p:nvSpPr>
        <p:spPr>
          <a:xfrm>
            <a:off x="1057155" y="2654920"/>
            <a:ext cx="4608512" cy="1384995"/>
          </a:xfrm>
          <a:prstGeom prst="rect">
            <a:avLst/>
          </a:prstGeom>
          <a:noFill/>
        </p:spPr>
        <p:txBody>
          <a:bodyPr wrap="square">
            <a:spAutoFit/>
          </a:bodyPr>
          <a:lstStyle/>
          <a:p>
            <a:pPr marL="285750" indent="-285750">
              <a:buFont typeface="Wingdings" panose="05000000000000000000" pitchFamily="2" charset="2"/>
              <a:buChar char="Ø"/>
            </a:pPr>
            <a:r>
              <a:rPr lang="en-US" sz="1400" b="1"/>
              <a:t>Quantum circuit </a:t>
            </a:r>
            <a:r>
              <a:rPr lang="en-US" sz="1400"/>
              <a:t>is a sequence of quantum gates applied to qubits to perform computations.  </a:t>
            </a:r>
          </a:p>
          <a:p>
            <a:pPr marL="285750" indent="-285750">
              <a:buFont typeface="Wingdings" panose="05000000000000000000" pitchFamily="2" charset="2"/>
              <a:buChar char="Ø"/>
            </a:pPr>
            <a:endParaRPr lang="en-US" sz="1400"/>
          </a:p>
          <a:p>
            <a:r>
              <a:rPr lang="en-US" sz="1400"/>
              <a:t>Here is a quantum circuit with 4 qubits and 2 outputs that measures and records the results. There are two CNOT gate and a Toffoli gate in this circuit.  [27]</a:t>
            </a:r>
          </a:p>
        </p:txBody>
      </p:sp>
      <p:pic>
        <p:nvPicPr>
          <p:cNvPr id="3" name="Picture 2">
            <a:extLst>
              <a:ext uri="{FF2B5EF4-FFF2-40B4-BE49-F238E27FC236}">
                <a16:creationId xmlns:a16="http://schemas.microsoft.com/office/drawing/2014/main" id="{B3A97A73-1339-264E-4687-E62280ED4AC4}"/>
              </a:ext>
            </a:extLst>
          </p:cNvPr>
          <p:cNvPicPr>
            <a:picLocks noChangeAspect="1"/>
          </p:cNvPicPr>
          <p:nvPr/>
        </p:nvPicPr>
        <p:blipFill>
          <a:blip r:embed="rId3"/>
          <a:stretch>
            <a:fillRect/>
          </a:stretch>
        </p:blipFill>
        <p:spPr>
          <a:xfrm>
            <a:off x="6228184" y="2654920"/>
            <a:ext cx="2204981" cy="1184912"/>
          </a:xfrm>
          <a:prstGeom prst="rect">
            <a:avLst/>
          </a:prstGeom>
        </p:spPr>
      </p:pic>
      <p:sp>
        <p:nvSpPr>
          <p:cNvPr id="10" name="TextBox 9">
            <a:extLst>
              <a:ext uri="{FF2B5EF4-FFF2-40B4-BE49-F238E27FC236}">
                <a16:creationId xmlns:a16="http://schemas.microsoft.com/office/drawing/2014/main" id="{D8E30F6D-50B4-8ADF-24C9-FFD53DFE4209}"/>
              </a:ext>
            </a:extLst>
          </p:cNvPr>
          <p:cNvSpPr txBox="1"/>
          <p:nvPr/>
        </p:nvSpPr>
        <p:spPr>
          <a:xfrm>
            <a:off x="6300192" y="3939902"/>
            <a:ext cx="2196244" cy="307777"/>
          </a:xfrm>
          <a:prstGeom prst="rect">
            <a:avLst/>
          </a:prstGeom>
          <a:noFill/>
        </p:spPr>
        <p:txBody>
          <a:bodyPr wrap="square" rtlCol="0">
            <a:spAutoFit/>
          </a:bodyPr>
          <a:lstStyle/>
          <a:p>
            <a:r>
              <a:rPr lang="en-IN" sz="1400" b="1" spc="50">
                <a:cs typeface="Verdana"/>
              </a:rPr>
              <a:t>Figure 5: </a:t>
            </a:r>
            <a:r>
              <a:rPr lang="en-IN" sz="1400"/>
              <a:t>Quantum Circuit</a:t>
            </a:r>
          </a:p>
        </p:txBody>
      </p:sp>
    </p:spTree>
    <p:extLst>
      <p:ext uri="{BB962C8B-B14F-4D97-AF65-F5344CB8AC3E}">
        <p14:creationId xmlns:p14="http://schemas.microsoft.com/office/powerpoint/2010/main" val="1771327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a:extLst>
              <a:ext uri="{FF2B5EF4-FFF2-40B4-BE49-F238E27FC236}">
                <a16:creationId xmlns:a16="http://schemas.microsoft.com/office/drawing/2014/main" id="{D0EE4583-F1E0-D97B-B733-B9F59E4C94D0}"/>
              </a:ext>
            </a:extLst>
          </p:cNvPr>
          <p:cNvSpPr>
            <a:spLocks noChangeArrowheads="1"/>
          </p:cNvSpPr>
          <p:nvPr/>
        </p:nvSpPr>
        <p:spPr bwMode="auto">
          <a:xfrm>
            <a:off x="899592" y="400229"/>
            <a:ext cx="7128792"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400" b="1">
                <a:ea typeface="Calibri" panose="020F0502020204030204" pitchFamily="34" charset="0"/>
                <a:cs typeface="Calibri" panose="020F0502020204030204" pitchFamily="34" charset="0"/>
              </a:rPr>
              <a:t>A</a:t>
            </a:r>
            <a:r>
              <a:rPr kumimoji="0" lang="en-US" altLang="en-US" sz="1400" b="1" i="0" u="none" strike="noStrike" cap="none" normalizeH="0" baseline="0">
                <a:ln>
                  <a:noFill/>
                </a:ln>
                <a:solidFill>
                  <a:schemeClr val="tx1"/>
                </a:solidFill>
                <a:effectLst/>
                <a:ea typeface="Calibri" panose="020F0502020204030204" pitchFamily="34" charset="0"/>
                <a:cs typeface="Calibri" panose="020F0502020204030204" pitchFamily="34" charset="0"/>
              </a:rPr>
              <a:t>mplitude vector </a:t>
            </a:r>
            <a:r>
              <a:rPr kumimoji="0" lang="en-US" altLang="en-US" sz="1400" b="0" i="0" u="none" strike="noStrike" cap="none" normalizeH="0" baseline="0">
                <a:ln>
                  <a:noFill/>
                </a:ln>
                <a:solidFill>
                  <a:schemeClr val="tx1"/>
                </a:solidFill>
                <a:effectLst/>
                <a:ea typeface="Calibri" panose="020F0502020204030204" pitchFamily="34" charset="0"/>
                <a:cs typeface="Calibri" panose="020F0502020204030204" pitchFamily="34" charset="0"/>
              </a:rPr>
              <a:t>of a qubit represents the probability amplitudes associated with the qubit's possible states. A qubit can be in a superposition of the basis states </a:t>
            </a:r>
            <a:r>
              <a:rPr kumimoji="0" lang="en-US" altLang="en-US" sz="1400" b="0" i="0" u="none" strike="noStrike" cap="none" normalizeH="0" baseline="0">
                <a:ln>
                  <a:noFill/>
                </a:ln>
                <a:solidFill>
                  <a:schemeClr val="tx1"/>
                </a:solidFill>
                <a:effectLst/>
                <a:ea typeface="Calibri" panose="020F0502020204030204" pitchFamily="34" charset="0"/>
                <a:cs typeface="Cambria Math" panose="02040503050406030204" pitchFamily="18" charset="0"/>
              </a:rPr>
              <a:t>∣</a:t>
            </a:r>
            <a:r>
              <a:rPr kumimoji="0" lang="en-US" altLang="en-US" sz="1400" b="0" i="0" u="none" strike="noStrike" cap="none" normalizeH="0" baseline="0">
                <a:ln>
                  <a:noFill/>
                </a:ln>
                <a:solidFill>
                  <a:schemeClr val="tx1"/>
                </a:solidFill>
                <a:effectLst/>
                <a:ea typeface="Calibri" panose="020F0502020204030204" pitchFamily="34" charset="0"/>
                <a:cs typeface="Calibri" panose="020F0502020204030204" pitchFamily="34" charset="0"/>
              </a:rPr>
              <a:t>0</a:t>
            </a:r>
            <a:r>
              <a:rPr kumimoji="0" lang="en-US" altLang="en-US" sz="1400" b="0" i="0" u="none" strike="noStrike" cap="none" normalizeH="0" baseline="0">
                <a:ln>
                  <a:noFill/>
                </a:ln>
                <a:solidFill>
                  <a:schemeClr val="tx1"/>
                </a:solidFill>
                <a:effectLst/>
                <a:ea typeface="Calibri" panose="020F0502020204030204" pitchFamily="34" charset="0"/>
                <a:cs typeface="Cambria Math" panose="02040503050406030204" pitchFamily="18" charset="0"/>
              </a:rPr>
              <a:t>⟩</a:t>
            </a:r>
            <a:r>
              <a:rPr kumimoji="0" lang="en-US" altLang="en-US" sz="1400" b="0" i="0" u="none" strike="noStrike" cap="none" normalizeH="0" baseline="0">
                <a:ln>
                  <a:noFill/>
                </a:ln>
                <a:solidFill>
                  <a:schemeClr val="tx1"/>
                </a:solidFill>
                <a:effectLst/>
                <a:ea typeface="Calibri" panose="020F0502020204030204" pitchFamily="34" charset="0"/>
                <a:cs typeface="Calibri" panose="020F0502020204030204" pitchFamily="34" charset="0"/>
              </a:rPr>
              <a:t> and </a:t>
            </a:r>
            <a:r>
              <a:rPr kumimoji="0" lang="en-US" altLang="en-US" sz="1400" b="0" i="0" u="none" strike="noStrike" cap="none" normalizeH="0" baseline="0">
                <a:ln>
                  <a:noFill/>
                </a:ln>
                <a:solidFill>
                  <a:schemeClr val="tx1"/>
                </a:solidFill>
                <a:effectLst/>
                <a:ea typeface="Calibri" panose="020F0502020204030204" pitchFamily="34" charset="0"/>
                <a:cs typeface="Cambria Math" panose="02040503050406030204" pitchFamily="18" charset="0"/>
              </a:rPr>
              <a:t>∣</a:t>
            </a:r>
            <a:r>
              <a:rPr kumimoji="0" lang="en-US" altLang="en-US" sz="1400" b="0" i="0" u="none" strike="noStrike" cap="none" normalizeH="0" baseline="0">
                <a:ln>
                  <a:noFill/>
                </a:ln>
                <a:solidFill>
                  <a:schemeClr val="tx1"/>
                </a:solidFill>
                <a:effectLst/>
                <a:ea typeface="Calibri" panose="020F0502020204030204" pitchFamily="34" charset="0"/>
                <a:cs typeface="Calibri" panose="020F0502020204030204" pitchFamily="34" charset="0"/>
              </a:rPr>
              <a:t>1</a:t>
            </a:r>
            <a:r>
              <a:rPr kumimoji="0" lang="en-US" altLang="en-US" sz="1400" b="0" i="0" u="none" strike="noStrike" cap="none" normalizeH="0" baseline="0">
                <a:ln>
                  <a:noFill/>
                </a:ln>
                <a:solidFill>
                  <a:schemeClr val="tx1"/>
                </a:solidFill>
                <a:effectLst/>
                <a:ea typeface="Calibri" panose="020F0502020204030204" pitchFamily="34" charset="0"/>
                <a:cs typeface="Cambria Math" panose="02040503050406030204" pitchFamily="18" charset="0"/>
              </a:rPr>
              <a:t>⟩</a:t>
            </a:r>
            <a:r>
              <a:rPr kumimoji="0" lang="en-US" altLang="en-US" sz="1400" b="0" i="0" u="none" strike="noStrike" cap="none" normalizeH="0" baseline="0">
                <a:ln>
                  <a:noFill/>
                </a:ln>
                <a:solidFill>
                  <a:schemeClr val="tx1"/>
                </a:solidFill>
                <a:effectLst/>
                <a:ea typeface="Calibri" panose="020F0502020204030204" pitchFamily="34" charset="0"/>
                <a:cs typeface="Calibri" panose="020F0502020204030204" pitchFamily="34" charset="0"/>
              </a:rPr>
              <a:t>, and its state is described by the amplitude vector </a:t>
            </a:r>
            <a:r>
              <a:rPr kumimoji="0" lang="en-US" altLang="en-US" sz="1400" b="0" i="0" u="none" strike="noStrike" cap="none" normalizeH="0" baseline="0">
                <a:ln>
                  <a:noFill/>
                </a:ln>
                <a:solidFill>
                  <a:schemeClr val="tx1"/>
                </a:solidFill>
                <a:effectLst/>
                <a:ea typeface="Calibri" panose="020F0502020204030204" pitchFamily="34" charset="0"/>
                <a:cs typeface="Cambria Math" panose="02040503050406030204" pitchFamily="18" charset="0"/>
              </a:rPr>
              <a:t>∣</a:t>
            </a:r>
            <a:r>
              <a:rPr kumimoji="0" lang="en-US" altLang="en-US" sz="1400" b="0" i="0" u="none" strike="noStrike" cap="none" normalizeH="0" baseline="0">
                <a:ln>
                  <a:noFill/>
                </a:ln>
                <a:solidFill>
                  <a:schemeClr val="tx1"/>
                </a:solidFill>
                <a:effectLst/>
                <a:ea typeface="Calibri" panose="020F0502020204030204" pitchFamily="34" charset="0"/>
              </a:rPr>
              <a:t>ψ</a:t>
            </a:r>
            <a:r>
              <a:rPr kumimoji="0" lang="en-US" altLang="en-US" sz="1400" b="0" i="0" u="none" strike="noStrike" cap="none" normalizeH="0" baseline="0">
                <a:ln>
                  <a:noFill/>
                </a:ln>
                <a:solidFill>
                  <a:schemeClr val="tx1"/>
                </a:solidFill>
                <a:effectLst/>
                <a:ea typeface="Calibri" panose="020F0502020204030204" pitchFamily="34" charset="0"/>
                <a:cs typeface="Cambria Math" panose="02040503050406030204" pitchFamily="18" charset="0"/>
              </a:rPr>
              <a:t>⟩</a:t>
            </a:r>
            <a:r>
              <a:rPr kumimoji="0" lang="en-US" altLang="en-US" sz="1400" b="0" i="0" u="none" strike="noStrike" cap="none" normalizeH="0" baseline="0">
                <a:ln>
                  <a:noFill/>
                </a:ln>
                <a:solidFill>
                  <a:schemeClr val="tx1"/>
                </a:solidFill>
                <a:effectLst/>
                <a:ea typeface="Calibri" panose="020F0502020204030204" pitchFamily="34" charset="0"/>
                <a:cs typeface="Calibri" panose="020F0502020204030204" pitchFamily="34" charset="0"/>
              </a:rPr>
              <a:t>=α</a:t>
            </a:r>
            <a:r>
              <a:rPr kumimoji="0" lang="en-US" altLang="en-US" sz="1400" b="0" i="0" u="none" strike="noStrike" cap="none" normalizeH="0" baseline="0">
                <a:ln>
                  <a:noFill/>
                </a:ln>
                <a:solidFill>
                  <a:schemeClr val="tx1"/>
                </a:solidFill>
                <a:effectLst/>
                <a:ea typeface="Calibri" panose="020F0502020204030204" pitchFamily="34" charset="0"/>
                <a:cs typeface="Cambria Math" panose="02040503050406030204" pitchFamily="18" charset="0"/>
              </a:rPr>
              <a:t>∣</a:t>
            </a:r>
            <a:r>
              <a:rPr kumimoji="0" lang="en-US" altLang="en-US" sz="1400" b="0" i="0" u="none" strike="noStrike" cap="none" normalizeH="0" baseline="0">
                <a:ln>
                  <a:noFill/>
                </a:ln>
                <a:solidFill>
                  <a:schemeClr val="tx1"/>
                </a:solidFill>
                <a:effectLst/>
                <a:ea typeface="Calibri" panose="020F0502020204030204" pitchFamily="34" charset="0"/>
                <a:cs typeface="Calibri" panose="020F0502020204030204" pitchFamily="34" charset="0"/>
              </a:rPr>
              <a:t>0</a:t>
            </a:r>
            <a:r>
              <a:rPr kumimoji="0" lang="en-US" altLang="en-US" sz="1400" b="0" i="0" u="none" strike="noStrike" cap="none" normalizeH="0" baseline="0">
                <a:ln>
                  <a:noFill/>
                </a:ln>
                <a:solidFill>
                  <a:schemeClr val="tx1"/>
                </a:solidFill>
                <a:effectLst/>
                <a:ea typeface="Calibri" panose="020F0502020204030204" pitchFamily="34" charset="0"/>
                <a:cs typeface="Cambria Math" panose="02040503050406030204" pitchFamily="18" charset="0"/>
              </a:rPr>
              <a:t>⟩</a:t>
            </a:r>
            <a:r>
              <a:rPr kumimoji="0" lang="en-US" altLang="en-US" sz="1400" b="0" i="0" u="none" strike="noStrike" cap="none" normalizeH="0" baseline="0">
                <a:ln>
                  <a:noFill/>
                </a:ln>
                <a:solidFill>
                  <a:schemeClr val="tx1"/>
                </a:solidFill>
                <a:effectLst/>
                <a:ea typeface="Calibri" panose="020F0502020204030204" pitchFamily="34" charset="0"/>
                <a:cs typeface="Calibri" panose="020F0502020204030204" pitchFamily="34" charset="0"/>
              </a:rPr>
              <a:t>+β</a:t>
            </a:r>
            <a:r>
              <a:rPr kumimoji="0" lang="en-US" altLang="en-US" sz="1400" b="0" i="0" u="none" strike="noStrike" cap="none" normalizeH="0" baseline="0">
                <a:ln>
                  <a:noFill/>
                </a:ln>
                <a:solidFill>
                  <a:schemeClr val="tx1"/>
                </a:solidFill>
                <a:effectLst/>
                <a:ea typeface="Calibri" panose="020F0502020204030204" pitchFamily="34" charset="0"/>
                <a:cs typeface="Cambria Math" panose="02040503050406030204" pitchFamily="18" charset="0"/>
              </a:rPr>
              <a:t>∣</a:t>
            </a:r>
            <a:r>
              <a:rPr kumimoji="0" lang="en-US" altLang="en-US" sz="1400" b="0" i="0" u="none" strike="noStrike" cap="none" normalizeH="0" baseline="0">
                <a:ln>
                  <a:noFill/>
                </a:ln>
                <a:solidFill>
                  <a:schemeClr val="tx1"/>
                </a:solidFill>
                <a:effectLst/>
                <a:ea typeface="Calibri" panose="020F0502020204030204" pitchFamily="34" charset="0"/>
                <a:cs typeface="Calibri" panose="020F0502020204030204" pitchFamily="34" charset="0"/>
              </a:rPr>
              <a:t>1</a:t>
            </a:r>
            <a:r>
              <a:rPr kumimoji="0" lang="en-US" altLang="en-US" sz="1400" b="0" i="0" u="none" strike="noStrike" cap="none" normalizeH="0" baseline="0">
                <a:ln>
                  <a:noFill/>
                </a:ln>
                <a:solidFill>
                  <a:schemeClr val="tx1"/>
                </a:solidFill>
                <a:effectLst/>
                <a:ea typeface="Calibri" panose="020F0502020204030204" pitchFamily="34" charset="0"/>
                <a:cs typeface="Cambria Math" panose="02040503050406030204" pitchFamily="18" charset="0"/>
              </a:rPr>
              <a:t>⟩</a:t>
            </a:r>
            <a:r>
              <a:rPr kumimoji="0" lang="en-US" altLang="en-US" sz="1400" b="0" i="0" u="none" strike="noStrike" cap="none" normalizeH="0" baseline="0">
                <a:ln>
                  <a:noFill/>
                </a:ln>
                <a:solidFill>
                  <a:schemeClr val="tx1"/>
                </a:solidFill>
                <a:effectLst/>
                <a:ea typeface="Calibri" panose="020F0502020204030204" pitchFamily="34" charset="0"/>
                <a:cs typeface="Calibri" panose="020F0502020204030204" pitchFamily="34" charset="0"/>
              </a:rPr>
              <a:t>, where </a:t>
            </a:r>
            <a:r>
              <a:rPr kumimoji="0" lang="en-US" altLang="en-US" sz="1400" b="0" i="0" u="none" strike="noStrike" cap="none" normalizeH="0" baseline="0">
                <a:ln>
                  <a:noFill/>
                </a:ln>
                <a:solidFill>
                  <a:schemeClr val="tx1"/>
                </a:solidFill>
                <a:effectLst/>
                <a:ea typeface="Calibri" panose="020F0502020204030204" pitchFamily="34" charset="0"/>
                <a:cs typeface="Cambria Math" panose="02040503050406030204" pitchFamily="18" charset="0"/>
              </a:rPr>
              <a:t>𝛼</a:t>
            </a:r>
            <a:r>
              <a:rPr kumimoji="0" lang="en-US" altLang="en-US" sz="1400" b="0" i="0" u="none" strike="noStrike" cap="none" normalizeH="0" baseline="0">
                <a:ln>
                  <a:noFill/>
                </a:ln>
                <a:solidFill>
                  <a:schemeClr val="tx1"/>
                </a:solidFill>
                <a:effectLst/>
                <a:ea typeface="Calibri" panose="020F0502020204030204" pitchFamily="34" charset="0"/>
                <a:cs typeface="Calibri" panose="020F0502020204030204" pitchFamily="34" charset="0"/>
              </a:rPr>
              <a:t> and β are complex numbers.</a:t>
            </a:r>
            <a:endParaRPr kumimoji="0" lang="en-US" altLang="en-US" sz="1400" b="0" i="0" u="none" strike="noStrike" cap="none" normalizeH="0" baseline="0">
              <a:ln>
                <a:noFill/>
              </a:ln>
              <a:solidFill>
                <a:schemeClr val="tx1"/>
              </a:solidFill>
              <a:effectLst/>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400" b="0" i="0" u="none" strike="noStrike" cap="none" normalizeH="0" baseline="0">
              <a:ln>
                <a:noFill/>
              </a:ln>
              <a:solidFill>
                <a:schemeClr val="tx1"/>
              </a:solidFill>
              <a:effectLst/>
            </a:endParaRPr>
          </a:p>
          <a:p>
            <a:pPr marR="0" lvl="0" algn="just" defTabSz="914400" rtl="0" eaLnBrk="0" fontAlgn="base" latinLnBrk="0" hangingPunct="0">
              <a:lnSpc>
                <a:spcPct val="100000"/>
              </a:lnSpc>
              <a:spcBef>
                <a:spcPct val="0"/>
              </a:spcBef>
              <a:spcAft>
                <a:spcPct val="0"/>
              </a:spcAft>
              <a:buClrTx/>
              <a:buSzTx/>
              <a:tabLst/>
            </a:pPr>
            <a:endParaRPr lang="en-US" altLang="en-US" sz="1400"/>
          </a:p>
          <a:p>
            <a:pPr marR="0" lvl="0" algn="just" defTabSz="914400" rtl="0" eaLnBrk="0" fontAlgn="base" latinLnBrk="0" hangingPunct="0">
              <a:lnSpc>
                <a:spcPct val="100000"/>
              </a:lnSpc>
              <a:spcBef>
                <a:spcPct val="0"/>
              </a:spcBef>
              <a:spcAft>
                <a:spcPct val="0"/>
              </a:spcAft>
              <a:buClrTx/>
              <a:buSzTx/>
              <a:tabLst/>
            </a:pPr>
            <a:r>
              <a:rPr lang="en-US" sz="1400">
                <a:effectLst/>
                <a:ea typeface="Calibri" panose="020F0502020204030204" pitchFamily="34" charset="0"/>
              </a:rPr>
              <a:t>      The summation of squared magnitudes of these amplitudes gives 1. </a:t>
            </a:r>
          </a:p>
          <a:p>
            <a:pPr marR="0" lvl="0" algn="just" defTabSz="914400" rtl="0" eaLnBrk="0" fontAlgn="base" latinLnBrk="0" hangingPunct="0">
              <a:lnSpc>
                <a:spcPct val="100000"/>
              </a:lnSpc>
              <a:spcBef>
                <a:spcPct val="0"/>
              </a:spcBef>
              <a:spcAft>
                <a:spcPct val="0"/>
              </a:spcAft>
              <a:buClrTx/>
              <a:buSzTx/>
              <a:tabLst/>
            </a:pPr>
            <a:endParaRPr lang="en-US" altLang="en-US" sz="1400">
              <a:ea typeface="Calibri" panose="020F0502020204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400" b="0" i="0" u="none" strike="noStrike" cap="none" normalizeH="0" baseline="0">
              <a:ln>
                <a:noFill/>
              </a:ln>
              <a:solidFill>
                <a:schemeClr val="tx1"/>
              </a:solidFill>
              <a:ea typeface="Calibri" panose="020F0502020204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sz="1400" b="1">
                <a:effectLst/>
                <a:ea typeface="Calibri" panose="020F0502020204030204" pitchFamily="34" charset="0"/>
              </a:rPr>
              <a:t>Rotation angles </a:t>
            </a:r>
            <a:r>
              <a:rPr lang="en-US" sz="1400">
                <a:effectLst/>
                <a:ea typeface="Calibri" panose="020F0502020204030204" pitchFamily="34" charset="0"/>
              </a:rPr>
              <a:t>in quantum computing refer to the parameters that define how a qubit's state is rotated around the axes of the Bloch sphere. Bloch sphere is a geometrical representation of a qubit's state. [26]</a:t>
            </a:r>
            <a:endParaRPr kumimoji="0" lang="en-US" altLang="en-US" sz="1400" b="0" i="0" u="none" strike="noStrike" cap="none" normalizeH="0" baseline="0">
              <a:ln>
                <a:noFill/>
              </a:ln>
              <a:solidFill>
                <a:schemeClr val="tx1"/>
              </a:solidFill>
              <a:effectLst/>
            </a:endParaRPr>
          </a:p>
        </p:txBody>
      </p:sp>
      <p:pic>
        <p:nvPicPr>
          <p:cNvPr id="7" name="Picture 1">
            <a:extLst>
              <a:ext uri="{FF2B5EF4-FFF2-40B4-BE49-F238E27FC236}">
                <a16:creationId xmlns:a16="http://schemas.microsoft.com/office/drawing/2014/main" id="{B148900D-12A5-EDCA-041B-B82913B8BD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936" y="1275606"/>
            <a:ext cx="1363663" cy="35083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8E47BE4B-0A40-76D5-1FF8-EAA6AC8D25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60031" y="3046847"/>
            <a:ext cx="1551806" cy="1642093"/>
          </a:xfrm>
          <a:prstGeom prst="rect">
            <a:avLst/>
          </a:prstGeom>
          <a:noFill/>
          <a:ln>
            <a:noFill/>
          </a:ln>
        </p:spPr>
      </p:pic>
      <p:sp>
        <p:nvSpPr>
          <p:cNvPr id="10" name="TextBox 9">
            <a:extLst>
              <a:ext uri="{FF2B5EF4-FFF2-40B4-BE49-F238E27FC236}">
                <a16:creationId xmlns:a16="http://schemas.microsoft.com/office/drawing/2014/main" id="{76BF3B1C-8026-13BC-E766-F646BB47266E}"/>
              </a:ext>
            </a:extLst>
          </p:cNvPr>
          <p:cNvSpPr txBox="1"/>
          <p:nvPr/>
        </p:nvSpPr>
        <p:spPr>
          <a:xfrm>
            <a:off x="4467204" y="4743271"/>
            <a:ext cx="2337461" cy="276999"/>
          </a:xfrm>
          <a:prstGeom prst="rect">
            <a:avLst/>
          </a:prstGeom>
          <a:noFill/>
        </p:spPr>
        <p:txBody>
          <a:bodyPr wrap="square">
            <a:spAutoFit/>
          </a:bodyPr>
          <a:lstStyle/>
          <a:p>
            <a:pPr algn="ctr"/>
            <a:r>
              <a:rPr lang="en-US" sz="1200" b="1">
                <a:effectLst/>
                <a:latin typeface="Calibri" panose="020F0502020204030204" pitchFamily="34" charset="0"/>
                <a:ea typeface="Calibri" panose="020F0502020204030204" pitchFamily="34" charset="0"/>
                <a:cs typeface="Calibri" panose="020F0502020204030204" pitchFamily="34" charset="0"/>
              </a:rPr>
              <a:t>Figure 6: Bloch’s Sphere [27]</a:t>
            </a:r>
            <a:endParaRPr lang="en-IN" sz="12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9091562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7E12DC-CBDE-0521-35EB-7D07E6A1F629}"/>
              </a:ext>
            </a:extLst>
          </p:cNvPr>
          <p:cNvSpPr txBox="1"/>
          <p:nvPr/>
        </p:nvSpPr>
        <p:spPr>
          <a:xfrm>
            <a:off x="1043608" y="228600"/>
            <a:ext cx="6912768" cy="2031325"/>
          </a:xfrm>
          <a:prstGeom prst="rect">
            <a:avLst/>
          </a:prstGeom>
          <a:noFill/>
        </p:spPr>
        <p:txBody>
          <a:bodyPr wrap="square">
            <a:spAutoFit/>
          </a:bodyPr>
          <a:lstStyle/>
          <a:p>
            <a:pPr algn="just"/>
            <a:r>
              <a:rPr lang="en-IN" sz="1400" b="1"/>
              <a:t>PennyLane</a:t>
            </a:r>
            <a:r>
              <a:rPr lang="en-IN" sz="1400"/>
              <a:t>[28] is a Python library for programming quantum computers. It focuses on hybrid quantum-classical models, quantum machine learning, classes, APIs and quantum Embeddings with a strong emphasis on integrating quantum computing with classical ML frameworks. </a:t>
            </a:r>
            <a:endParaRPr lang="en-US" sz="1400" b="1">
              <a:effectLst/>
              <a:latin typeface="Calibri" panose="020F0502020204030204" pitchFamily="34" charset="0"/>
              <a:ea typeface="Calibri" panose="020F0502020204030204" pitchFamily="34" charset="0"/>
            </a:endParaRPr>
          </a:p>
          <a:p>
            <a:pPr algn="just"/>
            <a:endParaRPr lang="en-US" sz="1400" b="1">
              <a:latin typeface="Calibri" panose="020F0502020204030204" pitchFamily="34" charset="0"/>
              <a:ea typeface="Calibri" panose="020F0502020204030204" pitchFamily="34" charset="0"/>
            </a:endParaRPr>
          </a:p>
          <a:p>
            <a:pPr algn="just"/>
            <a:r>
              <a:rPr lang="en-US" sz="1400" b="1">
                <a:effectLst/>
                <a:latin typeface="Calibri" panose="020F0502020204030204" pitchFamily="34" charset="0"/>
                <a:ea typeface="Calibri" panose="020F0502020204030204" pitchFamily="34" charset="0"/>
              </a:rPr>
              <a:t>Quantum Embedding: </a:t>
            </a:r>
            <a:r>
              <a:rPr lang="en-US" sz="1400">
                <a:effectLst/>
                <a:latin typeface="Calibri" panose="020F0502020204030204" pitchFamily="34" charset="0"/>
                <a:ea typeface="Calibri" panose="020F0502020204030204" pitchFamily="34" charset="0"/>
              </a:rPr>
              <a:t>A quantum embedding represents classical data as quantum states  via a quantum feature map. </a:t>
            </a:r>
            <a:r>
              <a:rPr lang="en-US" sz="1400">
                <a:effectLst/>
                <a:latin typeface="Calibri" panose="020F0502020204030204" pitchFamily="34" charset="0"/>
                <a:ea typeface="Calibri" panose="020F0502020204030204" pitchFamily="34" charset="0"/>
                <a:cs typeface="Calibri" panose="020F0502020204030204" pitchFamily="34" charset="0"/>
              </a:rPr>
              <a:t>A feature map can transform data into a space where it is easier to process. The feature map in Amplitude Embedding can be Amplitude Vector where as Rotation Angles in Angle Embedding. [26]</a:t>
            </a:r>
            <a:endParaRPr lang="en-IN" sz="1400">
              <a:effectLst/>
              <a:latin typeface="Calibri" panose="020F0502020204030204" pitchFamily="34" charset="0"/>
              <a:ea typeface="Calibri" panose="020F0502020204030204" pitchFamily="34" charset="0"/>
            </a:endParaRPr>
          </a:p>
        </p:txBody>
      </p:sp>
      <p:sp>
        <p:nvSpPr>
          <p:cNvPr id="4" name="Rectangle 2">
            <a:extLst>
              <a:ext uri="{FF2B5EF4-FFF2-40B4-BE49-F238E27FC236}">
                <a16:creationId xmlns:a16="http://schemas.microsoft.com/office/drawing/2014/main" id="{BE54C76A-F9C5-7C33-0AD4-B593AA449CE9}"/>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2049" name="Picture 1">
            <a:extLst>
              <a:ext uri="{FF2B5EF4-FFF2-40B4-BE49-F238E27FC236}">
                <a16:creationId xmlns:a16="http://schemas.microsoft.com/office/drawing/2014/main" id="{CD63A8F8-B9DB-6F4F-033B-7B3540E289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1452"/>
          <a:stretch>
            <a:fillRect/>
          </a:stretch>
        </p:blipFill>
        <p:spPr bwMode="auto">
          <a:xfrm>
            <a:off x="2195736" y="2498266"/>
            <a:ext cx="5112568" cy="212718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00086690-D2D3-6E16-A303-419DB91EA805}"/>
              </a:ext>
            </a:extLst>
          </p:cNvPr>
          <p:cNvSpPr>
            <a:spLocks noChangeArrowheads="1"/>
          </p:cNvSpPr>
          <p:nvPr/>
        </p:nvSpPr>
        <p:spPr bwMode="auto">
          <a:xfrm>
            <a:off x="395536" y="473199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endParaRPr kumimoji="0" lang="en-US" altLang="en-US" sz="600" b="0" i="0" u="none" strike="noStrike" cap="none" normalizeH="0" baseline="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Figure 7: Original Space to Feature Space Conversion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62046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FB9F7A-542E-328F-45BB-CF78A2B83015}"/>
              </a:ext>
            </a:extLst>
          </p:cNvPr>
          <p:cNvSpPr txBox="1"/>
          <p:nvPr/>
        </p:nvSpPr>
        <p:spPr>
          <a:xfrm>
            <a:off x="2286000" y="2385814"/>
            <a:ext cx="4572000" cy="369332"/>
          </a:xfrm>
          <a:prstGeom prst="rect">
            <a:avLst/>
          </a:prstGeom>
          <a:noFill/>
        </p:spPr>
        <p:txBody>
          <a:bodyPr wrap="square">
            <a:spAutoFit/>
          </a:bodyPr>
          <a:lstStyle/>
          <a:p>
            <a:endParaRPr lang="en-IN"/>
          </a:p>
        </p:txBody>
      </p:sp>
      <p:sp>
        <p:nvSpPr>
          <p:cNvPr id="6" name="TextBox 5">
            <a:extLst>
              <a:ext uri="{FF2B5EF4-FFF2-40B4-BE49-F238E27FC236}">
                <a16:creationId xmlns:a16="http://schemas.microsoft.com/office/drawing/2014/main" id="{4145D3C7-8B4E-3A7E-2F4D-BCDD708C9529}"/>
              </a:ext>
            </a:extLst>
          </p:cNvPr>
          <p:cNvSpPr txBox="1"/>
          <p:nvPr/>
        </p:nvSpPr>
        <p:spPr>
          <a:xfrm>
            <a:off x="1223628" y="794340"/>
            <a:ext cx="6696744" cy="3554819"/>
          </a:xfrm>
          <a:prstGeom prst="rect">
            <a:avLst/>
          </a:prstGeom>
          <a:noFill/>
        </p:spPr>
        <p:txBody>
          <a:bodyPr wrap="square">
            <a:spAutoFit/>
          </a:bodyPr>
          <a:lstStyle/>
          <a:p>
            <a:pPr algn="just"/>
            <a:r>
              <a:rPr lang="en-IN" sz="1500"/>
              <a:t>The list of embeddings used as a quantum features to train our model are given below with its corresponding outcome:</a:t>
            </a:r>
          </a:p>
          <a:p>
            <a:pPr algn="just"/>
            <a:endParaRPr lang="en-IN" sz="1500"/>
          </a:p>
          <a:p>
            <a:pPr marL="285750" indent="-285750" algn="just">
              <a:buFont typeface="Arial" panose="020B0604020202020204" pitchFamily="34" charset="0"/>
              <a:buChar char="•"/>
            </a:pPr>
            <a:r>
              <a:rPr lang="en-IN" sz="1500" b="1"/>
              <a:t>Amplitude Embedding: </a:t>
            </a:r>
            <a:r>
              <a:rPr lang="en-IN" sz="1500"/>
              <a:t>Encodes 2^n  features into the amplitude vector of n qubits. If the dimension of the feature vector is smaller than the number of amplitudes, one can automatically pad it with a constant for the missing dimensions using the pad_with option. [26]</a:t>
            </a:r>
          </a:p>
          <a:p>
            <a:pPr algn="just"/>
            <a:endParaRPr lang="en-IN" sz="1500"/>
          </a:p>
          <a:p>
            <a:pPr algn="just"/>
            <a:endParaRPr lang="en-IN" sz="1500"/>
          </a:p>
          <a:p>
            <a:pPr marL="742950" lvl="1" indent="-285750" algn="just">
              <a:buFont typeface="Wingdings" panose="05000000000000000000" pitchFamily="2" charset="2"/>
              <a:buChar char="§"/>
            </a:pPr>
            <a:r>
              <a:rPr lang="en-IN" sz="1500" b="1"/>
              <a:t>Result: </a:t>
            </a:r>
            <a:r>
              <a:rPr lang="en-IN" sz="1500"/>
              <a:t>We made two feature representations using Amplitude Embedding:</a:t>
            </a:r>
          </a:p>
          <a:p>
            <a:pPr marL="1200150" lvl="2" indent="-285750" algn="just">
              <a:buFont typeface="Wingdings" panose="05000000000000000000" pitchFamily="2" charset="2"/>
              <a:buChar char="q"/>
            </a:pPr>
            <a:r>
              <a:rPr lang="en-IN" sz="1500"/>
              <a:t>Classical features + its Amplitude Vector </a:t>
            </a:r>
          </a:p>
          <a:p>
            <a:pPr marL="1200150" lvl="2" indent="-285750" algn="just">
              <a:buFont typeface="Wingdings" panose="05000000000000000000" pitchFamily="2" charset="2"/>
              <a:buChar char="q"/>
            </a:pPr>
            <a:r>
              <a:rPr lang="en-IN" sz="1500"/>
              <a:t>Amplitude Vector of Classical Features</a:t>
            </a:r>
          </a:p>
          <a:p>
            <a:pPr algn="just"/>
            <a:endParaRPr lang="en-IN" sz="1500"/>
          </a:p>
          <a:p>
            <a:pPr marL="285750" indent="-285750" algn="just">
              <a:buFont typeface="Wingdings" panose="05000000000000000000" pitchFamily="2" charset="2"/>
              <a:buChar char="Ø"/>
            </a:pPr>
            <a:r>
              <a:rPr lang="en-US" sz="1500"/>
              <a:t>The best </a:t>
            </a:r>
            <a:r>
              <a:rPr lang="en-US" sz="1500" b="1"/>
              <a:t>accuracy achieved on unseen data</a:t>
            </a:r>
            <a:r>
              <a:rPr lang="en-US" sz="1500"/>
              <a:t>: 69.1% using Amplitude Embedding</a:t>
            </a:r>
          </a:p>
        </p:txBody>
      </p:sp>
    </p:spTree>
    <p:extLst>
      <p:ext uri="{BB962C8B-B14F-4D97-AF65-F5344CB8AC3E}">
        <p14:creationId xmlns:p14="http://schemas.microsoft.com/office/powerpoint/2010/main" val="1826864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A4D352-B3FF-D488-BF0B-44E70D7B016A}"/>
              </a:ext>
            </a:extLst>
          </p:cNvPr>
          <p:cNvPicPr>
            <a:picLocks noChangeAspect="1"/>
          </p:cNvPicPr>
          <p:nvPr/>
        </p:nvPicPr>
        <p:blipFill>
          <a:blip r:embed="rId2"/>
          <a:stretch>
            <a:fillRect/>
          </a:stretch>
        </p:blipFill>
        <p:spPr>
          <a:xfrm>
            <a:off x="4211960" y="1695604"/>
            <a:ext cx="4409036" cy="2232248"/>
          </a:xfrm>
          <a:prstGeom prst="rect">
            <a:avLst/>
          </a:prstGeom>
        </p:spPr>
      </p:pic>
      <p:sp>
        <p:nvSpPr>
          <p:cNvPr id="5" name="TextBox 4">
            <a:extLst>
              <a:ext uri="{FF2B5EF4-FFF2-40B4-BE49-F238E27FC236}">
                <a16:creationId xmlns:a16="http://schemas.microsoft.com/office/drawing/2014/main" id="{41418CE4-2980-94F6-7CFC-4D85D7265F23}"/>
              </a:ext>
            </a:extLst>
          </p:cNvPr>
          <p:cNvSpPr txBox="1"/>
          <p:nvPr/>
        </p:nvSpPr>
        <p:spPr>
          <a:xfrm>
            <a:off x="539552" y="411510"/>
            <a:ext cx="4104456" cy="307777"/>
          </a:xfrm>
          <a:prstGeom prst="rect">
            <a:avLst/>
          </a:prstGeom>
          <a:noFill/>
        </p:spPr>
        <p:txBody>
          <a:bodyPr wrap="square">
            <a:spAutoFit/>
          </a:bodyPr>
          <a:lstStyle/>
          <a:p>
            <a:r>
              <a:rPr lang="en-IN" sz="1400" b="1"/>
              <a:t>Let’s Understand how Amplitude Embedding works:</a:t>
            </a:r>
          </a:p>
        </p:txBody>
      </p:sp>
      <p:pic>
        <p:nvPicPr>
          <p:cNvPr id="6" name="Picture 5">
            <a:extLst>
              <a:ext uri="{FF2B5EF4-FFF2-40B4-BE49-F238E27FC236}">
                <a16:creationId xmlns:a16="http://schemas.microsoft.com/office/drawing/2014/main" id="{62981BE4-DC0C-DD16-A32B-3D05C9A9DD2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83008" y="4443958"/>
            <a:ext cx="3851275" cy="212725"/>
          </a:xfrm>
          <a:prstGeom prst="rect">
            <a:avLst/>
          </a:prstGeom>
          <a:noFill/>
          <a:ln>
            <a:noFill/>
          </a:ln>
        </p:spPr>
      </p:pic>
      <p:sp>
        <p:nvSpPr>
          <p:cNvPr id="7" name="TextBox 6">
            <a:extLst>
              <a:ext uri="{FF2B5EF4-FFF2-40B4-BE49-F238E27FC236}">
                <a16:creationId xmlns:a16="http://schemas.microsoft.com/office/drawing/2014/main" id="{DB334C5B-A8BE-9344-46C4-C5C0FD9B2329}"/>
              </a:ext>
            </a:extLst>
          </p:cNvPr>
          <p:cNvSpPr txBox="1"/>
          <p:nvPr/>
        </p:nvSpPr>
        <p:spPr>
          <a:xfrm>
            <a:off x="4251258" y="1240255"/>
            <a:ext cx="1223083" cy="276999"/>
          </a:xfrm>
          <a:prstGeom prst="rect">
            <a:avLst/>
          </a:prstGeom>
          <a:noFill/>
        </p:spPr>
        <p:txBody>
          <a:bodyPr wrap="square" rtlCol="0">
            <a:spAutoFit/>
          </a:bodyPr>
          <a:lstStyle/>
          <a:p>
            <a:r>
              <a:rPr lang="en-IN" sz="1200" b="1"/>
              <a:t>Code Snippet:</a:t>
            </a:r>
          </a:p>
        </p:txBody>
      </p:sp>
      <p:sp>
        <p:nvSpPr>
          <p:cNvPr id="8" name="TextBox 7">
            <a:extLst>
              <a:ext uri="{FF2B5EF4-FFF2-40B4-BE49-F238E27FC236}">
                <a16:creationId xmlns:a16="http://schemas.microsoft.com/office/drawing/2014/main" id="{5C671908-2EF8-79A8-D7DD-6D028A5FD441}"/>
              </a:ext>
            </a:extLst>
          </p:cNvPr>
          <p:cNvSpPr txBox="1"/>
          <p:nvPr/>
        </p:nvSpPr>
        <p:spPr>
          <a:xfrm>
            <a:off x="4340757" y="4007554"/>
            <a:ext cx="792088" cy="276999"/>
          </a:xfrm>
          <a:prstGeom prst="rect">
            <a:avLst/>
          </a:prstGeom>
          <a:noFill/>
        </p:spPr>
        <p:txBody>
          <a:bodyPr wrap="square" rtlCol="0">
            <a:spAutoFit/>
          </a:bodyPr>
          <a:lstStyle/>
          <a:p>
            <a:r>
              <a:rPr lang="en-IN" sz="1200" b="1"/>
              <a:t>Output:</a:t>
            </a:r>
          </a:p>
        </p:txBody>
      </p:sp>
      <p:sp>
        <p:nvSpPr>
          <p:cNvPr id="10" name="TextBox 9">
            <a:extLst>
              <a:ext uri="{FF2B5EF4-FFF2-40B4-BE49-F238E27FC236}">
                <a16:creationId xmlns:a16="http://schemas.microsoft.com/office/drawing/2014/main" id="{57C16EBD-916F-23F7-E92F-D567ABA9B722}"/>
              </a:ext>
            </a:extLst>
          </p:cNvPr>
          <p:cNvSpPr txBox="1"/>
          <p:nvPr/>
        </p:nvSpPr>
        <p:spPr>
          <a:xfrm>
            <a:off x="395536" y="1800402"/>
            <a:ext cx="3275856" cy="2246769"/>
          </a:xfrm>
          <a:prstGeom prst="rect">
            <a:avLst/>
          </a:prstGeom>
          <a:noFill/>
        </p:spPr>
        <p:txBody>
          <a:bodyPr wrap="square">
            <a:spAutoFit/>
          </a:bodyPr>
          <a:lstStyle/>
          <a:p>
            <a:pPr marL="285750" indent="-285750" algn="just">
              <a:buFont typeface="Wingdings" panose="05000000000000000000" pitchFamily="2" charset="2"/>
              <a:buChar char="Ø"/>
            </a:pPr>
            <a:r>
              <a:rPr lang="en-IN" sz="1400"/>
              <a:t>At first, Pennylane is imported which is necessary to execute circuits on quantum simulators or real quantum hardware. </a:t>
            </a:r>
          </a:p>
          <a:p>
            <a:pPr marL="285750" indent="-285750" algn="just">
              <a:buFont typeface="Wingdings" panose="05000000000000000000" pitchFamily="2" charset="2"/>
              <a:buChar char="Ø"/>
            </a:pPr>
            <a:endParaRPr lang="en-IN" sz="1400"/>
          </a:p>
          <a:p>
            <a:pPr marL="285750" indent="-285750" algn="just">
              <a:buFont typeface="Wingdings" panose="05000000000000000000" pitchFamily="2" charset="2"/>
              <a:buChar char="Ø"/>
            </a:pPr>
            <a:r>
              <a:rPr lang="en-IN" sz="1400"/>
              <a:t>A quantum device is initialized. Also, The number of qubits is fixed for the system. For example, 2^n features for n qubits in Amplitude embedding.</a:t>
            </a:r>
          </a:p>
          <a:p>
            <a:pPr algn="just"/>
            <a:endParaRPr lang="en-IN" sz="1400"/>
          </a:p>
        </p:txBody>
      </p:sp>
    </p:spTree>
    <p:extLst>
      <p:ext uri="{BB962C8B-B14F-4D97-AF65-F5344CB8AC3E}">
        <p14:creationId xmlns:p14="http://schemas.microsoft.com/office/powerpoint/2010/main" val="28615839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F16444-8A97-B794-1522-60569FFC29AB}"/>
              </a:ext>
            </a:extLst>
          </p:cNvPr>
          <p:cNvSpPr txBox="1"/>
          <p:nvPr/>
        </p:nvSpPr>
        <p:spPr>
          <a:xfrm>
            <a:off x="1547664" y="1017478"/>
            <a:ext cx="6264696" cy="3108543"/>
          </a:xfrm>
          <a:prstGeom prst="rect">
            <a:avLst/>
          </a:prstGeom>
          <a:noFill/>
        </p:spPr>
        <p:txBody>
          <a:bodyPr wrap="square">
            <a:spAutoFit/>
          </a:bodyPr>
          <a:lstStyle/>
          <a:p>
            <a:pPr marL="285750" indent="-285750" algn="just">
              <a:buFont typeface="Wingdings" panose="05000000000000000000" pitchFamily="2" charset="2"/>
              <a:buChar char="Ø"/>
            </a:pPr>
            <a:r>
              <a:rPr lang="en-IN" sz="1400"/>
              <a:t>@qml.qnode(dev) turns the circuit function into a quantum node. Quantum Node can be seen as regular functions in classical code but represent quantum computations. The function 'circuit' takes an optional argument f that will contain the features to be embedded into the quantum circuit.</a:t>
            </a:r>
          </a:p>
          <a:p>
            <a:pPr marL="285750" indent="-285750" algn="just">
              <a:buFont typeface="Wingdings" panose="05000000000000000000" pitchFamily="2" charset="2"/>
              <a:buChar char="Ø"/>
            </a:pPr>
            <a:endParaRPr lang="en-IN" sz="1400"/>
          </a:p>
          <a:p>
            <a:pPr marL="285750" indent="-285750" algn="just">
              <a:buFont typeface="Wingdings" panose="05000000000000000000" pitchFamily="2" charset="2"/>
              <a:buChar char="Ø"/>
            </a:pPr>
            <a:r>
              <a:rPr lang="en-IN" sz="1400"/>
              <a:t>qml.AmplitudeEmbedding(features=f, wires=range(2)): This converts classical features f into a quantum state across the specified wires. The range(2) specifies that both qubits (0 and 1) are used.</a:t>
            </a:r>
          </a:p>
          <a:p>
            <a:pPr marL="285750" indent="-285750" algn="just">
              <a:buFont typeface="Wingdings" panose="05000000000000000000" pitchFamily="2" charset="2"/>
              <a:buChar char="Ø"/>
            </a:pPr>
            <a:endParaRPr lang="en-IN" sz="1400"/>
          </a:p>
          <a:p>
            <a:pPr marL="285750" indent="-285750" algn="just">
              <a:buFont typeface="Wingdings" panose="05000000000000000000" pitchFamily="2" charset="2"/>
              <a:buChar char="Ø"/>
            </a:pPr>
            <a:r>
              <a:rPr lang="en-IN" sz="1400"/>
              <a:t>return qml.expval(qml.Z(0)), qml.state(): This returns two things:</a:t>
            </a:r>
          </a:p>
          <a:p>
            <a:pPr marL="742950" lvl="1" indent="-285750" algn="just">
              <a:buFont typeface="Arial" panose="020B0604020202020204" pitchFamily="34" charset="0"/>
              <a:buChar char="•"/>
            </a:pPr>
            <a:r>
              <a:rPr lang="en-IN" sz="1400"/>
              <a:t>qml.expval(qml.Z(0)): The expected value (expectation value) of the Pauli-Z operator measured on the first qubit (wire 0). </a:t>
            </a:r>
          </a:p>
          <a:p>
            <a:pPr marL="742950" lvl="1" indent="-285750" algn="just">
              <a:buFont typeface="Arial" panose="020B0604020202020204" pitchFamily="34" charset="0"/>
              <a:buChar char="•"/>
            </a:pPr>
            <a:r>
              <a:rPr lang="en-IN" sz="1400"/>
              <a:t>qml.state(): The full quantum state of the system after the operations are applied.</a:t>
            </a:r>
          </a:p>
        </p:txBody>
      </p:sp>
    </p:spTree>
    <p:extLst>
      <p:ext uri="{BB962C8B-B14F-4D97-AF65-F5344CB8AC3E}">
        <p14:creationId xmlns:p14="http://schemas.microsoft.com/office/powerpoint/2010/main" val="2939755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870974-84E3-BA0E-9292-7880CB47CDFB}"/>
              </a:ext>
            </a:extLst>
          </p:cNvPr>
          <p:cNvSpPr txBox="1"/>
          <p:nvPr/>
        </p:nvSpPr>
        <p:spPr>
          <a:xfrm>
            <a:off x="755576" y="411510"/>
            <a:ext cx="7920880" cy="4431983"/>
          </a:xfrm>
          <a:prstGeom prst="rect">
            <a:avLst/>
          </a:prstGeom>
          <a:noFill/>
        </p:spPr>
        <p:txBody>
          <a:bodyPr wrap="square">
            <a:spAutoFit/>
          </a:bodyPr>
          <a:lstStyle/>
          <a:p>
            <a:pPr marL="285750" indent="-285750" algn="just">
              <a:buFont typeface="Arial" panose="020B0604020202020204" pitchFamily="34" charset="0"/>
              <a:buChar char="•"/>
            </a:pPr>
            <a:r>
              <a:rPr lang="en-IN" sz="1500" b="1"/>
              <a:t>Angle Embedding: </a:t>
            </a:r>
            <a:r>
              <a:rPr lang="en-IN" sz="1500"/>
              <a:t>Encodes N features into the rotation angles of n qubits, The length of features has to be smaller or equal to the number of qubits.[26] </a:t>
            </a:r>
            <a:r>
              <a:rPr lang="en-US" sz="1400">
                <a:effectLst/>
                <a:latin typeface="Calibri" panose="020F0502020204030204" pitchFamily="34" charset="0"/>
                <a:ea typeface="Calibri" panose="020F0502020204030204" pitchFamily="34" charset="0"/>
                <a:cs typeface="Calibri" panose="020F0502020204030204" pitchFamily="34" charset="0"/>
              </a:rPr>
              <a:t>Instead of measuring the distance between data points, angle embedding focuses on the angle between their vector representations. angle embeddings involve representing data points as complex numbers to capture both magnitude and phase information.</a:t>
            </a:r>
            <a:endParaRPr lang="en-IN" sz="1400">
              <a:effectLst/>
              <a:latin typeface="Calibri" panose="020F0502020204030204" pitchFamily="34" charset="0"/>
              <a:ea typeface="Calibri" panose="020F0502020204030204" pitchFamily="34" charset="0"/>
            </a:endParaRPr>
          </a:p>
          <a:p>
            <a:pPr marL="285750" indent="-285750" algn="just">
              <a:buFont typeface="Arial" panose="020B0604020202020204" pitchFamily="34" charset="0"/>
              <a:buChar char="•"/>
            </a:pPr>
            <a:endParaRPr lang="en-IN" sz="1500"/>
          </a:p>
          <a:p>
            <a:pPr algn="just"/>
            <a:endParaRPr lang="en-IN" sz="1500"/>
          </a:p>
          <a:p>
            <a:pPr algn="just"/>
            <a:r>
              <a:rPr lang="en-US" sz="1500"/>
              <a:t>The rotations can be chosen as either RX, RY or RZ gates, as defined by the rotation         parameter:</a:t>
            </a:r>
          </a:p>
          <a:p>
            <a:pPr marL="742950" lvl="1" indent="-285750" algn="just">
              <a:buFont typeface="Courier New" panose="02070309020205020404" pitchFamily="49" charset="0"/>
              <a:buChar char="o"/>
            </a:pPr>
            <a:r>
              <a:rPr lang="en-US" sz="1500"/>
              <a:t>rotation='X' uses the features as angles of RX rotations</a:t>
            </a:r>
          </a:p>
          <a:p>
            <a:pPr marL="742950" lvl="1" indent="-285750" algn="just">
              <a:buFont typeface="Courier New" panose="02070309020205020404" pitchFamily="49" charset="0"/>
              <a:buChar char="o"/>
            </a:pPr>
            <a:r>
              <a:rPr lang="en-US" sz="1500"/>
              <a:t>rotation='Y' uses the features as angles of RY rotations</a:t>
            </a:r>
          </a:p>
          <a:p>
            <a:pPr marL="742950" lvl="1" indent="-285750" algn="just">
              <a:buFont typeface="Courier New" panose="02070309020205020404" pitchFamily="49" charset="0"/>
              <a:buChar char="o"/>
            </a:pPr>
            <a:r>
              <a:rPr lang="en-US" sz="1500"/>
              <a:t>rotation='Z' uses the features as angles of RZ rotations</a:t>
            </a:r>
          </a:p>
          <a:p>
            <a:pPr marL="285750" indent="-285750" algn="just">
              <a:buFont typeface="Courier New" panose="02070309020205020404" pitchFamily="49" charset="0"/>
              <a:buChar char="o"/>
            </a:pPr>
            <a:endParaRPr lang="en-US" sz="1500"/>
          </a:p>
          <a:p>
            <a:pPr marL="285750" indent="-285750" algn="just">
              <a:buFont typeface="Courier New" panose="02070309020205020404" pitchFamily="49" charset="0"/>
              <a:buChar char="o"/>
            </a:pPr>
            <a:endParaRPr lang="en-US" sz="1500"/>
          </a:p>
          <a:p>
            <a:pPr marL="742950" lvl="1" indent="-285750" algn="just">
              <a:buFont typeface="Wingdings" panose="05000000000000000000" pitchFamily="2" charset="2"/>
              <a:buChar char="§"/>
            </a:pPr>
            <a:r>
              <a:rPr lang="en-IN" sz="1500" b="1"/>
              <a:t>Result: </a:t>
            </a:r>
            <a:r>
              <a:rPr lang="en-IN" sz="1500"/>
              <a:t>We made three feature representations using Angle Embedding:</a:t>
            </a:r>
          </a:p>
          <a:p>
            <a:pPr marL="1200150" lvl="2" indent="-285750" algn="just">
              <a:buFont typeface="Wingdings" panose="05000000000000000000" pitchFamily="2" charset="2"/>
              <a:buChar char="q"/>
            </a:pPr>
            <a:r>
              <a:rPr lang="en-IN" sz="1500"/>
              <a:t>Classical features + features with rotation = ‘X’</a:t>
            </a:r>
          </a:p>
          <a:p>
            <a:pPr marL="1200150" lvl="2" indent="-285750" algn="just">
              <a:buFont typeface="Wingdings" panose="05000000000000000000" pitchFamily="2" charset="2"/>
              <a:buChar char="q"/>
            </a:pPr>
            <a:r>
              <a:rPr lang="en-IN" sz="1500"/>
              <a:t>Classical features + features with rotation = ‘Y’</a:t>
            </a:r>
          </a:p>
          <a:p>
            <a:pPr marL="1200150" lvl="2" indent="-285750" algn="just">
              <a:buFont typeface="Wingdings" panose="05000000000000000000" pitchFamily="2" charset="2"/>
              <a:buChar char="q"/>
            </a:pPr>
            <a:r>
              <a:rPr lang="en-IN" sz="1500"/>
              <a:t>Classical features + features with rotation = ‘Z’</a:t>
            </a:r>
          </a:p>
          <a:p>
            <a:pPr algn="just"/>
            <a:endParaRPr lang="en-IN" sz="1500"/>
          </a:p>
          <a:p>
            <a:pPr marL="285750" indent="-285750" algn="just">
              <a:buFont typeface="Wingdings" panose="05000000000000000000" pitchFamily="2" charset="2"/>
              <a:buChar char="Ø"/>
            </a:pPr>
            <a:r>
              <a:rPr lang="en-US" sz="1500"/>
              <a:t>The best </a:t>
            </a:r>
            <a:r>
              <a:rPr lang="en-US" sz="1500" b="1"/>
              <a:t>accuracy achived on unseen data</a:t>
            </a:r>
            <a:r>
              <a:rPr lang="en-US" sz="1500"/>
              <a:t>: 67.4% with rotation ‘Z’</a:t>
            </a:r>
          </a:p>
        </p:txBody>
      </p:sp>
    </p:spTree>
    <p:extLst>
      <p:ext uri="{BB962C8B-B14F-4D97-AF65-F5344CB8AC3E}">
        <p14:creationId xmlns:p14="http://schemas.microsoft.com/office/powerpoint/2010/main" val="3781053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0ABE12-DB69-5A2B-6AD2-6A7AAF7E9AB6}"/>
              </a:ext>
            </a:extLst>
          </p:cNvPr>
          <p:cNvSpPr txBox="1"/>
          <p:nvPr/>
        </p:nvSpPr>
        <p:spPr>
          <a:xfrm>
            <a:off x="1331640" y="627534"/>
            <a:ext cx="6840760" cy="4031873"/>
          </a:xfrm>
          <a:prstGeom prst="rect">
            <a:avLst/>
          </a:prstGeom>
          <a:noFill/>
        </p:spPr>
        <p:txBody>
          <a:bodyPr wrap="square">
            <a:spAutoFit/>
          </a:bodyPr>
          <a:lstStyle/>
          <a:p>
            <a:pPr algn="just"/>
            <a:r>
              <a:rPr lang="en-IN" sz="1600" b="1"/>
              <a:t>Applications of Quantum Embedding</a:t>
            </a:r>
          </a:p>
          <a:p>
            <a:pPr algn="just"/>
            <a:endParaRPr lang="en-IN" sz="1400"/>
          </a:p>
          <a:p>
            <a:pPr algn="just"/>
            <a:r>
              <a:rPr lang="en-IN" sz="1400"/>
              <a:t>While still an emerging area, potential applications include:</a:t>
            </a:r>
          </a:p>
          <a:p>
            <a:pPr algn="just"/>
            <a:endParaRPr lang="en-IN" sz="1400"/>
          </a:p>
          <a:p>
            <a:pPr algn="just"/>
            <a:r>
              <a:rPr lang="en-IN" sz="1400"/>
              <a:t>i)  </a:t>
            </a:r>
            <a:r>
              <a:rPr lang="en-IN" sz="1400" b="1"/>
              <a:t>Natural language processing: </a:t>
            </a:r>
            <a:r>
              <a:rPr lang="en-IN" sz="1400"/>
              <a:t>capturing semantic and syntactic relationships</a:t>
            </a:r>
          </a:p>
          <a:p>
            <a:pPr algn="just"/>
            <a:r>
              <a:rPr lang="en-IN" sz="1400"/>
              <a:t>ii)  </a:t>
            </a:r>
            <a:r>
              <a:rPr lang="en-IN" sz="1400" b="1"/>
              <a:t>Audio, Video and Speech Processing: </a:t>
            </a:r>
            <a:r>
              <a:rPr lang="en-IN" sz="1400"/>
              <a:t>representing features.</a:t>
            </a:r>
          </a:p>
          <a:p>
            <a:pPr algn="just"/>
            <a:r>
              <a:rPr lang="en-IN" sz="1400"/>
              <a:t>iii) </a:t>
            </a:r>
            <a:r>
              <a:rPr lang="en-IN" sz="1400" b="1"/>
              <a:t>Quantum Machine Learning: </a:t>
            </a:r>
            <a:r>
              <a:rPr lang="en-IN" sz="1400"/>
              <a:t>Amplitude embedding is used in various quantum machine learning algorithms, such as quantum support vector machines, quantum neural networks, Recommendation systems.</a:t>
            </a:r>
          </a:p>
          <a:p>
            <a:pPr algn="just"/>
            <a:endParaRPr lang="en-IN" sz="1400"/>
          </a:p>
          <a:p>
            <a:pPr algn="just"/>
            <a:r>
              <a:rPr lang="en-IN" sz="1600" b="1"/>
              <a:t>Challenges of Quantum Embedding</a:t>
            </a:r>
          </a:p>
          <a:p>
            <a:pPr algn="just"/>
            <a:endParaRPr lang="en-IN" sz="1400"/>
          </a:p>
          <a:p>
            <a:pPr algn="just"/>
            <a:r>
              <a:rPr lang="en-IN" sz="1400"/>
              <a:t>i)</a:t>
            </a:r>
            <a:r>
              <a:rPr lang="en-IN" sz="1400" b="1"/>
              <a:t>Value Error: </a:t>
            </a:r>
            <a:r>
              <a:rPr lang="en-IN" sz="1400"/>
              <a:t>Unmatched data patterns/ corrupted data . "Sum of amplitudes-squared does not equal one." “Exception Handling for Value Error” was applied for All such training audio files and those data(65 audios) were avoided.</a:t>
            </a:r>
          </a:p>
          <a:p>
            <a:pPr algn="just"/>
            <a:r>
              <a:rPr lang="en-IN" sz="1400"/>
              <a:t>ii)</a:t>
            </a:r>
            <a:r>
              <a:rPr lang="en-IN" sz="1400" b="1"/>
              <a:t>Hardware Limitations: </a:t>
            </a:r>
            <a:r>
              <a:rPr lang="en-IN" sz="1400"/>
              <a:t>Current simulators/devices have limited qubit numbers, restricting the size of data that can be directly encoded</a:t>
            </a:r>
          </a:p>
          <a:p>
            <a:pPr algn="just"/>
            <a:r>
              <a:rPr lang="en-IN" sz="1400"/>
              <a:t>iii)</a:t>
            </a:r>
            <a:r>
              <a:rPr lang="en-IN" sz="1400" b="1"/>
              <a:t>High Consumption of Time: </a:t>
            </a:r>
            <a:r>
              <a:rPr lang="en-IN" sz="1400"/>
              <a:t>It takes high amount of time in execution, usually, 3-4 days.</a:t>
            </a:r>
          </a:p>
        </p:txBody>
      </p:sp>
    </p:spTree>
    <p:extLst>
      <p:ext uri="{BB962C8B-B14F-4D97-AF65-F5344CB8AC3E}">
        <p14:creationId xmlns:p14="http://schemas.microsoft.com/office/powerpoint/2010/main" val="36790838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2DCE8F-CF0C-FB74-F631-000E2D963944}"/>
              </a:ext>
            </a:extLst>
          </p:cNvPr>
          <p:cNvSpPr txBox="1"/>
          <p:nvPr/>
        </p:nvSpPr>
        <p:spPr>
          <a:xfrm>
            <a:off x="941993" y="1275606"/>
            <a:ext cx="7344816" cy="3323987"/>
          </a:xfrm>
          <a:prstGeom prst="rect">
            <a:avLst/>
          </a:prstGeom>
          <a:noFill/>
        </p:spPr>
        <p:txBody>
          <a:bodyPr wrap="square" rtlCol="0">
            <a:spAutoFit/>
          </a:bodyPr>
          <a:lstStyle/>
          <a:p>
            <a:pPr algn="just"/>
            <a:r>
              <a:rPr lang="en-US" sz="1400" b="1"/>
              <a:t>Before we discuss the model and the changes we have made let’s discuss some basics of Neural Networks:</a:t>
            </a:r>
          </a:p>
          <a:p>
            <a:pPr algn="just"/>
            <a:endParaRPr lang="en-US" sz="1400" b="1"/>
          </a:p>
          <a:p>
            <a:pPr algn="just"/>
            <a:r>
              <a:rPr lang="en-US" sz="1400" b="1"/>
              <a:t>Neural Networks </a:t>
            </a:r>
            <a:r>
              <a:rPr lang="en-US" sz="1400"/>
              <a:t>are inspired by the human brain's structure. The depth of the network allows them to learn complex patterns and relationships in data. Neural Networks are handy in pattern recognition and optimisation problems thus then are very helpful in image classification and speech processing.</a:t>
            </a:r>
          </a:p>
          <a:p>
            <a:pPr algn="just"/>
            <a:endParaRPr lang="en-US" sz="1400"/>
          </a:p>
          <a:p>
            <a:pPr algn="just"/>
            <a:r>
              <a:rPr lang="en-US" sz="1400" b="1"/>
              <a:t> ANN (Artificial Neural Network): </a:t>
            </a:r>
            <a:r>
              <a:rPr lang="en-US" sz="1400"/>
              <a:t>It is a Simple layers of neurons (input layer, hidden layers, output layer) mainly used for classification. In Dialect Identifier, it Can classify audio features on the basis of pitch, volume.</a:t>
            </a:r>
          </a:p>
          <a:p>
            <a:pPr algn="just"/>
            <a:endParaRPr lang="en-US" sz="1400"/>
          </a:p>
          <a:p>
            <a:pPr algn="just"/>
            <a:r>
              <a:rPr lang="en-US" sz="1400" b="1"/>
              <a:t>CNN (Convolutional Neural Network): </a:t>
            </a:r>
            <a:r>
              <a:rPr lang="en-US" sz="1400"/>
              <a:t>It includes convolutional layers that scan input data with filters, and Pooling layer that captures the necessary features and discard the noises. In Audio Classification it can be applied to pectrograms to recognize patterns in sound.</a:t>
            </a:r>
          </a:p>
        </p:txBody>
      </p:sp>
      <p:sp>
        <p:nvSpPr>
          <p:cNvPr id="3" name="object 2">
            <a:extLst>
              <a:ext uri="{FF2B5EF4-FFF2-40B4-BE49-F238E27FC236}">
                <a16:creationId xmlns:a16="http://schemas.microsoft.com/office/drawing/2014/main" id="{D63C9AFF-19BA-4F43-3549-29118CFB2762}"/>
              </a:ext>
            </a:extLst>
          </p:cNvPr>
          <p:cNvSpPr/>
          <p:nvPr/>
        </p:nvSpPr>
        <p:spPr>
          <a:xfrm>
            <a:off x="2555776" y="267494"/>
            <a:ext cx="4117250" cy="519598"/>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nchor="ctr"/>
          <a:lstStyle/>
          <a:p>
            <a:pPr algn="ctr"/>
            <a:r>
              <a:rPr lang="en-IN" sz="2400"/>
              <a:t>5.3 Neural Network Models</a:t>
            </a:r>
          </a:p>
        </p:txBody>
      </p:sp>
    </p:spTree>
    <p:extLst>
      <p:ext uri="{BB962C8B-B14F-4D97-AF65-F5344CB8AC3E}">
        <p14:creationId xmlns:p14="http://schemas.microsoft.com/office/powerpoint/2010/main" val="2444326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C75C22-F122-CE7B-EBE8-B918FDFAFC5A}"/>
              </a:ext>
            </a:extLst>
          </p:cNvPr>
          <p:cNvSpPr txBox="1"/>
          <p:nvPr/>
        </p:nvSpPr>
        <p:spPr>
          <a:xfrm>
            <a:off x="611560" y="909756"/>
            <a:ext cx="7560840" cy="3323987"/>
          </a:xfrm>
          <a:prstGeom prst="rect">
            <a:avLst/>
          </a:prstGeom>
          <a:noFill/>
        </p:spPr>
        <p:txBody>
          <a:bodyPr wrap="square">
            <a:spAutoFit/>
          </a:bodyPr>
          <a:lstStyle/>
          <a:p>
            <a:pPr algn="just"/>
            <a:r>
              <a:rPr lang="en-IN" sz="1400" b="1"/>
              <a:t>Here are few Important Parameters of Neural Networks:</a:t>
            </a:r>
          </a:p>
          <a:p>
            <a:pPr marL="285750" indent="-285750" algn="just">
              <a:buFont typeface="Wingdings" panose="05000000000000000000" pitchFamily="2" charset="2"/>
              <a:buChar char="Ø"/>
            </a:pPr>
            <a:endParaRPr lang="en-IN" sz="1400"/>
          </a:p>
          <a:p>
            <a:pPr marL="285750" indent="-285750" algn="just">
              <a:buFont typeface="Wingdings" panose="05000000000000000000" pitchFamily="2" charset="2"/>
              <a:buChar char="Ø"/>
            </a:pPr>
            <a:r>
              <a:rPr lang="en-IN" sz="1400" b="1"/>
              <a:t>Initializers</a:t>
            </a:r>
            <a:r>
              <a:rPr lang="en-IN" sz="1400"/>
              <a:t> are critical for setting up the starting point of weights in a neural network. Ones Initializer, and Constant Initializer are the example of Initializers.</a:t>
            </a:r>
          </a:p>
          <a:p>
            <a:pPr marL="285750" indent="-285750" algn="just">
              <a:buFont typeface="Wingdings" panose="05000000000000000000" pitchFamily="2" charset="2"/>
              <a:buChar char="Ø"/>
            </a:pPr>
            <a:endParaRPr lang="en-IN" sz="1400"/>
          </a:p>
          <a:p>
            <a:pPr marL="285750" indent="-285750" algn="just">
              <a:buFont typeface="Wingdings" panose="05000000000000000000" pitchFamily="2" charset="2"/>
              <a:buChar char="Ø"/>
            </a:pPr>
            <a:r>
              <a:rPr lang="en-IN" sz="1400" b="1"/>
              <a:t>Activation functions </a:t>
            </a:r>
            <a:r>
              <a:rPr lang="en-IN" sz="1400"/>
              <a:t>are used to introduce non-linearity, enabling the network to learn complex patterns. ReLU (Rectified Linear Unit) is Commonly used in hidden layers. SoftMax are mainly used in output layer to show the probabilities of each output classes.</a:t>
            </a:r>
          </a:p>
          <a:p>
            <a:pPr marL="285750" indent="-285750" algn="just">
              <a:buFont typeface="Wingdings" panose="05000000000000000000" pitchFamily="2" charset="2"/>
              <a:buChar char="Ø"/>
            </a:pPr>
            <a:endParaRPr lang="en-IN" sz="1400"/>
          </a:p>
          <a:p>
            <a:pPr marL="285750" indent="-285750" algn="just">
              <a:buFont typeface="Wingdings" panose="05000000000000000000" pitchFamily="2" charset="2"/>
              <a:buChar char="Ø"/>
            </a:pPr>
            <a:r>
              <a:rPr lang="en-IN" sz="1400"/>
              <a:t>The </a:t>
            </a:r>
            <a:r>
              <a:rPr lang="en-IN" sz="1400" b="1"/>
              <a:t>learning rate </a:t>
            </a:r>
            <a:r>
              <a:rPr lang="en-IN" sz="1400"/>
              <a:t>is a hyperparameter that determines the step size taken while change in gradient during optimization. A high learning rate can miss the optimal solution, while a low learning rate can result in slow convergence.</a:t>
            </a:r>
          </a:p>
          <a:p>
            <a:pPr marL="285750" indent="-285750" algn="just">
              <a:buFont typeface="Wingdings" panose="05000000000000000000" pitchFamily="2" charset="2"/>
              <a:buChar char="Ø"/>
            </a:pPr>
            <a:endParaRPr lang="en-IN" sz="1400"/>
          </a:p>
          <a:p>
            <a:pPr marL="285750" indent="-285750" algn="just">
              <a:buFont typeface="Wingdings" panose="05000000000000000000" pitchFamily="2" charset="2"/>
              <a:buChar char="Ø"/>
            </a:pPr>
            <a:r>
              <a:rPr lang="en-IN" sz="1400"/>
              <a:t>The </a:t>
            </a:r>
            <a:r>
              <a:rPr lang="en-IN" sz="1400" b="1"/>
              <a:t>batch size </a:t>
            </a:r>
            <a:r>
              <a:rPr lang="en-IN" sz="1400"/>
              <a:t>is the number of training examples used in one iteration of the optimization process. It influences the training speed, memory usage, and convergence behavior of the model. </a:t>
            </a:r>
          </a:p>
        </p:txBody>
      </p:sp>
    </p:spTree>
    <p:extLst>
      <p:ext uri="{BB962C8B-B14F-4D97-AF65-F5344CB8AC3E}">
        <p14:creationId xmlns:p14="http://schemas.microsoft.com/office/powerpoint/2010/main" val="10049645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6AC480-B735-05F2-D100-0FB9922C1024}"/>
              </a:ext>
            </a:extLst>
          </p:cNvPr>
          <p:cNvSpPr txBox="1"/>
          <p:nvPr/>
        </p:nvSpPr>
        <p:spPr>
          <a:xfrm>
            <a:off x="899592" y="479080"/>
            <a:ext cx="7416824" cy="1815882"/>
          </a:xfrm>
          <a:prstGeom prst="rect">
            <a:avLst/>
          </a:prstGeom>
          <a:noFill/>
        </p:spPr>
        <p:txBody>
          <a:bodyPr wrap="square" rtlCol="0">
            <a:spAutoFit/>
          </a:bodyPr>
          <a:lstStyle/>
          <a:p>
            <a:pPr algn="just"/>
            <a:r>
              <a:rPr lang="en-US" sz="1400"/>
              <a:t>The feature extraction is performed on Audio files. Then, the features is trained with the CNN model. The CNN architecture comprises of 4 convolution layers, the convolutional layer of the CNN is followed by Global Pooling operation, and a fully connected hidden layer with 0.2 dropout. During this stage vector sequence x is mapped to a single final hidden vector h representing the entire sequence. The final representation is fed to a SoftMax layer that maps h to a probability distribution over labels. In the best existing model for DID with an accuracy of approx. 65%, The features are extracted from the Audio data and given to the CNN Model. The Model then provides the corresponding Dialect label for the Audio.</a:t>
            </a:r>
            <a:endParaRPr lang="en-IN" sz="1400"/>
          </a:p>
        </p:txBody>
      </p:sp>
      <p:grpSp>
        <p:nvGrpSpPr>
          <p:cNvPr id="3" name="Group 2">
            <a:extLst>
              <a:ext uri="{FF2B5EF4-FFF2-40B4-BE49-F238E27FC236}">
                <a16:creationId xmlns:a16="http://schemas.microsoft.com/office/drawing/2014/main" id="{F4F335CF-1CB7-B64E-0781-0E4D566B8CC3}"/>
              </a:ext>
            </a:extLst>
          </p:cNvPr>
          <p:cNvGrpSpPr/>
          <p:nvPr/>
        </p:nvGrpSpPr>
        <p:grpSpPr>
          <a:xfrm>
            <a:off x="1835696" y="2283718"/>
            <a:ext cx="5965824" cy="2368157"/>
            <a:chOff x="681246" y="12445"/>
            <a:chExt cx="8300684" cy="3156821"/>
          </a:xfrm>
        </p:grpSpPr>
        <p:grpSp>
          <p:nvGrpSpPr>
            <p:cNvPr id="4" name="Group 3">
              <a:extLst>
                <a:ext uri="{FF2B5EF4-FFF2-40B4-BE49-F238E27FC236}">
                  <a16:creationId xmlns:a16="http://schemas.microsoft.com/office/drawing/2014/main" id="{A458E6CE-F75E-B44D-EA76-E5D7E2BC0F7F}"/>
                </a:ext>
              </a:extLst>
            </p:cNvPr>
            <p:cNvGrpSpPr/>
            <p:nvPr/>
          </p:nvGrpSpPr>
          <p:grpSpPr>
            <a:xfrm>
              <a:off x="2312970" y="1096758"/>
              <a:ext cx="2012931" cy="1148294"/>
              <a:chOff x="2312970" y="1096758"/>
              <a:chExt cx="1897360" cy="1609328"/>
            </a:xfrm>
          </p:grpSpPr>
          <p:sp>
            <p:nvSpPr>
              <p:cNvPr id="19" name="Rectangle 18">
                <a:extLst>
                  <a:ext uri="{FF2B5EF4-FFF2-40B4-BE49-F238E27FC236}">
                    <a16:creationId xmlns:a16="http://schemas.microsoft.com/office/drawing/2014/main" id="{D93DF567-48DD-3E33-3781-F632F1CB59A8}"/>
                  </a:ext>
                </a:extLst>
              </p:cNvPr>
              <p:cNvSpPr/>
              <p:nvPr/>
            </p:nvSpPr>
            <p:spPr>
              <a:xfrm>
                <a:off x="2312970" y="1096758"/>
                <a:ext cx="1440160" cy="11521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20" name="Rectangle 19">
                <a:extLst>
                  <a:ext uri="{FF2B5EF4-FFF2-40B4-BE49-F238E27FC236}">
                    <a16:creationId xmlns:a16="http://schemas.microsoft.com/office/drawing/2014/main" id="{A963EA1D-4D34-C73A-2B7A-4F0EAAD97F93}"/>
                  </a:ext>
                </a:extLst>
              </p:cNvPr>
              <p:cNvSpPr/>
              <p:nvPr/>
            </p:nvSpPr>
            <p:spPr>
              <a:xfrm>
                <a:off x="2465370" y="1249158"/>
                <a:ext cx="1440160" cy="11521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21" name="Rectangle 20">
                <a:extLst>
                  <a:ext uri="{FF2B5EF4-FFF2-40B4-BE49-F238E27FC236}">
                    <a16:creationId xmlns:a16="http://schemas.microsoft.com/office/drawing/2014/main" id="{4AABB4D2-A759-66EB-C25E-2F94490CE11F}"/>
                  </a:ext>
                </a:extLst>
              </p:cNvPr>
              <p:cNvSpPr/>
              <p:nvPr/>
            </p:nvSpPr>
            <p:spPr>
              <a:xfrm>
                <a:off x="2617770" y="1401558"/>
                <a:ext cx="1440160" cy="11521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22" name="Rectangle 21">
                <a:extLst>
                  <a:ext uri="{FF2B5EF4-FFF2-40B4-BE49-F238E27FC236}">
                    <a16:creationId xmlns:a16="http://schemas.microsoft.com/office/drawing/2014/main" id="{BBBC6E03-A95D-42CA-866D-D4FD3DA120B0}"/>
                  </a:ext>
                </a:extLst>
              </p:cNvPr>
              <p:cNvSpPr/>
              <p:nvPr/>
            </p:nvSpPr>
            <p:spPr>
              <a:xfrm>
                <a:off x="2770170" y="1553958"/>
                <a:ext cx="1440160" cy="11521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grpSp>
        <p:sp>
          <p:nvSpPr>
            <p:cNvPr id="5" name="Arrow: Right 4">
              <a:extLst>
                <a:ext uri="{FF2B5EF4-FFF2-40B4-BE49-F238E27FC236}">
                  <a16:creationId xmlns:a16="http://schemas.microsoft.com/office/drawing/2014/main" id="{68F64D00-C427-380B-B160-16CB310CD690}"/>
                </a:ext>
              </a:extLst>
            </p:cNvPr>
            <p:cNvSpPr/>
            <p:nvPr/>
          </p:nvSpPr>
          <p:spPr>
            <a:xfrm>
              <a:off x="4680534" y="1250439"/>
              <a:ext cx="770781" cy="8220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grpSp>
          <p:nvGrpSpPr>
            <p:cNvPr id="6" name="Group 5">
              <a:extLst>
                <a:ext uri="{FF2B5EF4-FFF2-40B4-BE49-F238E27FC236}">
                  <a16:creationId xmlns:a16="http://schemas.microsoft.com/office/drawing/2014/main" id="{0044942A-9310-D660-6E2C-8C1E3C678BEA}"/>
                </a:ext>
              </a:extLst>
            </p:cNvPr>
            <p:cNvGrpSpPr/>
            <p:nvPr/>
          </p:nvGrpSpPr>
          <p:grpSpPr>
            <a:xfrm>
              <a:off x="5700102" y="1216848"/>
              <a:ext cx="1689565" cy="930812"/>
              <a:chOff x="5700102" y="1216848"/>
              <a:chExt cx="1592560" cy="1304528"/>
            </a:xfrm>
          </p:grpSpPr>
          <p:sp>
            <p:nvSpPr>
              <p:cNvPr id="17" name="Rectangle 16">
                <a:extLst>
                  <a:ext uri="{FF2B5EF4-FFF2-40B4-BE49-F238E27FC236}">
                    <a16:creationId xmlns:a16="http://schemas.microsoft.com/office/drawing/2014/main" id="{918BD42E-0902-970F-CF3C-5E3CB4B7BEC0}"/>
                  </a:ext>
                </a:extLst>
              </p:cNvPr>
              <p:cNvSpPr/>
              <p:nvPr/>
            </p:nvSpPr>
            <p:spPr>
              <a:xfrm>
                <a:off x="5700102" y="1216848"/>
                <a:ext cx="1440160" cy="11521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18" name="Rectangle 17">
                <a:extLst>
                  <a:ext uri="{FF2B5EF4-FFF2-40B4-BE49-F238E27FC236}">
                    <a16:creationId xmlns:a16="http://schemas.microsoft.com/office/drawing/2014/main" id="{19BFB86F-2C0F-20D3-2959-76B80F979649}"/>
                  </a:ext>
                </a:extLst>
              </p:cNvPr>
              <p:cNvSpPr/>
              <p:nvPr/>
            </p:nvSpPr>
            <p:spPr>
              <a:xfrm>
                <a:off x="5852502" y="1369248"/>
                <a:ext cx="1440160" cy="11521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grpSp>
        <p:sp>
          <p:nvSpPr>
            <p:cNvPr id="7" name="Minus Sign 6">
              <a:extLst>
                <a:ext uri="{FF2B5EF4-FFF2-40B4-BE49-F238E27FC236}">
                  <a16:creationId xmlns:a16="http://schemas.microsoft.com/office/drawing/2014/main" id="{E6D5FC41-00B7-8521-5E90-17CF35B94ED1}"/>
                </a:ext>
              </a:extLst>
            </p:cNvPr>
            <p:cNvSpPr/>
            <p:nvPr/>
          </p:nvSpPr>
          <p:spPr>
            <a:xfrm>
              <a:off x="8319457" y="86499"/>
              <a:ext cx="262460" cy="3082767"/>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8" name="Arrow: Right 7">
              <a:extLst>
                <a:ext uri="{FF2B5EF4-FFF2-40B4-BE49-F238E27FC236}">
                  <a16:creationId xmlns:a16="http://schemas.microsoft.com/office/drawing/2014/main" id="{8D399D40-03A4-77BE-CEBE-8FC7FBD64000}"/>
                </a:ext>
              </a:extLst>
            </p:cNvPr>
            <p:cNvSpPr/>
            <p:nvPr/>
          </p:nvSpPr>
          <p:spPr>
            <a:xfrm>
              <a:off x="7660706" y="1541384"/>
              <a:ext cx="534758" cy="2401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9" name="TextBox 13">
              <a:extLst>
                <a:ext uri="{FF2B5EF4-FFF2-40B4-BE49-F238E27FC236}">
                  <a16:creationId xmlns:a16="http://schemas.microsoft.com/office/drawing/2014/main" id="{F2DA2B80-115A-BC4A-A8F8-DF5C99FF7A8E}"/>
                </a:ext>
              </a:extLst>
            </p:cNvPr>
            <p:cNvSpPr txBox="1"/>
            <p:nvPr/>
          </p:nvSpPr>
          <p:spPr>
            <a:xfrm>
              <a:off x="2474422" y="2397699"/>
              <a:ext cx="1821200" cy="467070"/>
            </a:xfrm>
            <a:prstGeom prst="rect">
              <a:avLst/>
            </a:prstGeom>
            <a:noFill/>
          </p:spPr>
          <p:txBody>
            <a:bodyPr wrap="square" rtlCol="0">
              <a:noAutofit/>
            </a:bodyPr>
            <a:lstStyle/>
            <a:p>
              <a:r>
                <a:rPr lang="en-US" sz="1100" kern="1200">
                  <a:solidFill>
                    <a:srgbClr val="000000"/>
                  </a:solidFill>
                  <a:effectLst/>
                  <a:latin typeface="Calibri" panose="020F0502020204030204" pitchFamily="34" charset="0"/>
                  <a:ea typeface="Calibri" panose="020F0502020204030204" pitchFamily="34" charset="0"/>
                  <a:cs typeface="Mangal" panose="02040503050203030202" pitchFamily="18" charset="0"/>
                </a:rPr>
                <a:t>4 Convolutional layers + 4 Relu</a:t>
              </a:r>
              <a:endParaRPr lang="en-IN" sz="1100">
                <a:effectLst/>
                <a:latin typeface="Calibri" panose="020F0502020204030204" pitchFamily="34" charset="0"/>
                <a:ea typeface="Calibri" panose="020F0502020204030204" pitchFamily="34" charset="0"/>
              </a:endParaRPr>
            </a:p>
          </p:txBody>
        </p:sp>
        <p:sp>
          <p:nvSpPr>
            <p:cNvPr id="10" name="TextBox 14">
              <a:extLst>
                <a:ext uri="{FF2B5EF4-FFF2-40B4-BE49-F238E27FC236}">
                  <a16:creationId xmlns:a16="http://schemas.microsoft.com/office/drawing/2014/main" id="{311366BB-3174-8DA0-3C3D-C7EAAD859CB9}"/>
                </a:ext>
              </a:extLst>
            </p:cNvPr>
            <p:cNvSpPr txBox="1"/>
            <p:nvPr/>
          </p:nvSpPr>
          <p:spPr>
            <a:xfrm>
              <a:off x="5512402" y="2366888"/>
              <a:ext cx="2209165" cy="484006"/>
            </a:xfrm>
            <a:prstGeom prst="rect">
              <a:avLst/>
            </a:prstGeom>
            <a:noFill/>
          </p:spPr>
          <p:txBody>
            <a:bodyPr wrap="square" rtlCol="0">
              <a:noAutofit/>
            </a:bodyPr>
            <a:lstStyle/>
            <a:p>
              <a:r>
                <a:rPr lang="en-US" sz="1100" kern="1200">
                  <a:solidFill>
                    <a:srgbClr val="000000"/>
                  </a:solidFill>
                  <a:effectLst/>
                  <a:latin typeface="Calibri" panose="020F0502020204030204" pitchFamily="34" charset="0"/>
                  <a:ea typeface="Calibri" panose="020F0502020204030204" pitchFamily="34" charset="0"/>
                  <a:cs typeface="Mangal" panose="02040503050203030202" pitchFamily="18" charset="0"/>
                </a:rPr>
                <a:t>2 Fully Connected layers + 2 Relu</a:t>
              </a:r>
              <a:endParaRPr lang="en-IN" sz="1100">
                <a:effectLst/>
                <a:latin typeface="Calibri" panose="020F0502020204030204" pitchFamily="34" charset="0"/>
                <a:ea typeface="Calibri" panose="020F0502020204030204" pitchFamily="34" charset="0"/>
              </a:endParaRPr>
            </a:p>
          </p:txBody>
        </p:sp>
        <p:sp>
          <p:nvSpPr>
            <p:cNvPr id="11" name="TextBox 15">
              <a:extLst>
                <a:ext uri="{FF2B5EF4-FFF2-40B4-BE49-F238E27FC236}">
                  <a16:creationId xmlns:a16="http://schemas.microsoft.com/office/drawing/2014/main" id="{54F59A8C-7153-4EDD-F911-7B69F58F30D6}"/>
                </a:ext>
              </a:extLst>
            </p:cNvPr>
            <p:cNvSpPr txBox="1"/>
            <p:nvPr/>
          </p:nvSpPr>
          <p:spPr>
            <a:xfrm>
              <a:off x="8003395" y="2097299"/>
              <a:ext cx="978535" cy="413958"/>
            </a:xfrm>
            <a:prstGeom prst="rect">
              <a:avLst/>
            </a:prstGeom>
            <a:noFill/>
          </p:spPr>
          <p:txBody>
            <a:bodyPr wrap="square" rtlCol="0">
              <a:noAutofit/>
            </a:bodyPr>
            <a:lstStyle/>
            <a:p>
              <a:r>
                <a:rPr lang="en-US" sz="1100" kern="1200">
                  <a:solidFill>
                    <a:srgbClr val="000000"/>
                  </a:solidFill>
                  <a:effectLst/>
                  <a:latin typeface="Calibri" panose="020F0502020204030204" pitchFamily="34" charset="0"/>
                  <a:ea typeface="Calibri" panose="020F0502020204030204" pitchFamily="34" charset="0"/>
                  <a:cs typeface="Mangal" panose="02040503050203030202" pitchFamily="18" charset="0"/>
                </a:rPr>
                <a:t>Output Layer</a:t>
              </a:r>
              <a:endParaRPr lang="en-IN" sz="1100">
                <a:effectLst/>
                <a:latin typeface="Calibri" panose="020F0502020204030204" pitchFamily="34" charset="0"/>
                <a:ea typeface="Calibri" panose="020F0502020204030204" pitchFamily="34" charset="0"/>
              </a:endParaRPr>
            </a:p>
          </p:txBody>
        </p:sp>
        <p:sp>
          <p:nvSpPr>
            <p:cNvPr id="12" name="TextBox 16">
              <a:extLst>
                <a:ext uri="{FF2B5EF4-FFF2-40B4-BE49-F238E27FC236}">
                  <a16:creationId xmlns:a16="http://schemas.microsoft.com/office/drawing/2014/main" id="{AD75E089-7BC5-F608-49A7-73D56B4C4AB0}"/>
                </a:ext>
              </a:extLst>
            </p:cNvPr>
            <p:cNvSpPr txBox="1"/>
            <p:nvPr/>
          </p:nvSpPr>
          <p:spPr>
            <a:xfrm>
              <a:off x="7389668" y="1250439"/>
              <a:ext cx="1209650" cy="262255"/>
            </a:xfrm>
            <a:prstGeom prst="rect">
              <a:avLst/>
            </a:prstGeom>
            <a:noFill/>
          </p:spPr>
          <p:txBody>
            <a:bodyPr wrap="square" rtlCol="0">
              <a:noAutofit/>
            </a:bodyPr>
            <a:lstStyle/>
            <a:p>
              <a:r>
                <a:rPr lang="en-US" sz="1100" kern="1200">
                  <a:solidFill>
                    <a:srgbClr val="000000"/>
                  </a:solidFill>
                  <a:effectLst/>
                  <a:latin typeface="Calibri" panose="020F0502020204030204" pitchFamily="34" charset="0"/>
                  <a:ea typeface="Calibri" panose="020F0502020204030204" pitchFamily="34" charset="0"/>
                  <a:cs typeface="Mangal" panose="02040503050203030202" pitchFamily="18" charset="0"/>
                </a:rPr>
                <a:t>SoftMax</a:t>
              </a:r>
              <a:endParaRPr lang="en-IN" sz="1100">
                <a:effectLst/>
                <a:latin typeface="Calibri" panose="020F0502020204030204" pitchFamily="34" charset="0"/>
                <a:ea typeface="Calibri" panose="020F0502020204030204" pitchFamily="34" charset="0"/>
              </a:endParaRPr>
            </a:p>
          </p:txBody>
        </p:sp>
        <p:sp>
          <p:nvSpPr>
            <p:cNvPr id="13" name="TextBox 17">
              <a:extLst>
                <a:ext uri="{FF2B5EF4-FFF2-40B4-BE49-F238E27FC236}">
                  <a16:creationId xmlns:a16="http://schemas.microsoft.com/office/drawing/2014/main" id="{2B517939-7F4C-C0DC-B4EE-CD18FC4C9DA4}"/>
                </a:ext>
              </a:extLst>
            </p:cNvPr>
            <p:cNvSpPr txBox="1"/>
            <p:nvPr/>
          </p:nvSpPr>
          <p:spPr>
            <a:xfrm>
              <a:off x="4355414" y="461373"/>
              <a:ext cx="1346200" cy="613829"/>
            </a:xfrm>
            <a:prstGeom prst="rect">
              <a:avLst/>
            </a:prstGeom>
            <a:noFill/>
          </p:spPr>
          <p:txBody>
            <a:bodyPr wrap="square" rtlCol="0">
              <a:noAutofit/>
            </a:bodyPr>
            <a:lstStyle/>
            <a:p>
              <a:pPr algn="ctr"/>
              <a:r>
                <a:rPr lang="en-US" sz="1100" kern="1200">
                  <a:solidFill>
                    <a:srgbClr val="000000"/>
                  </a:solidFill>
                  <a:effectLst/>
                  <a:latin typeface="Calibri" panose="020F0502020204030204" pitchFamily="34" charset="0"/>
                  <a:ea typeface="Calibri" panose="020F0502020204030204" pitchFamily="34" charset="0"/>
                  <a:cs typeface="Mangal" panose="02040503050203030202" pitchFamily="18" charset="0"/>
                </a:rPr>
                <a:t>Global Average Pooling</a:t>
              </a:r>
              <a:endParaRPr lang="en-IN" sz="1100">
                <a:effectLst/>
                <a:latin typeface="Calibri" panose="020F0502020204030204" pitchFamily="34" charset="0"/>
                <a:ea typeface="Calibri" panose="020F0502020204030204" pitchFamily="34" charset="0"/>
              </a:endParaRPr>
            </a:p>
          </p:txBody>
        </p:sp>
        <p:sp>
          <p:nvSpPr>
            <p:cNvPr id="14" name="Minus Sign 13">
              <a:extLst>
                <a:ext uri="{FF2B5EF4-FFF2-40B4-BE49-F238E27FC236}">
                  <a16:creationId xmlns:a16="http://schemas.microsoft.com/office/drawing/2014/main" id="{81850C8D-BD33-4972-95AA-4F8FE80E1ADF}"/>
                </a:ext>
              </a:extLst>
            </p:cNvPr>
            <p:cNvSpPr/>
            <p:nvPr/>
          </p:nvSpPr>
          <p:spPr>
            <a:xfrm>
              <a:off x="1163135" y="12445"/>
              <a:ext cx="237464" cy="3082767"/>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15" name="Arrow: Right 14">
              <a:extLst>
                <a:ext uri="{FF2B5EF4-FFF2-40B4-BE49-F238E27FC236}">
                  <a16:creationId xmlns:a16="http://schemas.microsoft.com/office/drawing/2014/main" id="{4422FE47-F726-7B10-143F-5981308775C5}"/>
                </a:ext>
              </a:extLst>
            </p:cNvPr>
            <p:cNvSpPr/>
            <p:nvPr/>
          </p:nvSpPr>
          <p:spPr>
            <a:xfrm>
              <a:off x="1562282" y="1445720"/>
              <a:ext cx="534758" cy="2401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16" name="TextBox 26">
              <a:extLst>
                <a:ext uri="{FF2B5EF4-FFF2-40B4-BE49-F238E27FC236}">
                  <a16:creationId xmlns:a16="http://schemas.microsoft.com/office/drawing/2014/main" id="{B300F8D7-771B-6226-5DF8-29E2A68328C6}"/>
                </a:ext>
              </a:extLst>
            </p:cNvPr>
            <p:cNvSpPr txBox="1"/>
            <p:nvPr/>
          </p:nvSpPr>
          <p:spPr>
            <a:xfrm>
              <a:off x="681246" y="1976056"/>
              <a:ext cx="1458895" cy="390829"/>
            </a:xfrm>
            <a:prstGeom prst="rect">
              <a:avLst/>
            </a:prstGeom>
            <a:noFill/>
          </p:spPr>
          <p:txBody>
            <a:bodyPr wrap="square" rtlCol="0">
              <a:noAutofit/>
            </a:bodyPr>
            <a:lstStyle/>
            <a:p>
              <a:r>
                <a:rPr lang="en-IN" sz="1100" kern="1200">
                  <a:solidFill>
                    <a:srgbClr val="000000"/>
                  </a:solidFill>
                  <a:effectLst/>
                  <a:latin typeface="Calibri" panose="020F0502020204030204" pitchFamily="34" charset="0"/>
                  <a:ea typeface="Calibri" panose="020F0502020204030204" pitchFamily="34" charset="0"/>
                  <a:cs typeface="Mangal" panose="02040503050203030202" pitchFamily="18" charset="0"/>
                </a:rPr>
                <a:t>Audio Features</a:t>
              </a:r>
              <a:endParaRPr lang="en-IN" sz="1100">
                <a:effectLst/>
                <a:latin typeface="Calibri" panose="020F0502020204030204" pitchFamily="34" charset="0"/>
                <a:ea typeface="Calibri" panose="020F0502020204030204" pitchFamily="34" charset="0"/>
              </a:endParaRPr>
            </a:p>
          </p:txBody>
        </p:sp>
      </p:grpSp>
      <p:sp>
        <p:nvSpPr>
          <p:cNvPr id="24" name="TextBox 23">
            <a:extLst>
              <a:ext uri="{FF2B5EF4-FFF2-40B4-BE49-F238E27FC236}">
                <a16:creationId xmlns:a16="http://schemas.microsoft.com/office/drawing/2014/main" id="{75589D90-05B8-B335-5B76-24B9F963D9E5}"/>
              </a:ext>
            </a:extLst>
          </p:cNvPr>
          <p:cNvSpPr txBox="1"/>
          <p:nvPr/>
        </p:nvSpPr>
        <p:spPr>
          <a:xfrm>
            <a:off x="3357052" y="4701110"/>
            <a:ext cx="3139762" cy="276999"/>
          </a:xfrm>
          <a:prstGeom prst="rect">
            <a:avLst/>
          </a:prstGeom>
          <a:noFill/>
        </p:spPr>
        <p:txBody>
          <a:bodyPr wrap="square">
            <a:spAutoFit/>
          </a:bodyPr>
          <a:lstStyle/>
          <a:p>
            <a:pPr algn="ctr"/>
            <a:r>
              <a:rPr lang="en-US" sz="1200" b="1">
                <a:effectLst/>
                <a:latin typeface="Calibri" panose="020F0502020204030204" pitchFamily="34" charset="0"/>
                <a:ea typeface="Calibri" panose="020F0502020204030204" pitchFamily="34" charset="0"/>
                <a:cs typeface="Calibri" panose="020F0502020204030204" pitchFamily="34" charset="0"/>
              </a:rPr>
              <a:t>Figure 9: Existing CNN based DID system</a:t>
            </a:r>
            <a:endParaRPr lang="en-IN" sz="12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8567050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EB4D3E-6A08-AC03-0EA4-B1BE8A877553}"/>
              </a:ext>
            </a:extLst>
          </p:cNvPr>
          <p:cNvSpPr txBox="1"/>
          <p:nvPr/>
        </p:nvSpPr>
        <p:spPr>
          <a:xfrm>
            <a:off x="935596" y="277244"/>
            <a:ext cx="7524836" cy="2246769"/>
          </a:xfrm>
          <a:prstGeom prst="rect">
            <a:avLst/>
          </a:prstGeom>
          <a:noFill/>
        </p:spPr>
        <p:txBody>
          <a:bodyPr wrap="square" rtlCol="0">
            <a:spAutoFit/>
          </a:bodyPr>
          <a:lstStyle/>
          <a:p>
            <a:pPr algn="just"/>
            <a:r>
              <a:rPr lang="en-US" sz="1400"/>
              <a:t>We integrated a quantum embedding layer into the model. This embedding layer provides an efficient audio representation by leveraging quantum properties such as entanglement and superposition. we introduced an extra convolutional layer to the previous model. To enhance the model's performance, we replaced the global average pooling layer with a max pooling layer. The Max-pooling layer has been added to the convocational layer to introduce stability by learning only relevant, high-dimensional features. Two fully connected hidden layer with 0.2 dropout. During training, each sequence is fed into this network to create label predictions. As errors are back-propagated down the network, the weights at each layer are updated. During testing, the learned weights are used in a forward step to compute a prediction over the labels. We always take the best predicted label for evaluation. </a:t>
            </a:r>
            <a:endParaRPr lang="en-IN" sz="1400"/>
          </a:p>
        </p:txBody>
      </p:sp>
      <p:grpSp>
        <p:nvGrpSpPr>
          <p:cNvPr id="3" name="Group 2">
            <a:extLst>
              <a:ext uri="{FF2B5EF4-FFF2-40B4-BE49-F238E27FC236}">
                <a16:creationId xmlns:a16="http://schemas.microsoft.com/office/drawing/2014/main" id="{5567BD32-160F-A263-AD59-CAC34BDD18FF}"/>
              </a:ext>
            </a:extLst>
          </p:cNvPr>
          <p:cNvGrpSpPr/>
          <p:nvPr/>
        </p:nvGrpSpPr>
        <p:grpSpPr>
          <a:xfrm>
            <a:off x="1053537" y="2433272"/>
            <a:ext cx="6675975" cy="2368157"/>
            <a:chOff x="-306839" y="12445"/>
            <a:chExt cx="9288769" cy="3156821"/>
          </a:xfrm>
        </p:grpSpPr>
        <p:grpSp>
          <p:nvGrpSpPr>
            <p:cNvPr id="4" name="Group 3">
              <a:extLst>
                <a:ext uri="{FF2B5EF4-FFF2-40B4-BE49-F238E27FC236}">
                  <a16:creationId xmlns:a16="http://schemas.microsoft.com/office/drawing/2014/main" id="{05C690C0-55E4-A1EE-ADBF-77B1807D3ADA}"/>
                </a:ext>
              </a:extLst>
            </p:cNvPr>
            <p:cNvGrpSpPr/>
            <p:nvPr/>
          </p:nvGrpSpPr>
          <p:grpSpPr>
            <a:xfrm>
              <a:off x="2312970" y="1096758"/>
              <a:ext cx="2012931" cy="1148294"/>
              <a:chOff x="2312970" y="1096758"/>
              <a:chExt cx="1897360" cy="1609328"/>
            </a:xfrm>
          </p:grpSpPr>
          <p:sp>
            <p:nvSpPr>
              <p:cNvPr id="19" name="Rectangle 18">
                <a:extLst>
                  <a:ext uri="{FF2B5EF4-FFF2-40B4-BE49-F238E27FC236}">
                    <a16:creationId xmlns:a16="http://schemas.microsoft.com/office/drawing/2014/main" id="{73E02A52-B716-A9A9-B3BD-3C198AA90E37}"/>
                  </a:ext>
                </a:extLst>
              </p:cNvPr>
              <p:cNvSpPr/>
              <p:nvPr/>
            </p:nvSpPr>
            <p:spPr>
              <a:xfrm>
                <a:off x="2312970" y="1096758"/>
                <a:ext cx="1440160" cy="11521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20" name="Rectangle 19">
                <a:extLst>
                  <a:ext uri="{FF2B5EF4-FFF2-40B4-BE49-F238E27FC236}">
                    <a16:creationId xmlns:a16="http://schemas.microsoft.com/office/drawing/2014/main" id="{678671BA-4849-C65F-4F19-C99102161F0F}"/>
                  </a:ext>
                </a:extLst>
              </p:cNvPr>
              <p:cNvSpPr/>
              <p:nvPr/>
            </p:nvSpPr>
            <p:spPr>
              <a:xfrm>
                <a:off x="2465370" y="1249158"/>
                <a:ext cx="1440160" cy="11521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21" name="Rectangle 20">
                <a:extLst>
                  <a:ext uri="{FF2B5EF4-FFF2-40B4-BE49-F238E27FC236}">
                    <a16:creationId xmlns:a16="http://schemas.microsoft.com/office/drawing/2014/main" id="{B59D8561-845B-47E6-EA7F-843C4F239651}"/>
                  </a:ext>
                </a:extLst>
              </p:cNvPr>
              <p:cNvSpPr/>
              <p:nvPr/>
            </p:nvSpPr>
            <p:spPr>
              <a:xfrm>
                <a:off x="2617770" y="1401558"/>
                <a:ext cx="1440160" cy="11521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22" name="Rectangle 21">
                <a:extLst>
                  <a:ext uri="{FF2B5EF4-FFF2-40B4-BE49-F238E27FC236}">
                    <a16:creationId xmlns:a16="http://schemas.microsoft.com/office/drawing/2014/main" id="{4F8172A1-5B83-9045-107B-F82104243627}"/>
                  </a:ext>
                </a:extLst>
              </p:cNvPr>
              <p:cNvSpPr/>
              <p:nvPr/>
            </p:nvSpPr>
            <p:spPr>
              <a:xfrm>
                <a:off x="2770170" y="1553958"/>
                <a:ext cx="1440160" cy="11521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grpSp>
        <p:sp>
          <p:nvSpPr>
            <p:cNvPr id="5" name="Arrow: Right 4">
              <a:extLst>
                <a:ext uri="{FF2B5EF4-FFF2-40B4-BE49-F238E27FC236}">
                  <a16:creationId xmlns:a16="http://schemas.microsoft.com/office/drawing/2014/main" id="{AA277022-0383-D28D-A90C-A2EC726212C6}"/>
                </a:ext>
              </a:extLst>
            </p:cNvPr>
            <p:cNvSpPr/>
            <p:nvPr/>
          </p:nvSpPr>
          <p:spPr>
            <a:xfrm>
              <a:off x="4680534" y="1250439"/>
              <a:ext cx="770781" cy="8220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grpSp>
          <p:nvGrpSpPr>
            <p:cNvPr id="6" name="Group 5">
              <a:extLst>
                <a:ext uri="{FF2B5EF4-FFF2-40B4-BE49-F238E27FC236}">
                  <a16:creationId xmlns:a16="http://schemas.microsoft.com/office/drawing/2014/main" id="{1E513B46-7D04-3427-D25F-A3B522E34BF2}"/>
                </a:ext>
              </a:extLst>
            </p:cNvPr>
            <p:cNvGrpSpPr/>
            <p:nvPr/>
          </p:nvGrpSpPr>
          <p:grpSpPr>
            <a:xfrm>
              <a:off x="5700102" y="1216848"/>
              <a:ext cx="1689565" cy="930812"/>
              <a:chOff x="5700102" y="1216848"/>
              <a:chExt cx="1592560" cy="1304528"/>
            </a:xfrm>
          </p:grpSpPr>
          <p:sp>
            <p:nvSpPr>
              <p:cNvPr id="17" name="Rectangle 16">
                <a:extLst>
                  <a:ext uri="{FF2B5EF4-FFF2-40B4-BE49-F238E27FC236}">
                    <a16:creationId xmlns:a16="http://schemas.microsoft.com/office/drawing/2014/main" id="{DB07787F-A04F-B90C-FD96-B298BA97A1BE}"/>
                  </a:ext>
                </a:extLst>
              </p:cNvPr>
              <p:cNvSpPr/>
              <p:nvPr/>
            </p:nvSpPr>
            <p:spPr>
              <a:xfrm>
                <a:off x="5700102" y="1216848"/>
                <a:ext cx="1440160" cy="11521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18" name="Rectangle 17">
                <a:extLst>
                  <a:ext uri="{FF2B5EF4-FFF2-40B4-BE49-F238E27FC236}">
                    <a16:creationId xmlns:a16="http://schemas.microsoft.com/office/drawing/2014/main" id="{745832D8-EEB2-88D7-99F4-BC4F4E862D23}"/>
                  </a:ext>
                </a:extLst>
              </p:cNvPr>
              <p:cNvSpPr/>
              <p:nvPr/>
            </p:nvSpPr>
            <p:spPr>
              <a:xfrm>
                <a:off x="5852502" y="1369248"/>
                <a:ext cx="1440160" cy="11521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grpSp>
        <p:sp>
          <p:nvSpPr>
            <p:cNvPr id="7" name="Minus Sign 6">
              <a:extLst>
                <a:ext uri="{FF2B5EF4-FFF2-40B4-BE49-F238E27FC236}">
                  <a16:creationId xmlns:a16="http://schemas.microsoft.com/office/drawing/2014/main" id="{19503EE2-F540-A7D8-CDD4-04581E5CABD0}"/>
                </a:ext>
              </a:extLst>
            </p:cNvPr>
            <p:cNvSpPr/>
            <p:nvPr/>
          </p:nvSpPr>
          <p:spPr>
            <a:xfrm>
              <a:off x="8319457" y="86499"/>
              <a:ext cx="262460" cy="3082767"/>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8" name="Arrow: Right 7">
              <a:extLst>
                <a:ext uri="{FF2B5EF4-FFF2-40B4-BE49-F238E27FC236}">
                  <a16:creationId xmlns:a16="http://schemas.microsoft.com/office/drawing/2014/main" id="{7876F59E-B4A1-12C7-5F6C-6A25D3167D00}"/>
                </a:ext>
              </a:extLst>
            </p:cNvPr>
            <p:cNvSpPr/>
            <p:nvPr/>
          </p:nvSpPr>
          <p:spPr>
            <a:xfrm>
              <a:off x="7660706" y="1541384"/>
              <a:ext cx="534758" cy="2401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9" name="TextBox 13">
              <a:extLst>
                <a:ext uri="{FF2B5EF4-FFF2-40B4-BE49-F238E27FC236}">
                  <a16:creationId xmlns:a16="http://schemas.microsoft.com/office/drawing/2014/main" id="{BD68E51F-0208-4481-C920-F6EF93806F45}"/>
                </a:ext>
              </a:extLst>
            </p:cNvPr>
            <p:cNvSpPr txBox="1"/>
            <p:nvPr/>
          </p:nvSpPr>
          <p:spPr>
            <a:xfrm>
              <a:off x="2474422" y="2397699"/>
              <a:ext cx="1821200" cy="467070"/>
            </a:xfrm>
            <a:prstGeom prst="rect">
              <a:avLst/>
            </a:prstGeom>
            <a:noFill/>
          </p:spPr>
          <p:txBody>
            <a:bodyPr wrap="square" rtlCol="0">
              <a:noAutofit/>
            </a:bodyPr>
            <a:lstStyle/>
            <a:p>
              <a:r>
                <a:rPr lang="en-US" sz="1100" kern="1200">
                  <a:solidFill>
                    <a:srgbClr val="000000"/>
                  </a:solidFill>
                  <a:effectLst/>
                  <a:latin typeface="Calibri" panose="020F0502020204030204" pitchFamily="34" charset="0"/>
                  <a:ea typeface="Calibri" panose="020F0502020204030204" pitchFamily="34" charset="0"/>
                  <a:cs typeface="Mangal" panose="02040503050203030202" pitchFamily="18" charset="0"/>
                </a:rPr>
                <a:t>4 Convolutional layers + 4 Relu</a:t>
              </a:r>
              <a:endParaRPr lang="en-IN" sz="1100">
                <a:effectLst/>
                <a:latin typeface="Calibri" panose="020F0502020204030204" pitchFamily="34" charset="0"/>
                <a:ea typeface="Calibri" panose="020F0502020204030204" pitchFamily="34" charset="0"/>
              </a:endParaRPr>
            </a:p>
          </p:txBody>
        </p:sp>
        <p:sp>
          <p:nvSpPr>
            <p:cNvPr id="10" name="TextBox 14">
              <a:extLst>
                <a:ext uri="{FF2B5EF4-FFF2-40B4-BE49-F238E27FC236}">
                  <a16:creationId xmlns:a16="http://schemas.microsoft.com/office/drawing/2014/main" id="{E3EE27B9-0E1F-197A-1258-B699A4A98BF2}"/>
                </a:ext>
              </a:extLst>
            </p:cNvPr>
            <p:cNvSpPr txBox="1"/>
            <p:nvPr/>
          </p:nvSpPr>
          <p:spPr>
            <a:xfrm>
              <a:off x="5512402" y="2366888"/>
              <a:ext cx="2209165" cy="484006"/>
            </a:xfrm>
            <a:prstGeom prst="rect">
              <a:avLst/>
            </a:prstGeom>
            <a:noFill/>
          </p:spPr>
          <p:txBody>
            <a:bodyPr wrap="square" rtlCol="0">
              <a:noAutofit/>
            </a:bodyPr>
            <a:lstStyle/>
            <a:p>
              <a:r>
                <a:rPr lang="en-US" sz="1100" kern="1200">
                  <a:solidFill>
                    <a:srgbClr val="000000"/>
                  </a:solidFill>
                  <a:effectLst/>
                  <a:latin typeface="Calibri" panose="020F0502020204030204" pitchFamily="34" charset="0"/>
                  <a:ea typeface="Calibri" panose="020F0502020204030204" pitchFamily="34" charset="0"/>
                  <a:cs typeface="Mangal" panose="02040503050203030202" pitchFamily="18" charset="0"/>
                </a:rPr>
                <a:t>2 Fully Connected layers + 2 Relu</a:t>
              </a:r>
              <a:endParaRPr lang="en-IN" sz="1100">
                <a:effectLst/>
                <a:latin typeface="Calibri" panose="020F0502020204030204" pitchFamily="34" charset="0"/>
                <a:ea typeface="Calibri" panose="020F0502020204030204" pitchFamily="34" charset="0"/>
              </a:endParaRPr>
            </a:p>
          </p:txBody>
        </p:sp>
        <p:sp>
          <p:nvSpPr>
            <p:cNvPr id="11" name="TextBox 15">
              <a:extLst>
                <a:ext uri="{FF2B5EF4-FFF2-40B4-BE49-F238E27FC236}">
                  <a16:creationId xmlns:a16="http://schemas.microsoft.com/office/drawing/2014/main" id="{28C0EE5D-2C9D-8E50-6584-689FFD961136}"/>
                </a:ext>
              </a:extLst>
            </p:cNvPr>
            <p:cNvSpPr txBox="1"/>
            <p:nvPr/>
          </p:nvSpPr>
          <p:spPr>
            <a:xfrm>
              <a:off x="8003395" y="2097299"/>
              <a:ext cx="978535" cy="413958"/>
            </a:xfrm>
            <a:prstGeom prst="rect">
              <a:avLst/>
            </a:prstGeom>
            <a:noFill/>
          </p:spPr>
          <p:txBody>
            <a:bodyPr wrap="square" rtlCol="0">
              <a:noAutofit/>
            </a:bodyPr>
            <a:lstStyle/>
            <a:p>
              <a:r>
                <a:rPr lang="en-US" sz="1100" kern="1200">
                  <a:solidFill>
                    <a:srgbClr val="000000"/>
                  </a:solidFill>
                  <a:effectLst/>
                  <a:latin typeface="Calibri" panose="020F0502020204030204" pitchFamily="34" charset="0"/>
                  <a:ea typeface="Calibri" panose="020F0502020204030204" pitchFamily="34" charset="0"/>
                  <a:cs typeface="Mangal" panose="02040503050203030202" pitchFamily="18" charset="0"/>
                </a:rPr>
                <a:t>Output Layer</a:t>
              </a:r>
              <a:endParaRPr lang="en-IN" sz="1100">
                <a:effectLst/>
                <a:latin typeface="Calibri" panose="020F0502020204030204" pitchFamily="34" charset="0"/>
                <a:ea typeface="Calibri" panose="020F0502020204030204" pitchFamily="34" charset="0"/>
              </a:endParaRPr>
            </a:p>
          </p:txBody>
        </p:sp>
        <p:sp>
          <p:nvSpPr>
            <p:cNvPr id="12" name="TextBox 16">
              <a:extLst>
                <a:ext uri="{FF2B5EF4-FFF2-40B4-BE49-F238E27FC236}">
                  <a16:creationId xmlns:a16="http://schemas.microsoft.com/office/drawing/2014/main" id="{3D948279-ED00-20BE-9855-E47977A74EE8}"/>
                </a:ext>
              </a:extLst>
            </p:cNvPr>
            <p:cNvSpPr txBox="1"/>
            <p:nvPr/>
          </p:nvSpPr>
          <p:spPr>
            <a:xfrm>
              <a:off x="7389668" y="1250439"/>
              <a:ext cx="1209650" cy="262255"/>
            </a:xfrm>
            <a:prstGeom prst="rect">
              <a:avLst/>
            </a:prstGeom>
            <a:noFill/>
          </p:spPr>
          <p:txBody>
            <a:bodyPr wrap="square" rtlCol="0">
              <a:noAutofit/>
            </a:bodyPr>
            <a:lstStyle/>
            <a:p>
              <a:r>
                <a:rPr lang="en-US" sz="1100" kern="1200">
                  <a:solidFill>
                    <a:srgbClr val="000000"/>
                  </a:solidFill>
                  <a:effectLst/>
                  <a:latin typeface="Calibri" panose="020F0502020204030204" pitchFamily="34" charset="0"/>
                  <a:ea typeface="Calibri" panose="020F0502020204030204" pitchFamily="34" charset="0"/>
                  <a:cs typeface="Mangal" panose="02040503050203030202" pitchFamily="18" charset="0"/>
                </a:rPr>
                <a:t>SoftMax</a:t>
              </a:r>
              <a:endParaRPr lang="en-IN" sz="1100">
                <a:effectLst/>
                <a:latin typeface="Calibri" panose="020F0502020204030204" pitchFamily="34" charset="0"/>
                <a:ea typeface="Calibri" panose="020F0502020204030204" pitchFamily="34" charset="0"/>
              </a:endParaRPr>
            </a:p>
          </p:txBody>
        </p:sp>
        <p:sp>
          <p:nvSpPr>
            <p:cNvPr id="13" name="TextBox 17">
              <a:extLst>
                <a:ext uri="{FF2B5EF4-FFF2-40B4-BE49-F238E27FC236}">
                  <a16:creationId xmlns:a16="http://schemas.microsoft.com/office/drawing/2014/main" id="{9B5102A5-4DA9-F29B-A414-998AC85D0EE5}"/>
                </a:ext>
              </a:extLst>
            </p:cNvPr>
            <p:cNvSpPr txBox="1"/>
            <p:nvPr/>
          </p:nvSpPr>
          <p:spPr>
            <a:xfrm>
              <a:off x="4355414" y="461373"/>
              <a:ext cx="1346200" cy="613829"/>
            </a:xfrm>
            <a:prstGeom prst="rect">
              <a:avLst/>
            </a:prstGeom>
            <a:noFill/>
          </p:spPr>
          <p:txBody>
            <a:bodyPr wrap="square" rtlCol="0">
              <a:noAutofit/>
            </a:bodyPr>
            <a:lstStyle/>
            <a:p>
              <a:pPr algn="ctr"/>
              <a:r>
                <a:rPr lang="en-US" sz="1100" kern="1200">
                  <a:solidFill>
                    <a:srgbClr val="000000"/>
                  </a:solidFill>
                  <a:effectLst/>
                  <a:latin typeface="Calibri" panose="020F0502020204030204" pitchFamily="34" charset="0"/>
                  <a:ea typeface="Calibri" panose="020F0502020204030204" pitchFamily="34" charset="0"/>
                  <a:cs typeface="Mangal" panose="02040503050203030202" pitchFamily="18" charset="0"/>
                </a:rPr>
                <a:t>Global Average Pooling</a:t>
              </a:r>
              <a:endParaRPr lang="en-IN" sz="1100">
                <a:effectLst/>
                <a:latin typeface="Calibri" panose="020F0502020204030204" pitchFamily="34" charset="0"/>
                <a:ea typeface="Calibri" panose="020F0502020204030204" pitchFamily="34" charset="0"/>
              </a:endParaRPr>
            </a:p>
          </p:txBody>
        </p:sp>
        <p:sp>
          <p:nvSpPr>
            <p:cNvPr id="14" name="Minus Sign 13">
              <a:extLst>
                <a:ext uri="{FF2B5EF4-FFF2-40B4-BE49-F238E27FC236}">
                  <a16:creationId xmlns:a16="http://schemas.microsoft.com/office/drawing/2014/main" id="{007E1820-91B4-5F0F-7C8F-9742C721DE6C}"/>
                </a:ext>
              </a:extLst>
            </p:cNvPr>
            <p:cNvSpPr/>
            <p:nvPr/>
          </p:nvSpPr>
          <p:spPr>
            <a:xfrm>
              <a:off x="1163135" y="12445"/>
              <a:ext cx="237464" cy="3082767"/>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15" name="Arrow: Right 14">
              <a:extLst>
                <a:ext uri="{FF2B5EF4-FFF2-40B4-BE49-F238E27FC236}">
                  <a16:creationId xmlns:a16="http://schemas.microsoft.com/office/drawing/2014/main" id="{2E5AB383-FCDC-CE83-7797-82757E8525F6}"/>
                </a:ext>
              </a:extLst>
            </p:cNvPr>
            <p:cNvSpPr/>
            <p:nvPr/>
          </p:nvSpPr>
          <p:spPr>
            <a:xfrm>
              <a:off x="1562283" y="1421292"/>
              <a:ext cx="534757" cy="2401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16" name="TextBox 26">
              <a:extLst>
                <a:ext uri="{FF2B5EF4-FFF2-40B4-BE49-F238E27FC236}">
                  <a16:creationId xmlns:a16="http://schemas.microsoft.com/office/drawing/2014/main" id="{979E3900-6DA7-C04E-BA29-00D339CB25D7}"/>
                </a:ext>
              </a:extLst>
            </p:cNvPr>
            <p:cNvSpPr txBox="1"/>
            <p:nvPr/>
          </p:nvSpPr>
          <p:spPr>
            <a:xfrm>
              <a:off x="-306839" y="2016122"/>
              <a:ext cx="1458895" cy="495135"/>
            </a:xfrm>
            <a:prstGeom prst="rect">
              <a:avLst/>
            </a:prstGeom>
            <a:noFill/>
          </p:spPr>
          <p:txBody>
            <a:bodyPr wrap="square" rtlCol="0">
              <a:noAutofit/>
            </a:bodyPr>
            <a:lstStyle/>
            <a:p>
              <a:r>
                <a:rPr lang="en-IN" sz="1100">
                  <a:solidFill>
                    <a:srgbClr val="000000"/>
                  </a:solidFill>
                  <a:latin typeface="Calibri" panose="020F0502020204030204" pitchFamily="34" charset="0"/>
                  <a:ea typeface="Calibri" panose="020F0502020204030204" pitchFamily="34" charset="0"/>
                  <a:cs typeface="Mangal" panose="02040503050203030202" pitchFamily="18" charset="0"/>
                </a:rPr>
                <a:t>Feature extraction</a:t>
              </a:r>
              <a:endParaRPr lang="en-IN" sz="1100">
                <a:effectLst/>
                <a:latin typeface="Calibri" panose="020F0502020204030204" pitchFamily="34" charset="0"/>
                <a:ea typeface="Calibri" panose="020F0502020204030204" pitchFamily="34" charset="0"/>
              </a:endParaRPr>
            </a:p>
          </p:txBody>
        </p:sp>
      </p:grpSp>
      <p:sp>
        <p:nvSpPr>
          <p:cNvPr id="23" name="Rectangle 22">
            <a:extLst>
              <a:ext uri="{FF2B5EF4-FFF2-40B4-BE49-F238E27FC236}">
                <a16:creationId xmlns:a16="http://schemas.microsoft.com/office/drawing/2014/main" id="{E0270E63-DD1F-917C-5ACE-1586C2576190}"/>
              </a:ext>
            </a:extLst>
          </p:cNvPr>
          <p:cNvSpPr/>
          <p:nvPr/>
        </p:nvSpPr>
        <p:spPr>
          <a:xfrm>
            <a:off x="3407417" y="3607173"/>
            <a:ext cx="1098111" cy="6166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24" name="Minus Sign 23">
            <a:extLst>
              <a:ext uri="{FF2B5EF4-FFF2-40B4-BE49-F238E27FC236}">
                <a16:creationId xmlns:a16="http://schemas.microsoft.com/office/drawing/2014/main" id="{DD909DC3-0EEC-7DEB-1A00-3CC4244F41AE}"/>
              </a:ext>
            </a:extLst>
          </p:cNvPr>
          <p:cNvSpPr/>
          <p:nvPr/>
        </p:nvSpPr>
        <p:spPr>
          <a:xfrm>
            <a:off x="1460597" y="2444829"/>
            <a:ext cx="170669" cy="2312604"/>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25" name="Arrow: Right 24">
            <a:extLst>
              <a:ext uri="{FF2B5EF4-FFF2-40B4-BE49-F238E27FC236}">
                <a16:creationId xmlns:a16="http://schemas.microsoft.com/office/drawing/2014/main" id="{0BD1682B-DAFB-D499-92DA-AC4CD9560A1D}"/>
              </a:ext>
            </a:extLst>
          </p:cNvPr>
          <p:cNvSpPr/>
          <p:nvPr/>
        </p:nvSpPr>
        <p:spPr>
          <a:xfrm>
            <a:off x="1686808" y="3474854"/>
            <a:ext cx="384338" cy="1801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26" name="TextBox 26">
            <a:extLst>
              <a:ext uri="{FF2B5EF4-FFF2-40B4-BE49-F238E27FC236}">
                <a16:creationId xmlns:a16="http://schemas.microsoft.com/office/drawing/2014/main" id="{351D3BA3-04E2-6A5B-5634-12673C53A26F}"/>
              </a:ext>
            </a:extLst>
          </p:cNvPr>
          <p:cNvSpPr txBox="1"/>
          <p:nvPr/>
        </p:nvSpPr>
        <p:spPr>
          <a:xfrm>
            <a:off x="1843345" y="2889886"/>
            <a:ext cx="1048529" cy="371436"/>
          </a:xfrm>
          <a:prstGeom prst="rect">
            <a:avLst/>
          </a:prstGeom>
          <a:noFill/>
        </p:spPr>
        <p:txBody>
          <a:bodyPr wrap="square" rtlCol="0">
            <a:noAutofit/>
          </a:bodyPr>
          <a:lstStyle/>
          <a:p>
            <a:r>
              <a:rPr lang="en-IN" sz="1100">
                <a:solidFill>
                  <a:srgbClr val="000000"/>
                </a:solidFill>
                <a:effectLst/>
                <a:latin typeface="Calibri" panose="020F0502020204030204" pitchFamily="34" charset="0"/>
                <a:ea typeface="Calibri" panose="020F0502020204030204" pitchFamily="34" charset="0"/>
                <a:cs typeface="Mangal" panose="02040503050203030202" pitchFamily="18" charset="0"/>
              </a:rPr>
              <a:t>Quantum</a:t>
            </a:r>
          </a:p>
          <a:p>
            <a:r>
              <a:rPr lang="en-IN" sz="1100">
                <a:solidFill>
                  <a:srgbClr val="000000"/>
                </a:solidFill>
                <a:effectLst/>
                <a:latin typeface="Calibri" panose="020F0502020204030204" pitchFamily="34" charset="0"/>
                <a:ea typeface="Calibri" panose="020F0502020204030204" pitchFamily="34" charset="0"/>
                <a:cs typeface="Mangal" panose="02040503050203030202" pitchFamily="18" charset="0"/>
              </a:rPr>
              <a:t>Embedding</a:t>
            </a:r>
            <a:endParaRPr lang="en-IN" sz="1100">
              <a:effectLst/>
              <a:latin typeface="Calibri" panose="020F0502020204030204" pitchFamily="34" charset="0"/>
              <a:ea typeface="Calibri" panose="020F0502020204030204" pitchFamily="34" charset="0"/>
            </a:endParaRPr>
          </a:p>
        </p:txBody>
      </p:sp>
      <p:sp>
        <p:nvSpPr>
          <p:cNvPr id="28" name="TextBox 27">
            <a:extLst>
              <a:ext uri="{FF2B5EF4-FFF2-40B4-BE49-F238E27FC236}">
                <a16:creationId xmlns:a16="http://schemas.microsoft.com/office/drawing/2014/main" id="{DD6B52AE-C56E-F797-51E0-06C15FEB68C9}"/>
              </a:ext>
            </a:extLst>
          </p:cNvPr>
          <p:cNvSpPr txBox="1"/>
          <p:nvPr/>
        </p:nvSpPr>
        <p:spPr>
          <a:xfrm>
            <a:off x="2059706" y="4754383"/>
            <a:ext cx="4878267" cy="276999"/>
          </a:xfrm>
          <a:prstGeom prst="rect">
            <a:avLst/>
          </a:prstGeom>
          <a:noFill/>
        </p:spPr>
        <p:txBody>
          <a:bodyPr wrap="square">
            <a:spAutoFit/>
          </a:bodyPr>
          <a:lstStyle/>
          <a:p>
            <a:pPr algn="ctr"/>
            <a:r>
              <a:rPr lang="en-US" sz="1200" b="1">
                <a:effectLst/>
                <a:latin typeface="Calibri" panose="020F0502020204030204" pitchFamily="34" charset="0"/>
                <a:ea typeface="Calibri" panose="020F0502020204030204" pitchFamily="34" charset="0"/>
                <a:cs typeface="Calibri" panose="020F0502020204030204" pitchFamily="34" charset="0"/>
              </a:rPr>
              <a:t>Figure 10: Architecture of Quantum embedded CNN based DID system</a:t>
            </a:r>
            <a:endParaRPr lang="en-IN" sz="12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5713581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1E6786D-73B4-4631-FA38-C0F6E647B524}"/>
              </a:ext>
            </a:extLst>
          </p:cNvPr>
          <p:cNvSpPr/>
          <p:nvPr/>
        </p:nvSpPr>
        <p:spPr>
          <a:xfrm>
            <a:off x="3047038" y="193289"/>
            <a:ext cx="2952328" cy="519598"/>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nchor="ctr"/>
          <a:lstStyle/>
          <a:p>
            <a:pPr algn="ctr"/>
            <a:r>
              <a:rPr lang="en-IN" sz="2400"/>
              <a:t>6. Result</a:t>
            </a:r>
          </a:p>
        </p:txBody>
      </p:sp>
      <p:sp>
        <p:nvSpPr>
          <p:cNvPr id="29" name="TextBox 28">
            <a:extLst>
              <a:ext uri="{FF2B5EF4-FFF2-40B4-BE49-F238E27FC236}">
                <a16:creationId xmlns:a16="http://schemas.microsoft.com/office/drawing/2014/main" id="{F7A695E5-5202-089A-833F-592EE6473FA2}"/>
              </a:ext>
            </a:extLst>
          </p:cNvPr>
          <p:cNvSpPr txBox="1"/>
          <p:nvPr/>
        </p:nvSpPr>
        <p:spPr>
          <a:xfrm>
            <a:off x="754621" y="928562"/>
            <a:ext cx="7723113" cy="1323439"/>
          </a:xfrm>
          <a:prstGeom prst="rect">
            <a:avLst/>
          </a:prstGeom>
          <a:noFill/>
        </p:spPr>
        <p:txBody>
          <a:bodyPr wrap="square">
            <a:spAutoFit/>
          </a:bodyPr>
          <a:lstStyle/>
          <a:p>
            <a:pPr algn="just"/>
            <a:r>
              <a:rPr lang="en-IN" sz="1600"/>
              <a:t>Arabic dialect Identification system with an accuracy of 69.1% (approx. 5% more than that of best existing model) on adding an amplitude embedding on the extracted features and further hypertuning the parameters. </a:t>
            </a:r>
            <a:r>
              <a:rPr lang="en-US" sz="1600">
                <a:solidFill>
                  <a:srgbClr val="1F1F1F"/>
                </a:solidFill>
                <a:latin typeface="Google Sans"/>
              </a:rPr>
              <a:t>There are 18 layers in the Quntum embedding enhanced CNN based Arabic Dialect Identifier that includes 5 Convolution Layer, 1 Max Pooling Layer, 3 Dense Layer, 7 Activation Layer and 1 Amplitude Embedding.</a:t>
            </a:r>
            <a:endParaRPr lang="en-IN" sz="1600"/>
          </a:p>
        </p:txBody>
      </p:sp>
      <p:graphicFrame>
        <p:nvGraphicFramePr>
          <p:cNvPr id="3" name="Table 2">
            <a:extLst>
              <a:ext uri="{FF2B5EF4-FFF2-40B4-BE49-F238E27FC236}">
                <a16:creationId xmlns:a16="http://schemas.microsoft.com/office/drawing/2014/main" id="{DC98E00F-35FD-253C-9950-3058E1607B3B}"/>
              </a:ext>
            </a:extLst>
          </p:cNvPr>
          <p:cNvGraphicFramePr>
            <a:graphicFrameLocks noGrp="1"/>
          </p:cNvGraphicFramePr>
          <p:nvPr>
            <p:extLst>
              <p:ext uri="{D42A27DB-BD31-4B8C-83A1-F6EECF244321}">
                <p14:modId xmlns:p14="http://schemas.microsoft.com/office/powerpoint/2010/main" val="3065524660"/>
              </p:ext>
            </p:extLst>
          </p:nvPr>
        </p:nvGraphicFramePr>
        <p:xfrm>
          <a:off x="1835696" y="2592183"/>
          <a:ext cx="4680520" cy="1854200"/>
        </p:xfrm>
        <a:graphic>
          <a:graphicData uri="http://schemas.openxmlformats.org/drawingml/2006/table">
            <a:tbl>
              <a:tblPr firstRow="1" bandRow="1">
                <a:tableStyleId>{5C22544A-7EE6-4342-B048-85BDC9FD1C3A}</a:tableStyleId>
              </a:tblPr>
              <a:tblGrid>
                <a:gridCol w="3312368">
                  <a:extLst>
                    <a:ext uri="{9D8B030D-6E8A-4147-A177-3AD203B41FA5}">
                      <a16:colId xmlns:a16="http://schemas.microsoft.com/office/drawing/2014/main" val="3837695089"/>
                    </a:ext>
                  </a:extLst>
                </a:gridCol>
                <a:gridCol w="1368152">
                  <a:extLst>
                    <a:ext uri="{9D8B030D-6E8A-4147-A177-3AD203B41FA5}">
                      <a16:colId xmlns:a16="http://schemas.microsoft.com/office/drawing/2014/main" val="216400297"/>
                    </a:ext>
                  </a:extLst>
                </a:gridCol>
              </a:tblGrid>
              <a:tr h="370840">
                <a:tc>
                  <a:txBody>
                    <a:bodyPr/>
                    <a:lstStyle/>
                    <a:p>
                      <a:pPr marL="826135" indent="-405130" algn="ctr">
                        <a:lnSpc>
                          <a:spcPct val="150000"/>
                        </a:lnSpc>
                        <a:spcBef>
                          <a:spcPts val="1650"/>
                        </a:spcBef>
                        <a:spcAft>
                          <a:spcPts val="0"/>
                        </a:spcAft>
                      </a:pPr>
                      <a:r>
                        <a:rPr lang="en-IN" sz="1000" b="1" kern="100">
                          <a:effectLst/>
                          <a:latin typeface="Calibri" panose="020F0502020204030204" pitchFamily="34" charset="0"/>
                          <a:ea typeface="Calibri" panose="020F0502020204030204" pitchFamily="34" charset="0"/>
                          <a:cs typeface="Calibri" panose="020F0502020204030204" pitchFamily="34" charset="0"/>
                        </a:rPr>
                        <a:t>DID Systems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826135" indent="-405130" algn="ctr">
                        <a:lnSpc>
                          <a:spcPct val="150000"/>
                        </a:lnSpc>
                        <a:spcBef>
                          <a:spcPts val="1650"/>
                        </a:spcBef>
                        <a:spcAft>
                          <a:spcPts val="0"/>
                        </a:spcAft>
                      </a:pPr>
                      <a:r>
                        <a:rPr lang="en-IN" sz="1000" b="1" kern="100">
                          <a:effectLst/>
                          <a:latin typeface="Calibri" panose="020F0502020204030204" pitchFamily="34" charset="0"/>
                          <a:ea typeface="Calibri" panose="020F0502020204030204" pitchFamily="34" charset="0"/>
                          <a:cs typeface="Calibri" panose="020F0502020204030204" pitchFamily="34" charset="0"/>
                        </a:rPr>
                        <a:t>Accuracy (%)</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1815913810"/>
                  </a:ext>
                </a:extLst>
              </a:tr>
              <a:tr h="370840">
                <a:tc>
                  <a:txBody>
                    <a:bodyPr/>
                    <a:lstStyle/>
                    <a:p>
                      <a:pPr marL="826135" indent="-405130" algn="ctr">
                        <a:lnSpc>
                          <a:spcPct val="150000"/>
                        </a:lnSpc>
                        <a:spcBef>
                          <a:spcPts val="1650"/>
                        </a:spcBef>
                        <a:spcAft>
                          <a:spcPts val="0"/>
                        </a:spcAft>
                      </a:pPr>
                      <a:r>
                        <a:rPr lang="en-IN" sz="1000" b="1" kern="100">
                          <a:effectLst/>
                          <a:latin typeface="Calibri" panose="020F0502020204030204" pitchFamily="34" charset="0"/>
                          <a:ea typeface="Calibri" panose="020F0502020204030204" pitchFamily="34" charset="0"/>
                          <a:cs typeface="Calibri" panose="020F0502020204030204" pitchFamily="34" charset="0"/>
                        </a:rPr>
                        <a:t>MFCC + Angle Embedding + CNN</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826135" indent="-405130" algn="ctr">
                        <a:lnSpc>
                          <a:spcPct val="150000"/>
                        </a:lnSpc>
                        <a:spcBef>
                          <a:spcPts val="1650"/>
                        </a:spcBef>
                        <a:spcAft>
                          <a:spcPts val="0"/>
                        </a:spcAft>
                      </a:pPr>
                      <a:r>
                        <a:rPr lang="en-IN" sz="1000" b="1" kern="100">
                          <a:effectLst/>
                          <a:latin typeface="Calibri" panose="020F0502020204030204" pitchFamily="34" charset="0"/>
                          <a:ea typeface="Calibri" panose="020F0502020204030204" pitchFamily="34" charset="0"/>
                          <a:cs typeface="Calibri" panose="020F0502020204030204" pitchFamily="34" charset="0"/>
                        </a:rPr>
                        <a:t>66.7</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2590510269"/>
                  </a:ext>
                </a:extLst>
              </a:tr>
              <a:tr h="370840">
                <a:tc>
                  <a:txBody>
                    <a:bodyPr/>
                    <a:lstStyle/>
                    <a:p>
                      <a:pPr marL="826135" indent="-405130" algn="ctr">
                        <a:lnSpc>
                          <a:spcPct val="150000"/>
                        </a:lnSpc>
                        <a:spcBef>
                          <a:spcPts val="1650"/>
                        </a:spcBef>
                        <a:spcAft>
                          <a:spcPts val="0"/>
                        </a:spcAft>
                      </a:pPr>
                      <a:r>
                        <a:rPr lang="en-IN" sz="1000" b="1" kern="100">
                          <a:effectLst/>
                          <a:latin typeface="Calibri" panose="020F0502020204030204" pitchFamily="34" charset="0"/>
                          <a:ea typeface="Calibri" panose="020F0502020204030204" pitchFamily="34" charset="0"/>
                          <a:cs typeface="Calibri" panose="020F0502020204030204" pitchFamily="34" charset="0"/>
                        </a:rPr>
                        <a:t>MFCC + Amplitude Embedding + CNN</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826135" indent="-405130" algn="ctr">
                        <a:lnSpc>
                          <a:spcPct val="150000"/>
                        </a:lnSpc>
                        <a:spcBef>
                          <a:spcPts val="1650"/>
                        </a:spcBef>
                        <a:spcAft>
                          <a:spcPts val="0"/>
                        </a:spcAft>
                      </a:pPr>
                      <a:r>
                        <a:rPr lang="en-IN" sz="1000" b="1" kern="100">
                          <a:effectLst/>
                          <a:latin typeface="Calibri" panose="020F0502020204030204" pitchFamily="34" charset="0"/>
                          <a:ea typeface="Calibri" panose="020F0502020204030204" pitchFamily="34" charset="0"/>
                          <a:cs typeface="Calibri" panose="020F0502020204030204" pitchFamily="34" charset="0"/>
                        </a:rPr>
                        <a:t>69.1</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2840900348"/>
                  </a:ext>
                </a:extLst>
              </a:tr>
              <a:tr h="370840">
                <a:tc>
                  <a:txBody>
                    <a:bodyPr/>
                    <a:lstStyle/>
                    <a:p>
                      <a:pPr marL="826135" indent="-405130" algn="ctr">
                        <a:lnSpc>
                          <a:spcPct val="150000"/>
                        </a:lnSpc>
                        <a:spcBef>
                          <a:spcPts val="1650"/>
                        </a:spcBef>
                        <a:spcAft>
                          <a:spcPts val="0"/>
                        </a:spcAft>
                      </a:pPr>
                      <a:r>
                        <a:rPr lang="en-IN" sz="1000" b="1" kern="100">
                          <a:effectLst/>
                          <a:latin typeface="Calibri" panose="020F0502020204030204" pitchFamily="34" charset="0"/>
                          <a:ea typeface="Calibri" panose="020F0502020204030204" pitchFamily="34" charset="0"/>
                          <a:cs typeface="Calibri" panose="020F0502020204030204" pitchFamily="34" charset="0"/>
                        </a:rPr>
                        <a:t>Mel-Spectrogram + Angle Embedding + CNN</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826135" indent="-405130" algn="ctr">
                        <a:lnSpc>
                          <a:spcPct val="150000"/>
                        </a:lnSpc>
                        <a:spcBef>
                          <a:spcPts val="1650"/>
                        </a:spcBef>
                        <a:spcAft>
                          <a:spcPts val="0"/>
                        </a:spcAft>
                      </a:pPr>
                      <a:r>
                        <a:rPr lang="en-IN" sz="1000" b="1" kern="100">
                          <a:effectLst/>
                          <a:latin typeface="Calibri" panose="020F0502020204030204" pitchFamily="34" charset="0"/>
                          <a:ea typeface="Calibri" panose="020F0502020204030204" pitchFamily="34" charset="0"/>
                          <a:cs typeface="Calibri" panose="020F0502020204030204" pitchFamily="34" charset="0"/>
                        </a:rPr>
                        <a:t>64.5</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1964602024"/>
                  </a:ext>
                </a:extLst>
              </a:tr>
              <a:tr h="370840">
                <a:tc>
                  <a:txBody>
                    <a:bodyPr/>
                    <a:lstStyle/>
                    <a:p>
                      <a:pPr marL="826135" indent="-405130" algn="ctr">
                        <a:lnSpc>
                          <a:spcPct val="150000"/>
                        </a:lnSpc>
                        <a:spcBef>
                          <a:spcPts val="1650"/>
                        </a:spcBef>
                        <a:spcAft>
                          <a:spcPts val="0"/>
                        </a:spcAft>
                      </a:pPr>
                      <a:r>
                        <a:rPr lang="en-IN" sz="1000" b="1" kern="100">
                          <a:effectLst/>
                          <a:latin typeface="Calibri" panose="020F0502020204030204" pitchFamily="34" charset="0"/>
                          <a:ea typeface="Calibri" panose="020F0502020204030204" pitchFamily="34" charset="0"/>
                          <a:cs typeface="Calibri" panose="020F0502020204030204" pitchFamily="34" charset="0"/>
                        </a:rPr>
                        <a:t>Mel-Spectrogram + Amplitude Embedding + CNN</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826135" indent="-405130" algn="ctr">
                        <a:lnSpc>
                          <a:spcPct val="150000"/>
                        </a:lnSpc>
                        <a:spcBef>
                          <a:spcPts val="1650"/>
                        </a:spcBef>
                        <a:spcAft>
                          <a:spcPts val="0"/>
                        </a:spcAft>
                      </a:pPr>
                      <a:r>
                        <a:rPr lang="en-IN" sz="1000" b="1" kern="100">
                          <a:effectLst/>
                          <a:latin typeface="Calibri" panose="020F0502020204030204" pitchFamily="34" charset="0"/>
                          <a:ea typeface="Calibri" panose="020F0502020204030204" pitchFamily="34" charset="0"/>
                          <a:cs typeface="Calibri" panose="020F0502020204030204" pitchFamily="34" charset="0"/>
                        </a:rPr>
                        <a:t>68.3</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2114797069"/>
                  </a:ext>
                </a:extLst>
              </a:tr>
            </a:tbl>
          </a:graphicData>
        </a:graphic>
      </p:graphicFrame>
      <p:sp>
        <p:nvSpPr>
          <p:cNvPr id="28" name="TextBox 27">
            <a:extLst>
              <a:ext uri="{FF2B5EF4-FFF2-40B4-BE49-F238E27FC236}">
                <a16:creationId xmlns:a16="http://schemas.microsoft.com/office/drawing/2014/main" id="{1E30401B-3AF1-45AF-C69B-889935A5C120}"/>
              </a:ext>
            </a:extLst>
          </p:cNvPr>
          <p:cNvSpPr txBox="1"/>
          <p:nvPr/>
        </p:nvSpPr>
        <p:spPr>
          <a:xfrm>
            <a:off x="3119046" y="4587974"/>
            <a:ext cx="2880320" cy="276999"/>
          </a:xfrm>
          <a:prstGeom prst="rect">
            <a:avLst/>
          </a:prstGeom>
          <a:noFill/>
        </p:spPr>
        <p:txBody>
          <a:bodyPr wrap="square">
            <a:spAutoFit/>
          </a:bodyPr>
          <a:lstStyle/>
          <a:p>
            <a:r>
              <a:rPr lang="en-US" sz="1200" b="1"/>
              <a:t>Table 2: Comparison of 4 different system</a:t>
            </a:r>
            <a:endParaRPr lang="en-IN" sz="1200" b="1"/>
          </a:p>
        </p:txBody>
      </p:sp>
    </p:spTree>
    <p:extLst>
      <p:ext uri="{BB962C8B-B14F-4D97-AF65-F5344CB8AC3E}">
        <p14:creationId xmlns:p14="http://schemas.microsoft.com/office/powerpoint/2010/main" val="17017595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316DD38-DEE6-DFDD-46A7-B573488913E2}"/>
              </a:ext>
            </a:extLst>
          </p:cNvPr>
          <p:cNvSpPr txBox="1"/>
          <p:nvPr/>
        </p:nvSpPr>
        <p:spPr>
          <a:xfrm>
            <a:off x="2771800" y="483518"/>
            <a:ext cx="3816424" cy="1384995"/>
          </a:xfrm>
          <a:prstGeom prst="rect">
            <a:avLst/>
          </a:prstGeom>
          <a:noFill/>
        </p:spPr>
        <p:txBody>
          <a:bodyPr wrap="square">
            <a:spAutoFit/>
          </a:bodyPr>
          <a:lstStyle/>
          <a:p>
            <a:pPr algn="just"/>
            <a:r>
              <a:rPr lang="en-US" sz="1400" b="1"/>
              <a:t>Final Performance:  </a:t>
            </a:r>
          </a:p>
          <a:p>
            <a:pPr marL="285750" indent="-285750" algn="just">
              <a:buFont typeface="Wingdings" panose="05000000000000000000" pitchFamily="2" charset="2"/>
              <a:buChar char="Ø"/>
            </a:pPr>
            <a:r>
              <a:rPr lang="en-US" sz="1400"/>
              <a:t>Accuracy on testing data: 69.1%</a:t>
            </a:r>
          </a:p>
          <a:p>
            <a:pPr marL="285750" indent="-285750" algn="just">
              <a:buFont typeface="Wingdings" panose="05000000000000000000" pitchFamily="2" charset="2"/>
              <a:buChar char="Ø"/>
            </a:pPr>
            <a:r>
              <a:rPr lang="en-US" sz="1400"/>
              <a:t>Accuracy on training data: 70.77%</a:t>
            </a:r>
          </a:p>
          <a:p>
            <a:pPr marL="285750" indent="-285750" algn="just">
              <a:buFont typeface="Wingdings" panose="05000000000000000000" pitchFamily="2" charset="2"/>
              <a:buChar char="Ø"/>
            </a:pPr>
            <a:endParaRPr lang="en-US" sz="1400"/>
          </a:p>
          <a:p>
            <a:pPr marL="285750" indent="-285750" algn="just">
              <a:buFont typeface="Wingdings" panose="05000000000000000000" pitchFamily="2" charset="2"/>
              <a:buChar char="Ø"/>
            </a:pPr>
            <a:r>
              <a:rPr lang="en-US" sz="1400"/>
              <a:t>Loss on testing data: 0.62</a:t>
            </a:r>
          </a:p>
          <a:p>
            <a:pPr marL="285750" indent="-285750" algn="just">
              <a:buFont typeface="Wingdings" panose="05000000000000000000" pitchFamily="2" charset="2"/>
              <a:buChar char="Ø"/>
            </a:pPr>
            <a:r>
              <a:rPr lang="en-US" sz="1400"/>
              <a:t>Loss on training data: 0.59</a:t>
            </a:r>
            <a:endParaRPr lang="en-IN" sz="1400"/>
          </a:p>
        </p:txBody>
      </p:sp>
      <p:pic>
        <p:nvPicPr>
          <p:cNvPr id="2" name="Picture 1">
            <a:extLst>
              <a:ext uri="{FF2B5EF4-FFF2-40B4-BE49-F238E27FC236}">
                <a16:creationId xmlns:a16="http://schemas.microsoft.com/office/drawing/2014/main" id="{8B8C0BBD-18A2-7FB5-F33A-67D80991D6EB}"/>
              </a:ext>
            </a:extLst>
          </p:cNvPr>
          <p:cNvPicPr>
            <a:picLocks noChangeAspect="1"/>
          </p:cNvPicPr>
          <p:nvPr/>
        </p:nvPicPr>
        <p:blipFill>
          <a:blip r:embed="rId2"/>
          <a:stretch>
            <a:fillRect/>
          </a:stretch>
        </p:blipFill>
        <p:spPr>
          <a:xfrm>
            <a:off x="1043608" y="2122913"/>
            <a:ext cx="6733743" cy="2392407"/>
          </a:xfrm>
          <a:prstGeom prst="rect">
            <a:avLst/>
          </a:prstGeom>
        </p:spPr>
      </p:pic>
      <p:sp>
        <p:nvSpPr>
          <p:cNvPr id="4" name="TextBox 3">
            <a:extLst>
              <a:ext uri="{FF2B5EF4-FFF2-40B4-BE49-F238E27FC236}">
                <a16:creationId xmlns:a16="http://schemas.microsoft.com/office/drawing/2014/main" id="{BB741538-5BC8-BDE9-E22A-4A774974CA68}"/>
              </a:ext>
            </a:extLst>
          </p:cNvPr>
          <p:cNvSpPr txBox="1"/>
          <p:nvPr/>
        </p:nvSpPr>
        <p:spPr>
          <a:xfrm>
            <a:off x="2394012" y="4688369"/>
            <a:ext cx="4572000" cy="276999"/>
          </a:xfrm>
          <a:prstGeom prst="rect">
            <a:avLst/>
          </a:prstGeom>
          <a:noFill/>
        </p:spPr>
        <p:txBody>
          <a:bodyPr wrap="square">
            <a:spAutoFit/>
          </a:bodyPr>
          <a:lstStyle/>
          <a:p>
            <a:pPr algn="ctr"/>
            <a:r>
              <a:rPr lang="en-US" sz="1200" b="1">
                <a:effectLst/>
                <a:latin typeface="Calibri" panose="020F0502020204030204" pitchFamily="34" charset="0"/>
                <a:ea typeface="Calibri" panose="020F0502020204030204" pitchFamily="34" charset="0"/>
                <a:cs typeface="Calibri" panose="020F0502020204030204" pitchFamily="34" charset="0"/>
              </a:rPr>
              <a:t>Figure 10: Plot of Accuracy and Loss vs Number of Epochs</a:t>
            </a:r>
            <a:endParaRPr lang="en-IN" sz="12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7380248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95387DCF-16D6-6D41-264F-F3D63927A883}"/>
              </a:ext>
            </a:extLst>
          </p:cNvPr>
          <p:cNvSpPr/>
          <p:nvPr/>
        </p:nvSpPr>
        <p:spPr>
          <a:xfrm>
            <a:off x="2609782" y="483518"/>
            <a:ext cx="3924436" cy="576064"/>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nchor="ctr"/>
          <a:lstStyle/>
          <a:p>
            <a:pPr algn="ctr"/>
            <a:r>
              <a:rPr lang="en-IN" sz="2800"/>
              <a:t> 7. Conclusion </a:t>
            </a:r>
            <a:endParaRPr sz="2800"/>
          </a:p>
        </p:txBody>
      </p:sp>
      <p:sp>
        <p:nvSpPr>
          <p:cNvPr id="3" name="TextBox 2">
            <a:extLst>
              <a:ext uri="{FF2B5EF4-FFF2-40B4-BE49-F238E27FC236}">
                <a16:creationId xmlns:a16="http://schemas.microsoft.com/office/drawing/2014/main" id="{87B5A79D-1DD2-D348-45C3-AF66C877407C}"/>
              </a:ext>
            </a:extLst>
          </p:cNvPr>
          <p:cNvSpPr txBox="1"/>
          <p:nvPr/>
        </p:nvSpPr>
        <p:spPr>
          <a:xfrm>
            <a:off x="1475656" y="1707654"/>
            <a:ext cx="6264696" cy="2462213"/>
          </a:xfrm>
          <a:prstGeom prst="rect">
            <a:avLst/>
          </a:prstGeom>
          <a:noFill/>
        </p:spPr>
        <p:txBody>
          <a:bodyPr wrap="square" rtlCol="0">
            <a:spAutoFit/>
          </a:bodyPr>
          <a:lstStyle/>
          <a:p>
            <a:pPr algn="just"/>
            <a:r>
              <a:rPr lang="en-US" sz="1400">
                <a:effectLst/>
                <a:latin typeface="Calibri" panose="020F0502020204030204" pitchFamily="34" charset="0"/>
                <a:ea typeface="Calibri" panose="020F0502020204030204" pitchFamily="34" charset="0"/>
                <a:cs typeface="Calibri" panose="020F0502020204030204" pitchFamily="34" charset="0"/>
              </a:rPr>
              <a:t>In conclusion, we found that Gulf is the most confused dialect, most often with Levantine (LAV) and Modern Standard Arabic (MSA). The second most confused dialect is North African, most often with Levantine. It can be inferred that it is difficult to distinguish among the following three dialects; Gulf, Levantine and North African. </a:t>
            </a:r>
          </a:p>
          <a:p>
            <a:pPr algn="just"/>
            <a:endParaRPr lang="en-US" sz="1400">
              <a:latin typeface="Calibri" panose="020F0502020204030204" pitchFamily="34" charset="0"/>
              <a:ea typeface="Calibri" panose="020F0502020204030204" pitchFamily="34" charset="0"/>
              <a:cs typeface="Calibri" panose="020F0502020204030204" pitchFamily="34" charset="0"/>
            </a:endParaRPr>
          </a:p>
          <a:p>
            <a:pPr algn="just"/>
            <a:r>
              <a:rPr lang="en-US" sz="1400">
                <a:effectLst/>
                <a:latin typeface="Calibri" panose="020F0502020204030204" pitchFamily="34" charset="0"/>
                <a:ea typeface="Calibri" panose="020F0502020204030204" pitchFamily="34" charset="0"/>
                <a:cs typeface="Calibri" panose="020F0502020204030204" pitchFamily="34" charset="0"/>
              </a:rPr>
              <a:t>The performance of the model is tested with 4 feature-extraction techniques, performed on CNN and different accuracy was found out for each combination. The best accuracy with classical model was 65.2% on MGB-3 dataset with MFCC feature extractions on CNN. We applied quantum embeddings on all 4 classical features, </a:t>
            </a:r>
            <a:r>
              <a:rPr lang="en-US" sz="1400">
                <a:latin typeface="Calibri" panose="020F0502020204030204" pitchFamily="34" charset="0"/>
                <a:ea typeface="Calibri" panose="020F0502020204030204" pitchFamily="34" charset="0"/>
                <a:cs typeface="Calibri" panose="020F0502020204030204" pitchFamily="34" charset="0"/>
              </a:rPr>
              <a:t>two</a:t>
            </a:r>
            <a:r>
              <a:rPr lang="en-US" sz="1400">
                <a:effectLst/>
                <a:latin typeface="Calibri" panose="020F0502020204030204" pitchFamily="34" charset="0"/>
                <a:ea typeface="Calibri" panose="020F0502020204030204" pitchFamily="34" charset="0"/>
                <a:cs typeface="Calibri" panose="020F0502020204030204" pitchFamily="34" charset="0"/>
              </a:rPr>
              <a:t> Embeddings (Angle and Amplitude) provided different accuracies. </a:t>
            </a:r>
            <a:endParaRPr lang="en-IN" sz="14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2659019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DA55E4-B391-492B-A887-BB6FF29B420A}"/>
              </a:ext>
            </a:extLst>
          </p:cNvPr>
          <p:cNvSpPr txBox="1"/>
          <p:nvPr/>
        </p:nvSpPr>
        <p:spPr>
          <a:xfrm>
            <a:off x="1619672" y="1059582"/>
            <a:ext cx="6192688" cy="3108543"/>
          </a:xfrm>
          <a:prstGeom prst="rect">
            <a:avLst/>
          </a:prstGeom>
          <a:noFill/>
        </p:spPr>
        <p:txBody>
          <a:bodyPr wrap="square">
            <a:spAutoFit/>
          </a:bodyPr>
          <a:lstStyle/>
          <a:p>
            <a:pPr algn="just"/>
            <a:r>
              <a:rPr lang="en-US" sz="1400">
                <a:effectLst/>
                <a:latin typeface="Calibri" panose="020F0502020204030204" pitchFamily="34" charset="0"/>
                <a:ea typeface="Calibri" panose="020F0502020204030204" pitchFamily="34" charset="0"/>
                <a:cs typeface="Calibri" panose="020F0502020204030204" pitchFamily="34" charset="0"/>
              </a:rPr>
              <a:t>The Angle Embedding performed on Mel-spectrogram features with CNN Architecture provides 64.5 % accuracy on MGB-3 dataset. Whereas, Amplitude embedding on MFCC features provides with the best existing accuracy of 69.1% accuracy on MGB-3 dataset with CNN model. </a:t>
            </a:r>
          </a:p>
          <a:p>
            <a:pPr algn="just"/>
            <a:endParaRPr lang="en-US" sz="1400">
              <a:latin typeface="Calibri" panose="020F0502020204030204" pitchFamily="34" charset="0"/>
              <a:ea typeface="Calibri" panose="020F0502020204030204" pitchFamily="34" charset="0"/>
              <a:cs typeface="Calibri" panose="020F0502020204030204" pitchFamily="34" charset="0"/>
            </a:endParaRPr>
          </a:p>
          <a:p>
            <a:pPr algn="just"/>
            <a:r>
              <a:rPr lang="en-US" sz="1400">
                <a:effectLst/>
                <a:latin typeface="Calibri" panose="020F0502020204030204" pitchFamily="34" charset="0"/>
                <a:ea typeface="Calibri" panose="020F0502020204030204" pitchFamily="34" charset="0"/>
                <a:cs typeface="Calibri" panose="020F0502020204030204" pitchFamily="34" charset="0"/>
              </a:rPr>
              <a:t>Our database represents five Arabic dialects. Through the multiple literature reviews and also with the help of Results, it can be clearly inferred that Artificial Neural Networks are less effective to capture the accent of a voice signal in comparison of Convolutional Neural Networks. </a:t>
            </a:r>
            <a:endParaRPr lang="en-US" sz="1400">
              <a:latin typeface="Calibri" panose="020F0502020204030204" pitchFamily="34" charset="0"/>
              <a:ea typeface="Calibri" panose="020F0502020204030204" pitchFamily="34" charset="0"/>
              <a:cs typeface="Calibri" panose="020F0502020204030204" pitchFamily="34" charset="0"/>
            </a:endParaRPr>
          </a:p>
          <a:p>
            <a:pPr algn="just"/>
            <a:endParaRPr lang="en-IN" sz="1400">
              <a:effectLst/>
              <a:latin typeface="Calibri" panose="020F0502020204030204" pitchFamily="34" charset="0"/>
              <a:ea typeface="Calibri" panose="020F0502020204030204" pitchFamily="34" charset="0"/>
            </a:endParaRPr>
          </a:p>
          <a:p>
            <a:pPr algn="just"/>
            <a:r>
              <a:rPr lang="en-US" sz="1400" b="1">
                <a:latin typeface="Calibri" panose="020F0502020204030204" pitchFamily="34" charset="0"/>
                <a:ea typeface="Calibri" panose="020F0502020204030204" pitchFamily="34" charset="0"/>
                <a:cs typeface="Calibri" panose="020F0502020204030204" pitchFamily="34" charset="0"/>
              </a:rPr>
              <a:t>Scope of Future Work: </a:t>
            </a:r>
            <a:r>
              <a:rPr lang="en-US" sz="1400">
                <a:effectLst/>
                <a:latin typeface="Calibri" panose="020F0502020204030204" pitchFamily="34" charset="0"/>
                <a:ea typeface="Calibri" panose="020F0502020204030204" pitchFamily="34" charset="0"/>
                <a:cs typeface="Calibri" panose="020F0502020204030204" pitchFamily="34" charset="0"/>
              </a:rPr>
              <a:t>Future enhancement of the Dialect Identification System can be made applying different embedding techniques like squeezing embedding, displacement embedding and others. The future work will also consist to add other features and test with other models of classification.</a:t>
            </a:r>
            <a:endParaRPr lang="en-IN" sz="14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812828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CDEAC626-6F7B-F38F-31DE-7C4AFDC34DFC}"/>
              </a:ext>
            </a:extLst>
          </p:cNvPr>
          <p:cNvSpPr/>
          <p:nvPr/>
        </p:nvSpPr>
        <p:spPr>
          <a:xfrm>
            <a:off x="3203505" y="195486"/>
            <a:ext cx="2952328" cy="504056"/>
          </a:xfrm>
          <a:custGeom>
            <a:avLst/>
            <a:gdLst/>
            <a:ahLst/>
            <a:cxnLst/>
            <a:rect l="l" t="t" r="r" b="b"/>
            <a:pathLst>
              <a:path w="3192780" h="577850">
                <a:moveTo>
                  <a:pt x="3192174" y="577799"/>
                </a:moveTo>
                <a:lnTo>
                  <a:pt x="0" y="577799"/>
                </a:lnTo>
                <a:lnTo>
                  <a:pt x="0" y="0"/>
                </a:lnTo>
                <a:lnTo>
                  <a:pt x="3192174" y="0"/>
                </a:lnTo>
                <a:lnTo>
                  <a:pt x="3192174" y="577799"/>
                </a:lnTo>
                <a:close/>
              </a:path>
            </a:pathLst>
          </a:custGeom>
          <a:solidFill>
            <a:srgbClr val="FFC727"/>
          </a:solidFill>
        </p:spPr>
        <p:txBody>
          <a:bodyPr wrap="square" lIns="0" tIns="0" rIns="0" bIns="0" rtlCol="0" anchor="ctr"/>
          <a:lstStyle/>
          <a:p>
            <a:pPr algn="ctr"/>
            <a:r>
              <a:rPr lang="en-IN" sz="2400"/>
              <a:t>8. References</a:t>
            </a:r>
            <a:endParaRPr sz="2400"/>
          </a:p>
        </p:txBody>
      </p:sp>
      <p:sp>
        <p:nvSpPr>
          <p:cNvPr id="4" name="TextBox 3">
            <a:extLst>
              <a:ext uri="{FF2B5EF4-FFF2-40B4-BE49-F238E27FC236}">
                <a16:creationId xmlns:a16="http://schemas.microsoft.com/office/drawing/2014/main" id="{56E3CE48-3707-6DE4-C5AD-39CAEFE5380F}"/>
              </a:ext>
            </a:extLst>
          </p:cNvPr>
          <p:cNvSpPr txBox="1"/>
          <p:nvPr/>
        </p:nvSpPr>
        <p:spPr>
          <a:xfrm>
            <a:off x="170466" y="896183"/>
            <a:ext cx="8803067" cy="4247317"/>
          </a:xfrm>
          <a:prstGeom prst="rect">
            <a:avLst/>
          </a:prstGeom>
          <a:noFill/>
        </p:spPr>
        <p:txBody>
          <a:bodyPr wrap="square" rtlCol="0">
            <a:spAutoFit/>
          </a:bodyPr>
          <a:lstStyle/>
          <a:p>
            <a:pPr marL="66040" marR="52070" indent="-635" algn="just">
              <a:spcBef>
                <a:spcPts val="500"/>
              </a:spcBef>
            </a:pPr>
            <a:r>
              <a:rPr lang="en-US" sz="1000">
                <a:effectLst/>
                <a:ea typeface="Georgia" panose="02040502050405020303" pitchFamily="18" charset="0"/>
                <a:cs typeface="Georgia" panose="02040502050405020303" pitchFamily="18" charset="0"/>
              </a:rPr>
              <a:t>[1] Haocheng Xiong, Xinyuan Duan, Yue yu, Junhan Zhang,"Image Classification Based on Quantum Machine Learning", 5th International Conference on ICMSP, 2023</a:t>
            </a:r>
          </a:p>
          <a:p>
            <a:pPr marL="66040" marR="52070" indent="-635" algn="just">
              <a:spcBef>
                <a:spcPts val="500"/>
              </a:spcBef>
            </a:pPr>
            <a:r>
              <a:rPr lang="en-US" sz="1000">
                <a:effectLst/>
                <a:ea typeface="Georgia" panose="02040502050405020303" pitchFamily="18" charset="0"/>
                <a:cs typeface="Georgia" panose="02040502050405020303" pitchFamily="18" charset="0"/>
              </a:rPr>
              <a:t> [2] Michael Esposito, Glen Uehara, Andreas Spanias,"Quantum Machine Learning for Audio Classification with Applications to Healthcare ", 13th International Conference on IISA, 2022.</a:t>
            </a:r>
          </a:p>
          <a:p>
            <a:pPr marL="66040" marR="52070" indent="-635" algn="just">
              <a:spcBef>
                <a:spcPts val="500"/>
              </a:spcBef>
            </a:pPr>
            <a:r>
              <a:rPr lang="en-US" sz="1000">
                <a:effectLst/>
                <a:ea typeface="Georgia" panose="02040502050405020303" pitchFamily="18" charset="0"/>
                <a:cs typeface="Georgia" panose="02040502050405020303" pitchFamily="18" charset="0"/>
              </a:rPr>
              <a:t>[3] Nejib TIBI and Mohamed anouar BEN MESSAOUD, "Automatic Arabic Dialect Identification Using Deep Learning", 2022 IEEE ITSIS.</a:t>
            </a:r>
          </a:p>
          <a:p>
            <a:pPr marL="66040" marR="52070" indent="-635" algn="just">
              <a:spcBef>
                <a:spcPts val="500"/>
              </a:spcBef>
            </a:pPr>
            <a:r>
              <a:rPr lang="en-US" sz="1000">
                <a:effectLst/>
                <a:ea typeface="Georgia" panose="02040502050405020303" pitchFamily="18" charset="0"/>
                <a:cs typeface="Georgia" panose="02040502050405020303" pitchFamily="18" charset="0"/>
              </a:rPr>
              <a:t>[4] Hsin-Yuan Huang, Michael Broughton, Masoud Mohseni, Ryan Babbush, Sergio Boixo, Hartmut Neven, Jarrod R. McClean,"Power of data in quantum machine learning",Nature Communications, Vol.12, No. 2631, 2021</a:t>
            </a:r>
          </a:p>
          <a:p>
            <a:r>
              <a:rPr lang="en-US" sz="1000">
                <a:effectLst/>
                <a:ea typeface="Georgia" panose="02040502050405020303" pitchFamily="18" charset="0"/>
                <a:cs typeface="Georgia" panose="02040502050405020303" pitchFamily="18" charset="0"/>
              </a:rPr>
              <a:t> [5] </a:t>
            </a:r>
            <a:r>
              <a:rPr lang="en-US" sz="1000">
                <a:effectLst/>
                <a:latin typeface="Calibri" panose="020F0502020204030204" pitchFamily="34" charset="0"/>
                <a:ea typeface="Calibri" panose="020F0502020204030204" pitchFamily="34" charset="0"/>
                <a:cs typeface="Calibri" panose="020F0502020204030204" pitchFamily="34" charset="0"/>
              </a:rPr>
              <a:t>Quan Zhou, Jianhua Shan, Wenlong Ding, Chengyin Wang, Shi Yuan, Fuchun Sun, Haiyuan Li and Bin Fang, “Cough Recognition Based on Mel-Spectrogram and             Convolutional Neural Network,” Frontiers in Robotics and AI, 2021.</a:t>
            </a:r>
            <a:endParaRPr lang="en-IN" sz="1000">
              <a:effectLst/>
              <a:latin typeface="Calibri" panose="020F0502020204030204" pitchFamily="34" charset="0"/>
              <a:ea typeface="Calibri" panose="020F0502020204030204" pitchFamily="34" charset="0"/>
            </a:endParaRPr>
          </a:p>
          <a:p>
            <a:pPr marL="66040" marR="52070" indent="-635" algn="just">
              <a:spcBef>
                <a:spcPts val="500"/>
              </a:spcBef>
            </a:pPr>
            <a:r>
              <a:rPr lang="en-US" sz="1000">
                <a:effectLst/>
                <a:ea typeface="Georgia" panose="02040502050405020303" pitchFamily="18" charset="0"/>
                <a:cs typeface="Georgia" panose="02040502050405020303" pitchFamily="18" charset="0"/>
              </a:rPr>
              <a:t>[6] Suwon Shon, Ahmed Ali, James Glass,” Convolutional Neural Networks and Language Embeddings for End-to-End Dialect Recognition”, Proc. Odyssey 2018 The Speaker and Language Recognition Workshop, 98-104, 2018</a:t>
            </a:r>
          </a:p>
          <a:p>
            <a:pPr marL="66040" marR="52070" indent="-635" algn="just">
              <a:spcBef>
                <a:spcPts val="500"/>
              </a:spcBef>
            </a:pPr>
            <a:r>
              <a:rPr lang="en-US" sz="1000">
                <a:effectLst/>
                <a:ea typeface="Georgia" panose="02040502050405020303" pitchFamily="18" charset="0"/>
                <a:cs typeface="Georgia" panose="02040502050405020303" pitchFamily="18" charset="0"/>
              </a:rPr>
              <a:t>[7] Maryam Najafian, Sameer Khurana, Suwon Shon, Ahmed Ali, and James Glass, "Exploiting convolutional neural networks for phonotactic based dialect identification“ 2018 IEEE ICASSP .</a:t>
            </a:r>
          </a:p>
          <a:p>
            <a:pPr marL="66040" marR="52070" indent="-635" algn="just">
              <a:spcBef>
                <a:spcPts val="500"/>
              </a:spcBef>
            </a:pPr>
            <a:r>
              <a:rPr lang="en-US" sz="1000">
                <a:effectLst/>
                <a:ea typeface="Georgia" panose="02040502050405020303" pitchFamily="18" charset="0"/>
                <a:cs typeface="Georgia" panose="02040502050405020303" pitchFamily="18" charset="0"/>
              </a:rPr>
              <a:t>[8] S. Khurana, M. Najafian, A. Ali, T. Al Hanai, Y. Belinkov, and J. Glass, “QMDIS: QCRI-MIT advanced dialect identification system,” in INTERSPEECH, 2017.</a:t>
            </a:r>
          </a:p>
          <a:p>
            <a:pPr marL="66040" marR="52070" indent="-635" algn="just">
              <a:spcBef>
                <a:spcPts val="500"/>
              </a:spcBef>
            </a:pPr>
            <a:r>
              <a:rPr lang="en-US" sz="1000">
                <a:effectLst/>
                <a:ea typeface="Georgia" panose="02040502050405020303" pitchFamily="18" charset="0"/>
                <a:cs typeface="Georgia" panose="02040502050405020303" pitchFamily="18" charset="0"/>
              </a:rPr>
              <a:t>[9] M. Najafian, W.-N. Hsu, A. Ali, and J. Glass, “Automatic speech recognition of arabic multi-genre broadcast media,” in ASRU, 2017.</a:t>
            </a:r>
          </a:p>
          <a:p>
            <a:pPr marL="66040" marR="52070" indent="-635" algn="just">
              <a:spcBef>
                <a:spcPts val="500"/>
              </a:spcBef>
            </a:pPr>
            <a:r>
              <a:rPr lang="en-US" sz="1000">
                <a:effectLst/>
                <a:ea typeface="Georgia" panose="02040502050405020303" pitchFamily="18" charset="0"/>
                <a:cs typeface="Georgia" panose="02040502050405020303" pitchFamily="18" charset="0"/>
              </a:rPr>
              <a:t>[10] X. Zhang, Y. Zou, and W. Shi, “Dilated convolution neural network with leaky relu for environmental sound classification,” in 2017 22nd international conference on digital signal processing (DSP), pp. 1– 5, IEEE, 2017.</a:t>
            </a:r>
          </a:p>
          <a:p>
            <a:pPr marL="66040" marR="52070" indent="-635" algn="just">
              <a:spcBef>
                <a:spcPts val="500"/>
              </a:spcBef>
            </a:pPr>
            <a:r>
              <a:rPr lang="en-US" sz="1000">
                <a:effectLst/>
                <a:ea typeface="Georgia" panose="02040502050405020303" pitchFamily="18" charset="0"/>
                <a:cs typeface="Georgia" panose="02040502050405020303" pitchFamily="18" charset="0"/>
              </a:rPr>
              <a:t>[11] A. Hanani, A. Qaroush, and S. Taylor, “Classifying ASR transcriptions according to Arabic dialect,” VarDial 3, p. 126, 2016.</a:t>
            </a:r>
          </a:p>
          <a:p>
            <a:pPr marL="66040" marR="52070" indent="-635" algn="just">
              <a:spcBef>
                <a:spcPts val="500"/>
              </a:spcBef>
            </a:pPr>
            <a:r>
              <a:rPr lang="en-US" sz="1000">
                <a:effectLst/>
                <a:ea typeface="Georgia" panose="02040502050405020303" pitchFamily="18" charset="0"/>
                <a:cs typeface="Georgia" panose="02040502050405020303" pitchFamily="18" charset="0"/>
              </a:rPr>
              <a:t>[12] A. Ali, N. Dehak, P. Cardinal, S. Khurana, S. Harsha Yella, J. Glass, P. Bell, and S. Renals, “Automatic dialect detection in arabic broadcast speech,” in INTERSPEECH, 2016, pp. 2934–2938.</a:t>
            </a:r>
          </a:p>
          <a:p>
            <a:pPr marL="66040" marR="52070" indent="-635" algn="just">
              <a:spcBef>
                <a:spcPts val="500"/>
              </a:spcBef>
            </a:pPr>
            <a:r>
              <a:rPr lang="en-IN" sz="1000" b="0"/>
              <a:t>[13] Y. Belinkov and J. Glass, “A Character-level Convolutional Neural Network for Distinguishing Similar Languages and Dialects,” in VarDial, 2016.</a:t>
            </a:r>
          </a:p>
          <a:p>
            <a:pPr marL="66040" marR="52070" indent="-635" algn="just">
              <a:spcBef>
                <a:spcPts val="500"/>
              </a:spcBef>
            </a:pPr>
            <a:r>
              <a:rPr lang="en-IN" sz="1000" b="0"/>
              <a:t>[14] M. Najafian, S. Safavi, P. Weber, and M. J. Russell, “Identification of British English regional accents using fusion of i-vector and multi-accent phonotactic systems,” in ODYSSEY, 2016, pp. 1–6</a:t>
            </a:r>
          </a:p>
        </p:txBody>
      </p:sp>
    </p:spTree>
    <p:extLst>
      <p:ext uri="{BB962C8B-B14F-4D97-AF65-F5344CB8AC3E}">
        <p14:creationId xmlns:p14="http://schemas.microsoft.com/office/powerpoint/2010/main" val="677048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BD3D05-4EAD-8B6D-55E8-57715847FA85}"/>
              </a:ext>
            </a:extLst>
          </p:cNvPr>
          <p:cNvSpPr txBox="1"/>
          <p:nvPr/>
        </p:nvSpPr>
        <p:spPr>
          <a:xfrm>
            <a:off x="323528" y="339502"/>
            <a:ext cx="8424936" cy="4272965"/>
          </a:xfrm>
          <a:prstGeom prst="rect">
            <a:avLst/>
          </a:prstGeom>
          <a:noFill/>
        </p:spPr>
        <p:txBody>
          <a:bodyPr wrap="square">
            <a:spAutoFit/>
          </a:bodyPr>
          <a:lstStyle/>
          <a:p>
            <a:pPr marL="66040" marR="52070" indent="-635" algn="just">
              <a:spcBef>
                <a:spcPts val="500"/>
              </a:spcBef>
            </a:pPr>
            <a:r>
              <a:rPr lang="en-IN" sz="1000" b="0"/>
              <a:t>[15] S. Malmasi, M. Zampieri, N. Ljubešic, P. Nakov, A. Ali, and J. Tiedemann, “Discriminating between similar languages and arabic dialect identification: A report on the third dsl shared task,” VarDial 3, p. 1, 2016.</a:t>
            </a:r>
          </a:p>
          <a:p>
            <a:pPr marL="66040" marR="52070" indent="-635" algn="just">
              <a:spcBef>
                <a:spcPts val="500"/>
              </a:spcBef>
            </a:pPr>
            <a:r>
              <a:rPr lang="en-IN" sz="1000" b="0"/>
              <a:t>[16] K. J. Piczak, “Environmental sound classification with convolutional neural networks,” in 2015 IEEE 25th international workshop on machine learning for    signal processing (MLSP), pp. 1–6, IEEE, 2015.</a:t>
            </a:r>
          </a:p>
          <a:p>
            <a:pPr marL="66040" marR="52070" indent="-635" algn="just">
              <a:spcBef>
                <a:spcPts val="500"/>
              </a:spcBef>
            </a:pPr>
            <a:r>
              <a:rPr lang="en-IN" sz="1000" b="0"/>
              <a:t>[17] M. H. Bahari, N. Dehak, L. Burget, A. M. Ali, J. Glass, “non-negative factor analysis of gaussian mixture model weight adaptation for language and dialect recognition,” ACM transactions on ASLP, vol. 22, no. 7, pp. 1117–1129, 2014.</a:t>
            </a:r>
          </a:p>
          <a:p>
            <a:pPr marL="66040" marR="52070" indent="-635" algn="just">
              <a:spcBef>
                <a:spcPts val="500"/>
              </a:spcBef>
            </a:pPr>
            <a:r>
              <a:rPr lang="en-IN" sz="1000" b="0"/>
              <a:t>[18] A. Hanani, M. J. Russell, and M. J. Carey, “Human and computer recognition of regional accents and ethnic groups from British English speech,” CSL, pp. 59–74, 2013. </a:t>
            </a:r>
          </a:p>
          <a:p>
            <a:pPr marL="66040" marR="52070" indent="-635" algn="just">
              <a:spcBef>
                <a:spcPts val="500"/>
              </a:spcBef>
            </a:pPr>
            <a:r>
              <a:rPr lang="en-IN" sz="1000" b="0"/>
              <a:t>[19] M. H. Bahari, R. Saeidi, D. Van Leeuwen, “Accent recognition using i-vector, gaussian mean supervector and gaussian posterior probability supervector for spontaneous telephone speech,” in ICASSP, 2013, pp. 7344–7348.</a:t>
            </a:r>
          </a:p>
          <a:p>
            <a:pPr marL="66040" marR="52070" indent="-635" algn="just">
              <a:spcBef>
                <a:spcPts val="500"/>
              </a:spcBef>
            </a:pPr>
            <a:r>
              <a:rPr lang="en-IN" sz="1000" b="0"/>
              <a:t>[20] </a:t>
            </a:r>
            <a:r>
              <a:rPr lang="en-US" sz="1000">
                <a:effectLst/>
                <a:latin typeface="Calibri" panose="020F0502020204030204" pitchFamily="34" charset="0"/>
                <a:ea typeface="Calibri" panose="020F0502020204030204" pitchFamily="34" charset="0"/>
              </a:rPr>
              <a:t>Md. Afzal Hossan, Sheeraz Memon, Mark A Gregory, “A Novel Approach for MFCC Feature Extraction,” in IEEE xplore, 2011</a:t>
            </a:r>
            <a:r>
              <a:rPr lang="en-IN" sz="1000" b="0"/>
              <a:t>.</a:t>
            </a:r>
          </a:p>
          <a:p>
            <a:pPr marL="66040" marR="52070" indent="-635" algn="just">
              <a:spcBef>
                <a:spcPts val="500"/>
              </a:spcBef>
            </a:pPr>
            <a:r>
              <a:rPr lang="en-IN" sz="1000" b="0"/>
              <a:t>[21] P. Matejka, P. Schwarz, J. Cernocky, and P. Chyil, “Phonotactic language identification using high quality phoneme recognition.” in INTERSPEECH, 2005, pp. 2237–2240. </a:t>
            </a:r>
          </a:p>
          <a:p>
            <a:pPr marL="66040" marR="52070" indent="-635" algn="just">
              <a:spcBef>
                <a:spcPts val="500"/>
              </a:spcBef>
            </a:pPr>
            <a:r>
              <a:rPr lang="en-IN" sz="1000" b="0"/>
              <a:t>[22] M. Tjalve and M. Huckvale, “Pronunciation variation modelling using accent features,” in INTERSPEECH, 2005, pp. 1341–1344.</a:t>
            </a:r>
          </a:p>
          <a:p>
            <a:pPr marL="66040" marR="52070" indent="-635" algn="just">
              <a:spcBef>
                <a:spcPts val="500"/>
              </a:spcBef>
            </a:pPr>
            <a:r>
              <a:rPr lang="en-IN" sz="1000" b="0"/>
              <a:t>[23] H. Hermansky and S. Sharma, “Temporal patterns (traps) in ASR of noisy speech,” in Proc. IEEE Int. Conf. Acoust., Speech, Signal Processing (ICASSP), Phoenix, Arizona, Mar. 1999, pp. 2427–2431.</a:t>
            </a:r>
          </a:p>
          <a:p>
            <a:pPr marL="66040" marR="52070" indent="-635" algn="just">
              <a:spcBef>
                <a:spcPts val="500"/>
              </a:spcBef>
            </a:pPr>
            <a:r>
              <a:rPr lang="en-IN" sz="1000" b="0"/>
              <a:t>[24] M. A. Zissman, T. P. Gleason, D. Rekart, and B. L. Losiewicz, “Automatic dialect identification of extemporaneous conversatational, Latin American Spanish speech,” in ICASSP, vol. 2. IEEE, 1996, pp. 777–780.</a:t>
            </a:r>
          </a:p>
          <a:p>
            <a:pPr marL="66040" marR="52070" indent="-635" algn="just">
              <a:spcBef>
                <a:spcPts val="500"/>
              </a:spcBef>
            </a:pPr>
            <a:r>
              <a:rPr lang="en-IN" sz="1000" b="0"/>
              <a:t>[25] M. Zissman, E. Singer et al.,” Automatic language identification of telephone speech messages using phoneme recognition and n-gram modelling”, in ICASSP-94, vol. 1, 1994, pp. I–305,2010.</a:t>
            </a:r>
          </a:p>
          <a:p>
            <a:r>
              <a:rPr lang="en-US" sz="1000">
                <a:effectLst/>
                <a:latin typeface="Calibri" panose="020F0502020204030204" pitchFamily="34" charset="0"/>
                <a:ea typeface="Calibri" panose="020F0502020204030204" pitchFamily="34" charset="0"/>
                <a:cs typeface="Calibri" panose="020F0502020204030204" pitchFamily="34" charset="0"/>
              </a:rPr>
              <a:t>[26] Pennylane Documentation|| </a:t>
            </a:r>
            <a:r>
              <a:rPr lang="en-US" sz="1000" u="sng">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https://pennylane.ai/</a:t>
            </a:r>
            <a:endParaRPr lang="en-IN" sz="1000">
              <a:solidFill>
                <a:schemeClr val="tx1">
                  <a:lumMod val="95000"/>
                  <a:lumOff val="5000"/>
                </a:schemeClr>
              </a:solidFill>
              <a:effectLst/>
              <a:latin typeface="Calibri" panose="020F0502020204030204" pitchFamily="34" charset="0"/>
              <a:ea typeface="Calibri" panose="020F0502020204030204" pitchFamily="34" charset="0"/>
            </a:endParaRPr>
          </a:p>
          <a:p>
            <a:r>
              <a:rPr lang="en-US" sz="1000">
                <a:effectLst/>
                <a:latin typeface="Calibri" panose="020F0502020204030204" pitchFamily="34" charset="0"/>
                <a:ea typeface="Calibri" panose="020F0502020204030204" pitchFamily="34" charset="0"/>
                <a:cs typeface="Calibri" panose="020F0502020204030204" pitchFamily="34" charset="0"/>
              </a:rPr>
              <a:t>[27] Qiskit Documentation || </a:t>
            </a:r>
            <a:r>
              <a:rPr lang="en-US" sz="1000" u="sng">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https://www.ibm.com/quantum/qiskit</a:t>
            </a:r>
            <a:endParaRPr lang="en-IN" sz="1000">
              <a:solidFill>
                <a:schemeClr val="tx1">
                  <a:lumMod val="95000"/>
                  <a:lumOff val="5000"/>
                </a:schemeClr>
              </a:solidFill>
              <a:effectLst/>
              <a:latin typeface="Calibri" panose="020F0502020204030204" pitchFamily="34" charset="0"/>
              <a:ea typeface="Calibri" panose="020F0502020204030204" pitchFamily="34" charset="0"/>
            </a:endParaRPr>
          </a:p>
          <a:p>
            <a:r>
              <a:rPr lang="en-US" sz="1000">
                <a:effectLst/>
                <a:latin typeface="Calibri" panose="020F0502020204030204" pitchFamily="34" charset="0"/>
                <a:ea typeface="Calibri" panose="020F0502020204030204" pitchFamily="34" charset="0"/>
                <a:cs typeface="Calibri" panose="020F0502020204030204" pitchFamily="34" charset="0"/>
              </a:rPr>
              <a:t>[28] TensorFlow Quantum || https://www.tensorflow.org/quantum</a:t>
            </a:r>
            <a:endParaRPr lang="en-IN" sz="10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8433863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5200" y="2111087"/>
            <a:ext cx="2000616" cy="566822"/>
          </a:xfrm>
          <a:prstGeom prst="rect">
            <a:avLst/>
          </a:prstGeom>
        </p:spPr>
        <p:txBody>
          <a:bodyPr vert="horz" wrap="square" lIns="0" tIns="12700" rIns="0" bIns="0" rtlCol="0">
            <a:spAutoFit/>
          </a:bodyPr>
          <a:lstStyle/>
          <a:p>
            <a:pPr marL="12700">
              <a:lnSpc>
                <a:spcPct val="100000"/>
              </a:lnSpc>
              <a:spcBef>
                <a:spcPts val="100"/>
              </a:spcBef>
            </a:pPr>
            <a:r>
              <a:rPr sz="3600" spc="110">
                <a:solidFill>
                  <a:srgbClr val="263137"/>
                </a:solidFill>
                <a:latin typeface="Tahoma"/>
                <a:cs typeface="Tahoma"/>
              </a:rPr>
              <a:t>THANKS</a:t>
            </a:r>
            <a:r>
              <a:rPr lang="en-IN" sz="3600" spc="110">
                <a:solidFill>
                  <a:srgbClr val="263137"/>
                </a:solidFill>
                <a:latin typeface="Tahoma"/>
                <a:cs typeface="Tahoma"/>
              </a:rPr>
              <a:t>!</a:t>
            </a:r>
            <a:endParaRPr sz="3600">
              <a:latin typeface="Tahoma"/>
              <a:cs typeface="Tahoma"/>
            </a:endParaRPr>
          </a:p>
        </p:txBody>
      </p:sp>
      <p:sp>
        <p:nvSpPr>
          <p:cNvPr id="3" name="object 3"/>
          <p:cNvSpPr txBox="1"/>
          <p:nvPr/>
        </p:nvSpPr>
        <p:spPr>
          <a:xfrm>
            <a:off x="915200" y="2773723"/>
            <a:ext cx="2510155" cy="443711"/>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263137"/>
                </a:solidFill>
                <a:latin typeface="Verdana"/>
                <a:cs typeface="Verdana"/>
              </a:rPr>
              <a:t>Do</a:t>
            </a:r>
            <a:r>
              <a:rPr sz="1400" spc="-130" dirty="0">
                <a:solidFill>
                  <a:srgbClr val="263137"/>
                </a:solidFill>
                <a:latin typeface="Verdana"/>
                <a:cs typeface="Verdana"/>
              </a:rPr>
              <a:t> </a:t>
            </a:r>
            <a:r>
              <a:rPr sz="1400" spc="-90" dirty="0">
                <a:solidFill>
                  <a:srgbClr val="263137"/>
                </a:solidFill>
                <a:latin typeface="Verdana"/>
                <a:cs typeface="Verdana"/>
              </a:rPr>
              <a:t>y</a:t>
            </a:r>
            <a:r>
              <a:rPr sz="1400" spc="40" dirty="0">
                <a:solidFill>
                  <a:srgbClr val="263137"/>
                </a:solidFill>
                <a:latin typeface="Verdana"/>
                <a:cs typeface="Verdana"/>
              </a:rPr>
              <a:t>ou</a:t>
            </a:r>
            <a:r>
              <a:rPr sz="1400" spc="-130" dirty="0">
                <a:solidFill>
                  <a:srgbClr val="263137"/>
                </a:solidFill>
                <a:latin typeface="Verdana"/>
                <a:cs typeface="Verdana"/>
              </a:rPr>
              <a:t> </a:t>
            </a:r>
            <a:r>
              <a:rPr sz="1400" spc="20" dirty="0">
                <a:solidFill>
                  <a:srgbClr val="263137"/>
                </a:solidFill>
                <a:latin typeface="Verdana"/>
                <a:cs typeface="Verdana"/>
              </a:rPr>
              <a:t>h</a:t>
            </a:r>
            <a:r>
              <a:rPr sz="1400" spc="5" dirty="0">
                <a:solidFill>
                  <a:srgbClr val="263137"/>
                </a:solidFill>
                <a:latin typeface="Verdana"/>
                <a:cs typeface="Verdana"/>
              </a:rPr>
              <a:t>a</a:t>
            </a:r>
            <a:r>
              <a:rPr sz="1400" spc="-90" dirty="0">
                <a:solidFill>
                  <a:srgbClr val="263137"/>
                </a:solidFill>
                <a:latin typeface="Verdana"/>
                <a:cs typeface="Verdana"/>
              </a:rPr>
              <a:t>v</a:t>
            </a:r>
            <a:r>
              <a:rPr sz="1400" spc="10" dirty="0">
                <a:solidFill>
                  <a:srgbClr val="263137"/>
                </a:solidFill>
                <a:latin typeface="Verdana"/>
                <a:cs typeface="Verdana"/>
              </a:rPr>
              <a:t>e</a:t>
            </a:r>
            <a:r>
              <a:rPr sz="1400" spc="-130" dirty="0">
                <a:solidFill>
                  <a:srgbClr val="263137"/>
                </a:solidFill>
                <a:latin typeface="Verdana"/>
                <a:cs typeface="Verdana"/>
              </a:rPr>
              <a:t> </a:t>
            </a:r>
            <a:r>
              <a:rPr sz="1400" spc="20">
                <a:solidFill>
                  <a:srgbClr val="263137"/>
                </a:solidFill>
                <a:latin typeface="Verdana"/>
                <a:cs typeface="Verdana"/>
              </a:rPr>
              <a:t>a</a:t>
            </a:r>
            <a:r>
              <a:rPr sz="1400" spc="5">
                <a:solidFill>
                  <a:srgbClr val="263137"/>
                </a:solidFill>
                <a:latin typeface="Verdana"/>
                <a:cs typeface="Verdana"/>
              </a:rPr>
              <a:t>n</a:t>
            </a:r>
            <a:r>
              <a:rPr sz="1400" spc="-70">
                <a:solidFill>
                  <a:srgbClr val="263137"/>
                </a:solidFill>
                <a:latin typeface="Verdana"/>
                <a:cs typeface="Verdana"/>
              </a:rPr>
              <a:t>y</a:t>
            </a:r>
            <a:r>
              <a:rPr sz="1400" spc="-130">
                <a:solidFill>
                  <a:srgbClr val="263137"/>
                </a:solidFill>
                <a:latin typeface="Verdana"/>
                <a:cs typeface="Verdana"/>
              </a:rPr>
              <a:t> </a:t>
            </a:r>
            <a:r>
              <a:rPr sz="1400" spc="15">
                <a:solidFill>
                  <a:srgbClr val="263137"/>
                </a:solidFill>
                <a:latin typeface="Verdana"/>
                <a:cs typeface="Verdana"/>
              </a:rPr>
              <a:t>question</a:t>
            </a:r>
            <a:r>
              <a:rPr sz="1400" spc="-10">
                <a:solidFill>
                  <a:srgbClr val="263137"/>
                </a:solidFill>
                <a:latin typeface="Verdana"/>
                <a:cs typeface="Verdana"/>
              </a:rPr>
              <a:t>s</a:t>
            </a:r>
            <a:r>
              <a:rPr lang="en-IN" sz="1400" spc="-10">
                <a:solidFill>
                  <a:srgbClr val="263137"/>
                </a:solidFill>
                <a:latin typeface="Verdana"/>
                <a:cs typeface="Verdana"/>
              </a:rPr>
              <a:t>/suggestions</a:t>
            </a:r>
            <a:r>
              <a:rPr sz="1400" spc="30">
                <a:solidFill>
                  <a:srgbClr val="263137"/>
                </a:solidFill>
                <a:latin typeface="Verdana"/>
                <a:cs typeface="Verdana"/>
              </a:rPr>
              <a:t>?</a:t>
            </a:r>
            <a:endParaRPr sz="1400">
              <a:latin typeface="Verdana"/>
              <a:cs typeface="Verdana"/>
            </a:endParaRPr>
          </a:p>
        </p:txBody>
      </p:sp>
      <p:grpSp>
        <p:nvGrpSpPr>
          <p:cNvPr id="4" name="object 4"/>
          <p:cNvGrpSpPr/>
          <p:nvPr/>
        </p:nvGrpSpPr>
        <p:grpSpPr>
          <a:xfrm>
            <a:off x="3976102" y="585143"/>
            <a:ext cx="4599305" cy="4048125"/>
            <a:chOff x="3976102" y="585143"/>
            <a:chExt cx="4599305" cy="4048125"/>
          </a:xfrm>
        </p:grpSpPr>
        <p:sp>
          <p:nvSpPr>
            <p:cNvPr id="5" name="object 5"/>
            <p:cNvSpPr/>
            <p:nvPr/>
          </p:nvSpPr>
          <p:spPr>
            <a:xfrm>
              <a:off x="4116979" y="585143"/>
              <a:ext cx="4122420" cy="2482215"/>
            </a:xfrm>
            <a:custGeom>
              <a:avLst/>
              <a:gdLst/>
              <a:ahLst/>
              <a:cxnLst/>
              <a:rect l="l" t="t" r="r" b="b"/>
              <a:pathLst>
                <a:path w="4122420" h="2482215">
                  <a:moveTo>
                    <a:pt x="4075864" y="5587"/>
                  </a:moveTo>
                  <a:lnTo>
                    <a:pt x="4068278" y="5587"/>
                  </a:lnTo>
                  <a:lnTo>
                    <a:pt x="4064915" y="4004"/>
                  </a:lnTo>
                  <a:lnTo>
                    <a:pt x="4063220" y="1606"/>
                  </a:lnTo>
                  <a:lnTo>
                    <a:pt x="4082615" y="0"/>
                  </a:lnTo>
                  <a:lnTo>
                    <a:pt x="4080088" y="3189"/>
                  </a:lnTo>
                  <a:lnTo>
                    <a:pt x="4075864" y="5587"/>
                  </a:lnTo>
                  <a:close/>
                </a:path>
                <a:path w="4122420" h="2482215">
                  <a:moveTo>
                    <a:pt x="3889040" y="41005"/>
                  </a:moveTo>
                  <a:lnTo>
                    <a:pt x="3876396" y="41005"/>
                  </a:lnTo>
                  <a:lnTo>
                    <a:pt x="3870049" y="37192"/>
                  </a:lnTo>
                  <a:lnTo>
                    <a:pt x="3870049" y="25586"/>
                  </a:lnTo>
                  <a:lnTo>
                    <a:pt x="3871744" y="21605"/>
                  </a:lnTo>
                  <a:lnTo>
                    <a:pt x="3875107" y="19999"/>
                  </a:lnTo>
                  <a:lnTo>
                    <a:pt x="3887776" y="18392"/>
                  </a:lnTo>
                  <a:lnTo>
                    <a:pt x="3891998" y="20790"/>
                  </a:lnTo>
                  <a:lnTo>
                    <a:pt x="3895362" y="24795"/>
                  </a:lnTo>
                  <a:lnTo>
                    <a:pt x="3895362" y="37192"/>
                  </a:lnTo>
                  <a:lnTo>
                    <a:pt x="3889040" y="41005"/>
                  </a:lnTo>
                  <a:close/>
                </a:path>
                <a:path w="4122420" h="2482215">
                  <a:moveTo>
                    <a:pt x="3964826" y="41389"/>
                  </a:moveTo>
                  <a:lnTo>
                    <a:pt x="3955065" y="41389"/>
                  </a:lnTo>
                  <a:lnTo>
                    <a:pt x="3951854" y="40238"/>
                  </a:lnTo>
                  <a:lnTo>
                    <a:pt x="3949351" y="37600"/>
                  </a:lnTo>
                  <a:lnTo>
                    <a:pt x="3945577" y="31440"/>
                  </a:lnTo>
                  <a:lnTo>
                    <a:pt x="3946395" y="24903"/>
                  </a:lnTo>
                  <a:lnTo>
                    <a:pt x="3951011" y="19714"/>
                  </a:lnTo>
                  <a:lnTo>
                    <a:pt x="3958631" y="17601"/>
                  </a:lnTo>
                  <a:lnTo>
                    <a:pt x="3958631" y="16785"/>
                  </a:lnTo>
                  <a:lnTo>
                    <a:pt x="3965383" y="16785"/>
                  </a:lnTo>
                  <a:lnTo>
                    <a:pt x="3971275" y="22397"/>
                  </a:lnTo>
                  <a:lnTo>
                    <a:pt x="3971275" y="36569"/>
                  </a:lnTo>
                  <a:lnTo>
                    <a:pt x="3964826" y="41389"/>
                  </a:lnTo>
                  <a:close/>
                </a:path>
                <a:path w="4122420" h="2482215">
                  <a:moveTo>
                    <a:pt x="4040284" y="41389"/>
                  </a:moveTo>
                  <a:lnTo>
                    <a:pt x="4030903" y="41389"/>
                  </a:lnTo>
                  <a:lnTo>
                    <a:pt x="4027767" y="40238"/>
                  </a:lnTo>
                  <a:lnTo>
                    <a:pt x="4025264" y="37600"/>
                  </a:lnTo>
                  <a:lnTo>
                    <a:pt x="4021477" y="31440"/>
                  </a:lnTo>
                  <a:lnTo>
                    <a:pt x="4022204" y="24903"/>
                  </a:lnTo>
                  <a:lnTo>
                    <a:pt x="4026573" y="19714"/>
                  </a:lnTo>
                  <a:lnTo>
                    <a:pt x="4033710" y="17601"/>
                  </a:lnTo>
                  <a:lnTo>
                    <a:pt x="4033710" y="16785"/>
                  </a:lnTo>
                  <a:lnTo>
                    <a:pt x="4041296" y="16785"/>
                  </a:lnTo>
                  <a:lnTo>
                    <a:pt x="4046354" y="22397"/>
                  </a:lnTo>
                  <a:lnTo>
                    <a:pt x="4046354" y="36569"/>
                  </a:lnTo>
                  <a:lnTo>
                    <a:pt x="4040284" y="41389"/>
                  </a:lnTo>
                  <a:close/>
                </a:path>
                <a:path w="4122420" h="2482215">
                  <a:moveTo>
                    <a:pt x="4112783" y="41389"/>
                  </a:moveTo>
                  <a:lnTo>
                    <a:pt x="4103048" y="41389"/>
                  </a:lnTo>
                  <a:lnTo>
                    <a:pt x="4096954" y="36569"/>
                  </a:lnTo>
                  <a:lnTo>
                    <a:pt x="4096954" y="22852"/>
                  </a:lnTo>
                  <a:lnTo>
                    <a:pt x="4102138" y="17529"/>
                  </a:lnTo>
                  <a:lnTo>
                    <a:pt x="4108763" y="17529"/>
                  </a:lnTo>
                  <a:lnTo>
                    <a:pt x="4109623" y="17601"/>
                  </a:lnTo>
                  <a:lnTo>
                    <a:pt x="4116759" y="19714"/>
                  </a:lnTo>
                  <a:lnTo>
                    <a:pt x="4121214" y="24903"/>
                  </a:lnTo>
                  <a:lnTo>
                    <a:pt x="4122193" y="31440"/>
                  </a:lnTo>
                  <a:lnTo>
                    <a:pt x="4118903" y="37600"/>
                  </a:lnTo>
                  <a:lnTo>
                    <a:pt x="4116122" y="40238"/>
                  </a:lnTo>
                  <a:lnTo>
                    <a:pt x="4112783" y="41389"/>
                  </a:lnTo>
                  <a:close/>
                </a:path>
                <a:path w="4122420" h="2482215">
                  <a:moveTo>
                    <a:pt x="3736784" y="41605"/>
                  </a:moveTo>
                  <a:lnTo>
                    <a:pt x="3730866" y="41605"/>
                  </a:lnTo>
                  <a:lnTo>
                    <a:pt x="3730866" y="40789"/>
                  </a:lnTo>
                  <a:lnTo>
                    <a:pt x="3726669" y="40789"/>
                  </a:lnTo>
                  <a:lnTo>
                    <a:pt x="3722446" y="38391"/>
                  </a:lnTo>
                  <a:lnTo>
                    <a:pt x="3719917" y="35202"/>
                  </a:lnTo>
                  <a:lnTo>
                    <a:pt x="3742676" y="32804"/>
                  </a:lnTo>
                  <a:lnTo>
                    <a:pt x="3741007" y="37600"/>
                  </a:lnTo>
                  <a:lnTo>
                    <a:pt x="3736784" y="41605"/>
                  </a:lnTo>
                  <a:close/>
                </a:path>
                <a:path w="4122420" h="2482215">
                  <a:moveTo>
                    <a:pt x="3813531" y="42204"/>
                  </a:moveTo>
                  <a:lnTo>
                    <a:pt x="3800053" y="42204"/>
                  </a:lnTo>
                  <a:lnTo>
                    <a:pt x="3793301" y="37984"/>
                  </a:lnTo>
                  <a:lnTo>
                    <a:pt x="3794136" y="29591"/>
                  </a:lnTo>
                  <a:lnTo>
                    <a:pt x="3794136" y="27984"/>
                  </a:lnTo>
                  <a:lnTo>
                    <a:pt x="3818614" y="25586"/>
                  </a:lnTo>
                  <a:lnTo>
                    <a:pt x="3819449" y="26401"/>
                  </a:lnTo>
                  <a:lnTo>
                    <a:pt x="3819449" y="29591"/>
                  </a:lnTo>
                  <a:lnTo>
                    <a:pt x="3820283" y="37984"/>
                  </a:lnTo>
                  <a:lnTo>
                    <a:pt x="3813531" y="42204"/>
                  </a:lnTo>
                  <a:close/>
                </a:path>
                <a:path w="4122420" h="2482215">
                  <a:moveTo>
                    <a:pt x="3322423" y="73690"/>
                  </a:moveTo>
                  <a:lnTo>
                    <a:pt x="3323131" y="73115"/>
                  </a:lnTo>
                  <a:lnTo>
                    <a:pt x="3323460" y="72779"/>
                  </a:lnTo>
                  <a:lnTo>
                    <a:pt x="3323460" y="73594"/>
                  </a:lnTo>
                  <a:lnTo>
                    <a:pt x="3322423" y="73690"/>
                  </a:lnTo>
                  <a:close/>
                </a:path>
                <a:path w="4122420" h="2482215">
                  <a:moveTo>
                    <a:pt x="3314180" y="77599"/>
                  </a:moveTo>
                  <a:lnTo>
                    <a:pt x="3309122" y="75992"/>
                  </a:lnTo>
                  <a:lnTo>
                    <a:pt x="3307427" y="75201"/>
                  </a:lnTo>
                  <a:lnTo>
                    <a:pt x="3322423" y="73690"/>
                  </a:lnTo>
                  <a:lnTo>
                    <a:pt x="3320046" y="75608"/>
                  </a:lnTo>
                  <a:lnTo>
                    <a:pt x="3317113" y="76903"/>
                  </a:lnTo>
                  <a:lnTo>
                    <a:pt x="3314180" y="77599"/>
                  </a:lnTo>
                  <a:close/>
                </a:path>
                <a:path w="4122420" h="2482215">
                  <a:moveTo>
                    <a:pt x="4078165" y="76999"/>
                  </a:moveTo>
                  <a:lnTo>
                    <a:pt x="4068379" y="76999"/>
                  </a:lnTo>
                  <a:lnTo>
                    <a:pt x="4065117" y="75920"/>
                  </a:lnTo>
                  <a:lnTo>
                    <a:pt x="4062386" y="73594"/>
                  </a:lnTo>
                  <a:lnTo>
                    <a:pt x="4059092" y="66967"/>
                  </a:lnTo>
                  <a:lnTo>
                    <a:pt x="4060066" y="60195"/>
                  </a:lnTo>
                  <a:lnTo>
                    <a:pt x="4064519" y="54926"/>
                  </a:lnTo>
                  <a:lnTo>
                    <a:pt x="4071666" y="52803"/>
                  </a:lnTo>
                  <a:lnTo>
                    <a:pt x="4078418" y="52803"/>
                  </a:lnTo>
                  <a:lnTo>
                    <a:pt x="4084310" y="58391"/>
                  </a:lnTo>
                  <a:lnTo>
                    <a:pt x="4084310" y="72347"/>
                  </a:lnTo>
                  <a:lnTo>
                    <a:pt x="4078165" y="76999"/>
                  </a:lnTo>
                  <a:close/>
                </a:path>
                <a:path w="4122420" h="2482215">
                  <a:moveTo>
                    <a:pt x="3852326" y="53595"/>
                  </a:moveTo>
                  <a:lnTo>
                    <a:pt x="3844762" y="53595"/>
                  </a:lnTo>
                  <a:lnTo>
                    <a:pt x="3844762" y="52803"/>
                  </a:lnTo>
                  <a:lnTo>
                    <a:pt x="3851488" y="52803"/>
                  </a:lnTo>
                  <a:lnTo>
                    <a:pt x="3852326" y="53595"/>
                  </a:lnTo>
                  <a:close/>
                </a:path>
                <a:path w="4122420" h="2482215">
                  <a:moveTo>
                    <a:pt x="3851261" y="77359"/>
                  </a:moveTo>
                  <a:lnTo>
                    <a:pt x="3841499" y="77359"/>
                  </a:lnTo>
                  <a:lnTo>
                    <a:pt x="3838213" y="76184"/>
                  </a:lnTo>
                  <a:lnTo>
                    <a:pt x="3835481" y="73594"/>
                  </a:lnTo>
                  <a:lnTo>
                    <a:pt x="3832101" y="67511"/>
                  </a:lnTo>
                  <a:lnTo>
                    <a:pt x="3832696" y="60957"/>
                  </a:lnTo>
                  <a:lnTo>
                    <a:pt x="3836758" y="55715"/>
                  </a:lnTo>
                  <a:lnTo>
                    <a:pt x="3843776" y="53571"/>
                  </a:lnTo>
                  <a:lnTo>
                    <a:pt x="3844408" y="53571"/>
                  </a:lnTo>
                  <a:lnTo>
                    <a:pt x="3844762" y="53595"/>
                  </a:lnTo>
                  <a:lnTo>
                    <a:pt x="3852326" y="53595"/>
                  </a:lnTo>
                  <a:lnTo>
                    <a:pt x="3857405" y="58391"/>
                  </a:lnTo>
                  <a:lnTo>
                    <a:pt x="3857405" y="72347"/>
                  </a:lnTo>
                  <a:lnTo>
                    <a:pt x="3851261" y="77359"/>
                  </a:lnTo>
                  <a:close/>
                </a:path>
                <a:path w="4122420" h="2482215">
                  <a:moveTo>
                    <a:pt x="3927173" y="77359"/>
                  </a:moveTo>
                  <a:lnTo>
                    <a:pt x="3917413" y="77359"/>
                  </a:lnTo>
                  <a:lnTo>
                    <a:pt x="3914125" y="76184"/>
                  </a:lnTo>
                  <a:lnTo>
                    <a:pt x="3911394" y="73594"/>
                  </a:lnTo>
                  <a:lnTo>
                    <a:pt x="3907983" y="67434"/>
                  </a:lnTo>
                  <a:lnTo>
                    <a:pt x="3908761" y="60897"/>
                  </a:lnTo>
                  <a:lnTo>
                    <a:pt x="3913176" y="55708"/>
                  </a:lnTo>
                  <a:lnTo>
                    <a:pt x="3920675" y="53595"/>
                  </a:lnTo>
                  <a:lnTo>
                    <a:pt x="3920675" y="52803"/>
                  </a:lnTo>
                  <a:lnTo>
                    <a:pt x="3927426" y="52803"/>
                  </a:lnTo>
                  <a:lnTo>
                    <a:pt x="3933319" y="58391"/>
                  </a:lnTo>
                  <a:lnTo>
                    <a:pt x="3933319" y="72347"/>
                  </a:lnTo>
                  <a:lnTo>
                    <a:pt x="3927173" y="77359"/>
                  </a:lnTo>
                  <a:close/>
                </a:path>
                <a:path w="4122420" h="2482215">
                  <a:moveTo>
                    <a:pt x="3623572" y="77383"/>
                  </a:moveTo>
                  <a:lnTo>
                    <a:pt x="3614215" y="77383"/>
                  </a:lnTo>
                  <a:lnTo>
                    <a:pt x="3611055" y="76232"/>
                  </a:lnTo>
                  <a:lnTo>
                    <a:pt x="3608576" y="73594"/>
                  </a:lnTo>
                  <a:lnTo>
                    <a:pt x="3604803" y="67434"/>
                  </a:lnTo>
                  <a:lnTo>
                    <a:pt x="3605621" y="60897"/>
                  </a:lnTo>
                  <a:lnTo>
                    <a:pt x="3610237" y="55708"/>
                  </a:lnTo>
                  <a:lnTo>
                    <a:pt x="3617857" y="53595"/>
                  </a:lnTo>
                  <a:lnTo>
                    <a:pt x="3617857" y="52803"/>
                  </a:lnTo>
                  <a:lnTo>
                    <a:pt x="3624583" y="52803"/>
                  </a:lnTo>
                  <a:lnTo>
                    <a:pt x="3630501" y="58391"/>
                  </a:lnTo>
                  <a:lnTo>
                    <a:pt x="3629666" y="65585"/>
                  </a:lnTo>
                  <a:lnTo>
                    <a:pt x="3629666" y="72563"/>
                  </a:lnTo>
                  <a:lnTo>
                    <a:pt x="3623572" y="77383"/>
                  </a:lnTo>
                  <a:close/>
                </a:path>
                <a:path w="4122420" h="2482215">
                  <a:moveTo>
                    <a:pt x="3699510" y="77383"/>
                  </a:moveTo>
                  <a:lnTo>
                    <a:pt x="3690129" y="77383"/>
                  </a:lnTo>
                  <a:lnTo>
                    <a:pt x="3686993" y="76232"/>
                  </a:lnTo>
                  <a:lnTo>
                    <a:pt x="3684490" y="73594"/>
                  </a:lnTo>
                  <a:lnTo>
                    <a:pt x="3680702" y="67434"/>
                  </a:lnTo>
                  <a:lnTo>
                    <a:pt x="3681427" y="60897"/>
                  </a:lnTo>
                  <a:lnTo>
                    <a:pt x="3685787" y="55708"/>
                  </a:lnTo>
                  <a:lnTo>
                    <a:pt x="3692910" y="53595"/>
                  </a:lnTo>
                  <a:lnTo>
                    <a:pt x="3692910" y="52803"/>
                  </a:lnTo>
                  <a:lnTo>
                    <a:pt x="3700522" y="52803"/>
                  </a:lnTo>
                  <a:lnTo>
                    <a:pt x="3705579" y="58391"/>
                  </a:lnTo>
                  <a:lnTo>
                    <a:pt x="3705579" y="72563"/>
                  </a:lnTo>
                  <a:lnTo>
                    <a:pt x="3699510" y="77383"/>
                  </a:lnTo>
                  <a:close/>
                </a:path>
                <a:path w="4122420" h="2482215">
                  <a:moveTo>
                    <a:pt x="4002328" y="77383"/>
                  </a:moveTo>
                  <a:lnTo>
                    <a:pt x="3992946" y="77383"/>
                  </a:lnTo>
                  <a:lnTo>
                    <a:pt x="3989811" y="76232"/>
                  </a:lnTo>
                  <a:lnTo>
                    <a:pt x="3987307" y="73594"/>
                  </a:lnTo>
                  <a:lnTo>
                    <a:pt x="3983520" y="67434"/>
                  </a:lnTo>
                  <a:lnTo>
                    <a:pt x="3984247" y="60897"/>
                  </a:lnTo>
                  <a:lnTo>
                    <a:pt x="3988616" y="55708"/>
                  </a:lnTo>
                  <a:lnTo>
                    <a:pt x="3995753" y="53595"/>
                  </a:lnTo>
                  <a:lnTo>
                    <a:pt x="3995753" y="52803"/>
                  </a:lnTo>
                  <a:lnTo>
                    <a:pt x="4003340" y="52803"/>
                  </a:lnTo>
                  <a:lnTo>
                    <a:pt x="4009231" y="58391"/>
                  </a:lnTo>
                  <a:lnTo>
                    <a:pt x="4008397" y="65585"/>
                  </a:lnTo>
                  <a:lnTo>
                    <a:pt x="4008397" y="72563"/>
                  </a:lnTo>
                  <a:lnTo>
                    <a:pt x="4002328" y="77383"/>
                  </a:lnTo>
                  <a:close/>
                </a:path>
                <a:path w="4122420" h="2482215">
                  <a:moveTo>
                    <a:pt x="3396844" y="77599"/>
                  </a:moveTo>
                  <a:lnTo>
                    <a:pt x="3390092" y="77599"/>
                  </a:lnTo>
                  <a:lnTo>
                    <a:pt x="3390092" y="76783"/>
                  </a:lnTo>
                  <a:lnTo>
                    <a:pt x="3384201" y="76783"/>
                  </a:lnTo>
                  <a:lnTo>
                    <a:pt x="3379118" y="73594"/>
                  </a:lnTo>
                  <a:lnTo>
                    <a:pt x="3378283" y="67983"/>
                  </a:lnTo>
                  <a:lnTo>
                    <a:pt x="3402736" y="65585"/>
                  </a:lnTo>
                  <a:lnTo>
                    <a:pt x="3402736" y="71987"/>
                  </a:lnTo>
                  <a:lnTo>
                    <a:pt x="3396844" y="77599"/>
                  </a:lnTo>
                  <a:close/>
                </a:path>
                <a:path w="4122420" h="2482215">
                  <a:moveTo>
                    <a:pt x="3473591" y="77599"/>
                  </a:moveTo>
                  <a:lnTo>
                    <a:pt x="3466005" y="77599"/>
                  </a:lnTo>
                  <a:lnTo>
                    <a:pt x="3466005" y="76783"/>
                  </a:lnTo>
                  <a:lnTo>
                    <a:pt x="3459254" y="76783"/>
                  </a:lnTo>
                  <a:lnTo>
                    <a:pt x="3454196" y="71196"/>
                  </a:lnTo>
                  <a:lnTo>
                    <a:pt x="3453362" y="64793"/>
                  </a:lnTo>
                  <a:lnTo>
                    <a:pt x="3453362" y="64002"/>
                  </a:lnTo>
                  <a:lnTo>
                    <a:pt x="3454196" y="62395"/>
                  </a:lnTo>
                  <a:lnTo>
                    <a:pt x="3454196" y="60789"/>
                  </a:lnTo>
                  <a:lnTo>
                    <a:pt x="3476146" y="58391"/>
                  </a:lnTo>
                  <a:lnTo>
                    <a:pt x="3477815" y="60789"/>
                  </a:lnTo>
                  <a:lnTo>
                    <a:pt x="3478674" y="62395"/>
                  </a:lnTo>
                  <a:lnTo>
                    <a:pt x="3478674" y="71987"/>
                  </a:lnTo>
                  <a:lnTo>
                    <a:pt x="3473591" y="77599"/>
                  </a:lnTo>
                  <a:close/>
                </a:path>
                <a:path w="4122420" h="2482215">
                  <a:moveTo>
                    <a:pt x="3542702" y="77599"/>
                  </a:moveTo>
                  <a:lnTo>
                    <a:pt x="3541919" y="77599"/>
                  </a:lnTo>
                  <a:lnTo>
                    <a:pt x="3532915" y="73282"/>
                  </a:lnTo>
                  <a:lnTo>
                    <a:pt x="3529913" y="65291"/>
                  </a:lnTo>
                  <a:lnTo>
                    <a:pt x="3532915" y="57453"/>
                  </a:lnTo>
                  <a:lnTo>
                    <a:pt x="3541919" y="53595"/>
                  </a:lnTo>
                  <a:lnTo>
                    <a:pt x="3542450" y="53547"/>
                  </a:lnTo>
                  <a:lnTo>
                    <a:pt x="3543436" y="53523"/>
                  </a:lnTo>
                  <a:lnTo>
                    <a:pt x="3552354" y="57285"/>
                  </a:lnTo>
                  <a:lnTo>
                    <a:pt x="3555207" y="65561"/>
                  </a:lnTo>
                  <a:lnTo>
                    <a:pt x="3551991" y="73837"/>
                  </a:lnTo>
                  <a:lnTo>
                    <a:pt x="3542702" y="77599"/>
                  </a:lnTo>
                  <a:close/>
                </a:path>
                <a:path w="4122420" h="2482215">
                  <a:moveTo>
                    <a:pt x="3769658" y="77599"/>
                  </a:moveTo>
                  <a:lnTo>
                    <a:pt x="3768823" y="77599"/>
                  </a:lnTo>
                  <a:lnTo>
                    <a:pt x="3760289" y="73282"/>
                  </a:lnTo>
                  <a:lnTo>
                    <a:pt x="3757444" y="65291"/>
                  </a:lnTo>
                  <a:lnTo>
                    <a:pt x="3760289" y="57453"/>
                  </a:lnTo>
                  <a:lnTo>
                    <a:pt x="3768823" y="53595"/>
                  </a:lnTo>
                  <a:lnTo>
                    <a:pt x="3769380" y="53547"/>
                  </a:lnTo>
                  <a:lnTo>
                    <a:pt x="3770416" y="53523"/>
                  </a:lnTo>
                  <a:lnTo>
                    <a:pt x="3779757" y="57285"/>
                  </a:lnTo>
                  <a:lnTo>
                    <a:pt x="3782744" y="65561"/>
                  </a:lnTo>
                  <a:lnTo>
                    <a:pt x="3779377" y="73837"/>
                  </a:lnTo>
                  <a:lnTo>
                    <a:pt x="3769658" y="77599"/>
                  </a:lnTo>
                  <a:close/>
                </a:path>
                <a:path w="4122420" h="2482215">
                  <a:moveTo>
                    <a:pt x="2978463" y="112777"/>
                  </a:moveTo>
                  <a:lnTo>
                    <a:pt x="2969182" y="112777"/>
                  </a:lnTo>
                  <a:lnTo>
                    <a:pt x="2965794" y="110379"/>
                  </a:lnTo>
                  <a:lnTo>
                    <a:pt x="2964124" y="107981"/>
                  </a:lnTo>
                  <a:lnTo>
                    <a:pt x="2985214" y="105583"/>
                  </a:lnTo>
                  <a:lnTo>
                    <a:pt x="2982685" y="109588"/>
                  </a:lnTo>
                  <a:lnTo>
                    <a:pt x="2978463" y="112777"/>
                  </a:lnTo>
                  <a:close/>
                </a:path>
                <a:path w="4122420" h="2482215">
                  <a:moveTo>
                    <a:pt x="3056069" y="112777"/>
                  </a:moveTo>
                  <a:lnTo>
                    <a:pt x="3041732" y="112777"/>
                  </a:lnTo>
                  <a:lnTo>
                    <a:pt x="3036649" y="107190"/>
                  </a:lnTo>
                  <a:lnTo>
                    <a:pt x="3036649" y="100787"/>
                  </a:lnTo>
                  <a:lnTo>
                    <a:pt x="3061127" y="98389"/>
                  </a:lnTo>
                  <a:lnTo>
                    <a:pt x="3061127" y="107190"/>
                  </a:lnTo>
                  <a:lnTo>
                    <a:pt x="3056069" y="112777"/>
                  </a:lnTo>
                  <a:close/>
                </a:path>
                <a:path w="4122420" h="2482215">
                  <a:moveTo>
                    <a:pt x="3125231" y="112777"/>
                  </a:moveTo>
                  <a:lnTo>
                    <a:pt x="3117644" y="112777"/>
                  </a:lnTo>
                  <a:lnTo>
                    <a:pt x="3112588" y="107190"/>
                  </a:lnTo>
                  <a:lnTo>
                    <a:pt x="3112588" y="97598"/>
                  </a:lnTo>
                  <a:lnTo>
                    <a:pt x="3113422" y="95176"/>
                  </a:lnTo>
                  <a:lnTo>
                    <a:pt x="3115951" y="92778"/>
                  </a:lnTo>
                  <a:lnTo>
                    <a:pt x="3132817" y="91195"/>
                  </a:lnTo>
                  <a:lnTo>
                    <a:pt x="3137208" y="97603"/>
                  </a:lnTo>
                  <a:lnTo>
                    <a:pt x="3136933" y="104684"/>
                  </a:lnTo>
                  <a:lnTo>
                    <a:pt x="3132704" y="110417"/>
                  </a:lnTo>
                  <a:lnTo>
                    <a:pt x="3125231" y="112777"/>
                  </a:lnTo>
                  <a:close/>
                </a:path>
                <a:path w="4122420" h="2482215">
                  <a:moveTo>
                    <a:pt x="3353729" y="112849"/>
                  </a:moveTo>
                  <a:lnTo>
                    <a:pt x="3353223" y="112849"/>
                  </a:lnTo>
                  <a:lnTo>
                    <a:pt x="3352136" y="112777"/>
                  </a:lnTo>
                  <a:lnTo>
                    <a:pt x="3343601" y="108932"/>
                  </a:lnTo>
                  <a:lnTo>
                    <a:pt x="3340756" y="101183"/>
                  </a:lnTo>
                  <a:lnTo>
                    <a:pt x="3343601" y="93435"/>
                  </a:lnTo>
                  <a:lnTo>
                    <a:pt x="3352136" y="89589"/>
                  </a:lnTo>
                  <a:lnTo>
                    <a:pt x="3352692" y="89541"/>
                  </a:lnTo>
                  <a:lnTo>
                    <a:pt x="3353729" y="89517"/>
                  </a:lnTo>
                  <a:lnTo>
                    <a:pt x="3362974" y="93163"/>
                  </a:lnTo>
                  <a:lnTo>
                    <a:pt x="3366056" y="101183"/>
                  </a:lnTo>
                  <a:lnTo>
                    <a:pt x="3362974" y="109204"/>
                  </a:lnTo>
                  <a:lnTo>
                    <a:pt x="3353729" y="112849"/>
                  </a:lnTo>
                  <a:close/>
                </a:path>
                <a:path w="4122420" h="2482215">
                  <a:moveTo>
                    <a:pt x="3581418" y="112849"/>
                  </a:moveTo>
                  <a:lnTo>
                    <a:pt x="3580912" y="112849"/>
                  </a:lnTo>
                  <a:lnTo>
                    <a:pt x="3579875" y="112777"/>
                  </a:lnTo>
                  <a:lnTo>
                    <a:pt x="3570871" y="108932"/>
                  </a:lnTo>
                  <a:lnTo>
                    <a:pt x="3567870" y="101183"/>
                  </a:lnTo>
                  <a:lnTo>
                    <a:pt x="3570871" y="93435"/>
                  </a:lnTo>
                  <a:lnTo>
                    <a:pt x="3579875" y="89589"/>
                  </a:lnTo>
                  <a:lnTo>
                    <a:pt x="3580406" y="89541"/>
                  </a:lnTo>
                  <a:lnTo>
                    <a:pt x="3581418" y="89517"/>
                  </a:lnTo>
                  <a:lnTo>
                    <a:pt x="3590237" y="93163"/>
                  </a:lnTo>
                  <a:lnTo>
                    <a:pt x="3593176" y="101183"/>
                  </a:lnTo>
                  <a:lnTo>
                    <a:pt x="3590237" y="109204"/>
                  </a:lnTo>
                  <a:lnTo>
                    <a:pt x="3581418" y="112849"/>
                  </a:lnTo>
                  <a:close/>
                </a:path>
                <a:path w="4122420" h="2482215">
                  <a:moveTo>
                    <a:pt x="3732460" y="112849"/>
                  </a:moveTo>
                  <a:lnTo>
                    <a:pt x="3731954" y="112849"/>
                  </a:lnTo>
                  <a:lnTo>
                    <a:pt x="3730866" y="112777"/>
                  </a:lnTo>
                  <a:lnTo>
                    <a:pt x="3722332" y="108932"/>
                  </a:lnTo>
                  <a:lnTo>
                    <a:pt x="3719487" y="101183"/>
                  </a:lnTo>
                  <a:lnTo>
                    <a:pt x="3722332" y="93435"/>
                  </a:lnTo>
                  <a:lnTo>
                    <a:pt x="3730866" y="89589"/>
                  </a:lnTo>
                  <a:lnTo>
                    <a:pt x="3731423" y="89541"/>
                  </a:lnTo>
                  <a:lnTo>
                    <a:pt x="3732460" y="89517"/>
                  </a:lnTo>
                  <a:lnTo>
                    <a:pt x="3741706" y="93163"/>
                  </a:lnTo>
                  <a:lnTo>
                    <a:pt x="3744788" y="101183"/>
                  </a:lnTo>
                  <a:lnTo>
                    <a:pt x="3741706" y="109204"/>
                  </a:lnTo>
                  <a:lnTo>
                    <a:pt x="3732460" y="112849"/>
                  </a:lnTo>
                  <a:close/>
                </a:path>
                <a:path w="4122420" h="2482215">
                  <a:moveTo>
                    <a:pt x="3960148" y="112849"/>
                  </a:moveTo>
                  <a:lnTo>
                    <a:pt x="3959643" y="112849"/>
                  </a:lnTo>
                  <a:lnTo>
                    <a:pt x="3958631" y="112777"/>
                  </a:lnTo>
                  <a:lnTo>
                    <a:pt x="3949613" y="108932"/>
                  </a:lnTo>
                  <a:lnTo>
                    <a:pt x="3946607" y="101183"/>
                  </a:lnTo>
                  <a:lnTo>
                    <a:pt x="3949613" y="93435"/>
                  </a:lnTo>
                  <a:lnTo>
                    <a:pt x="3958631" y="89589"/>
                  </a:lnTo>
                  <a:lnTo>
                    <a:pt x="3959137" y="89541"/>
                  </a:lnTo>
                  <a:lnTo>
                    <a:pt x="3960148" y="89517"/>
                  </a:lnTo>
                  <a:lnTo>
                    <a:pt x="3968967" y="93163"/>
                  </a:lnTo>
                  <a:lnTo>
                    <a:pt x="3971907" y="101183"/>
                  </a:lnTo>
                  <a:lnTo>
                    <a:pt x="3968967" y="109204"/>
                  </a:lnTo>
                  <a:lnTo>
                    <a:pt x="3960148" y="112849"/>
                  </a:lnTo>
                  <a:close/>
                </a:path>
                <a:path w="4122420" h="2482215">
                  <a:moveTo>
                    <a:pt x="4115688" y="89589"/>
                  </a:moveTo>
                  <a:lnTo>
                    <a:pt x="4109623" y="89589"/>
                  </a:lnTo>
                  <a:lnTo>
                    <a:pt x="4110659" y="89469"/>
                  </a:lnTo>
                  <a:lnTo>
                    <a:pt x="4115540" y="89469"/>
                  </a:lnTo>
                  <a:lnTo>
                    <a:pt x="4115688" y="89589"/>
                  </a:lnTo>
                  <a:close/>
                </a:path>
                <a:path w="4122420" h="2482215">
                  <a:moveTo>
                    <a:pt x="4108030" y="112849"/>
                  </a:moveTo>
                  <a:lnTo>
                    <a:pt x="4098784" y="109204"/>
                  </a:lnTo>
                  <a:lnTo>
                    <a:pt x="4095702" y="101183"/>
                  </a:lnTo>
                  <a:lnTo>
                    <a:pt x="4098784" y="93163"/>
                  </a:lnTo>
                  <a:lnTo>
                    <a:pt x="4108030" y="89517"/>
                  </a:lnTo>
                  <a:lnTo>
                    <a:pt x="4108536" y="89517"/>
                  </a:lnTo>
                  <a:lnTo>
                    <a:pt x="4109623" y="89589"/>
                  </a:lnTo>
                  <a:lnTo>
                    <a:pt x="4115688" y="89589"/>
                  </a:lnTo>
                  <a:lnTo>
                    <a:pt x="4119156" y="92394"/>
                  </a:lnTo>
                  <a:lnTo>
                    <a:pt x="4121432" y="95991"/>
                  </a:lnTo>
                  <a:lnTo>
                    <a:pt x="4119738" y="107981"/>
                  </a:lnTo>
                  <a:lnTo>
                    <a:pt x="4117209" y="111195"/>
                  </a:lnTo>
                  <a:lnTo>
                    <a:pt x="4113846" y="112777"/>
                  </a:lnTo>
                  <a:lnTo>
                    <a:pt x="4109623" y="112777"/>
                  </a:lnTo>
                  <a:lnTo>
                    <a:pt x="4109066" y="112825"/>
                  </a:lnTo>
                  <a:lnTo>
                    <a:pt x="4108030" y="112849"/>
                  </a:lnTo>
                  <a:close/>
                </a:path>
                <a:path w="4122420" h="2482215">
                  <a:moveTo>
                    <a:pt x="3207264" y="113353"/>
                  </a:moveTo>
                  <a:lnTo>
                    <a:pt x="3197528" y="113353"/>
                  </a:lnTo>
                  <a:lnTo>
                    <a:pt x="3194342" y="112178"/>
                  </a:lnTo>
                  <a:lnTo>
                    <a:pt x="3191864" y="109588"/>
                  </a:lnTo>
                  <a:lnTo>
                    <a:pt x="3188101" y="103428"/>
                  </a:lnTo>
                  <a:lnTo>
                    <a:pt x="3188918" y="96891"/>
                  </a:lnTo>
                  <a:lnTo>
                    <a:pt x="3193528" y="91702"/>
                  </a:lnTo>
                  <a:lnTo>
                    <a:pt x="3201144" y="89589"/>
                  </a:lnTo>
                  <a:lnTo>
                    <a:pt x="3201574" y="89541"/>
                  </a:lnTo>
                  <a:lnTo>
                    <a:pt x="3202433" y="89517"/>
                  </a:lnTo>
                  <a:lnTo>
                    <a:pt x="3208630" y="89517"/>
                  </a:lnTo>
                  <a:lnTo>
                    <a:pt x="3213788" y="94792"/>
                  </a:lnTo>
                  <a:lnTo>
                    <a:pt x="3213788" y="108341"/>
                  </a:lnTo>
                  <a:lnTo>
                    <a:pt x="3207264" y="113353"/>
                  </a:lnTo>
                  <a:close/>
                </a:path>
                <a:path w="4122420" h="2482215">
                  <a:moveTo>
                    <a:pt x="3282722" y="113353"/>
                  </a:moveTo>
                  <a:lnTo>
                    <a:pt x="3273340" y="113353"/>
                  </a:lnTo>
                  <a:lnTo>
                    <a:pt x="3270255" y="112178"/>
                  </a:lnTo>
                  <a:lnTo>
                    <a:pt x="3267776" y="109588"/>
                  </a:lnTo>
                  <a:lnTo>
                    <a:pt x="3264036" y="103505"/>
                  </a:lnTo>
                  <a:lnTo>
                    <a:pt x="3264575" y="96951"/>
                  </a:lnTo>
                  <a:lnTo>
                    <a:pt x="3268598" y="91709"/>
                  </a:lnTo>
                  <a:lnTo>
                    <a:pt x="3275313" y="89565"/>
                  </a:lnTo>
                  <a:lnTo>
                    <a:pt x="3275919" y="89565"/>
                  </a:lnTo>
                  <a:lnTo>
                    <a:pt x="3276223" y="89589"/>
                  </a:lnTo>
                  <a:lnTo>
                    <a:pt x="3283809" y="89589"/>
                  </a:lnTo>
                  <a:lnTo>
                    <a:pt x="3288866" y="94385"/>
                  </a:lnTo>
                  <a:lnTo>
                    <a:pt x="3288866" y="108341"/>
                  </a:lnTo>
                  <a:lnTo>
                    <a:pt x="3282722" y="113353"/>
                  </a:lnTo>
                  <a:close/>
                </a:path>
                <a:path w="4122420" h="2482215">
                  <a:moveTo>
                    <a:pt x="3434573" y="113353"/>
                  </a:moveTo>
                  <a:lnTo>
                    <a:pt x="3425191" y="113353"/>
                  </a:lnTo>
                  <a:lnTo>
                    <a:pt x="3422081" y="112178"/>
                  </a:lnTo>
                  <a:lnTo>
                    <a:pt x="3419628" y="109588"/>
                  </a:lnTo>
                  <a:lnTo>
                    <a:pt x="3415899" y="103505"/>
                  </a:lnTo>
                  <a:lnTo>
                    <a:pt x="3416518" y="96951"/>
                  </a:lnTo>
                  <a:lnTo>
                    <a:pt x="3420759" y="91709"/>
                  </a:lnTo>
                  <a:lnTo>
                    <a:pt x="3427897" y="89565"/>
                  </a:lnTo>
                  <a:lnTo>
                    <a:pt x="3428555" y="89565"/>
                  </a:lnTo>
                  <a:lnTo>
                    <a:pt x="3428908" y="89589"/>
                  </a:lnTo>
                  <a:lnTo>
                    <a:pt x="3435635" y="89589"/>
                  </a:lnTo>
                  <a:lnTo>
                    <a:pt x="3440718" y="94385"/>
                  </a:lnTo>
                  <a:lnTo>
                    <a:pt x="3440718" y="108341"/>
                  </a:lnTo>
                  <a:lnTo>
                    <a:pt x="3434573" y="113353"/>
                  </a:lnTo>
                  <a:close/>
                </a:path>
                <a:path w="4122420" h="2482215">
                  <a:moveTo>
                    <a:pt x="3510486" y="113353"/>
                  </a:moveTo>
                  <a:lnTo>
                    <a:pt x="3500725" y="113353"/>
                  </a:lnTo>
                  <a:lnTo>
                    <a:pt x="3497438" y="112178"/>
                  </a:lnTo>
                  <a:lnTo>
                    <a:pt x="3494681" y="109588"/>
                  </a:lnTo>
                  <a:lnTo>
                    <a:pt x="3491270" y="103428"/>
                  </a:lnTo>
                  <a:lnTo>
                    <a:pt x="3492048" y="96891"/>
                  </a:lnTo>
                  <a:lnTo>
                    <a:pt x="3496463" y="91702"/>
                  </a:lnTo>
                  <a:lnTo>
                    <a:pt x="3503962" y="89589"/>
                  </a:lnTo>
                  <a:lnTo>
                    <a:pt x="3504417" y="89541"/>
                  </a:lnTo>
                  <a:lnTo>
                    <a:pt x="3505251" y="89517"/>
                  </a:lnTo>
                  <a:lnTo>
                    <a:pt x="3511447" y="89517"/>
                  </a:lnTo>
                  <a:lnTo>
                    <a:pt x="3516631" y="94792"/>
                  </a:lnTo>
                  <a:lnTo>
                    <a:pt x="3516631" y="108341"/>
                  </a:lnTo>
                  <a:lnTo>
                    <a:pt x="3510486" y="113353"/>
                  </a:lnTo>
                  <a:close/>
                </a:path>
                <a:path w="4122420" h="2482215">
                  <a:moveTo>
                    <a:pt x="3661478" y="113353"/>
                  </a:moveTo>
                  <a:lnTo>
                    <a:pt x="3652096" y="113353"/>
                  </a:lnTo>
                  <a:lnTo>
                    <a:pt x="3648986" y="112178"/>
                  </a:lnTo>
                  <a:lnTo>
                    <a:pt x="3646533" y="109588"/>
                  </a:lnTo>
                  <a:lnTo>
                    <a:pt x="3642792" y="103505"/>
                  </a:lnTo>
                  <a:lnTo>
                    <a:pt x="3643328" y="96951"/>
                  </a:lnTo>
                  <a:lnTo>
                    <a:pt x="3647344" y="91709"/>
                  </a:lnTo>
                  <a:lnTo>
                    <a:pt x="3654043" y="89565"/>
                  </a:lnTo>
                  <a:lnTo>
                    <a:pt x="3654650" y="89565"/>
                  </a:lnTo>
                  <a:lnTo>
                    <a:pt x="3654954" y="89589"/>
                  </a:lnTo>
                  <a:lnTo>
                    <a:pt x="3662540" y="89589"/>
                  </a:lnTo>
                  <a:lnTo>
                    <a:pt x="3667623" y="94385"/>
                  </a:lnTo>
                  <a:lnTo>
                    <a:pt x="3667623" y="108341"/>
                  </a:lnTo>
                  <a:lnTo>
                    <a:pt x="3661478" y="113353"/>
                  </a:lnTo>
                  <a:close/>
                </a:path>
                <a:path w="4122420" h="2482215">
                  <a:moveTo>
                    <a:pt x="3813304" y="113353"/>
                  </a:moveTo>
                  <a:lnTo>
                    <a:pt x="3803543" y="113353"/>
                  </a:lnTo>
                  <a:lnTo>
                    <a:pt x="3800255" y="112178"/>
                  </a:lnTo>
                  <a:lnTo>
                    <a:pt x="3797525" y="109588"/>
                  </a:lnTo>
                  <a:lnTo>
                    <a:pt x="3794255" y="103505"/>
                  </a:lnTo>
                  <a:lnTo>
                    <a:pt x="3795040" y="96951"/>
                  </a:lnTo>
                  <a:lnTo>
                    <a:pt x="3799153" y="91709"/>
                  </a:lnTo>
                  <a:lnTo>
                    <a:pt x="3805869" y="89565"/>
                  </a:lnTo>
                  <a:lnTo>
                    <a:pt x="3806476" y="89565"/>
                  </a:lnTo>
                  <a:lnTo>
                    <a:pt x="3806805" y="89589"/>
                  </a:lnTo>
                  <a:lnTo>
                    <a:pt x="3813531" y="89589"/>
                  </a:lnTo>
                  <a:lnTo>
                    <a:pt x="3819449" y="94385"/>
                  </a:lnTo>
                  <a:lnTo>
                    <a:pt x="3819449" y="108341"/>
                  </a:lnTo>
                  <a:lnTo>
                    <a:pt x="3813304" y="113353"/>
                  </a:lnTo>
                  <a:close/>
                </a:path>
                <a:path w="4122420" h="2482215">
                  <a:moveTo>
                    <a:pt x="3889217" y="113353"/>
                  </a:moveTo>
                  <a:lnTo>
                    <a:pt x="3879456" y="113353"/>
                  </a:lnTo>
                  <a:lnTo>
                    <a:pt x="3876169" y="112178"/>
                  </a:lnTo>
                  <a:lnTo>
                    <a:pt x="3873438" y="109588"/>
                  </a:lnTo>
                  <a:lnTo>
                    <a:pt x="3870027" y="103428"/>
                  </a:lnTo>
                  <a:lnTo>
                    <a:pt x="3870804" y="96891"/>
                  </a:lnTo>
                  <a:lnTo>
                    <a:pt x="3875219" y="91702"/>
                  </a:lnTo>
                  <a:lnTo>
                    <a:pt x="3882718" y="89589"/>
                  </a:lnTo>
                  <a:lnTo>
                    <a:pt x="3883148" y="89541"/>
                  </a:lnTo>
                  <a:lnTo>
                    <a:pt x="3884008" y="89517"/>
                  </a:lnTo>
                  <a:lnTo>
                    <a:pt x="3890203" y="89517"/>
                  </a:lnTo>
                  <a:lnTo>
                    <a:pt x="3895362" y="94792"/>
                  </a:lnTo>
                  <a:lnTo>
                    <a:pt x="3895362" y="108341"/>
                  </a:lnTo>
                  <a:lnTo>
                    <a:pt x="3889217" y="113353"/>
                  </a:lnTo>
                  <a:close/>
                </a:path>
                <a:path w="4122420" h="2482215">
                  <a:moveTo>
                    <a:pt x="4040208" y="113353"/>
                  </a:moveTo>
                  <a:lnTo>
                    <a:pt x="4030827" y="113353"/>
                  </a:lnTo>
                  <a:lnTo>
                    <a:pt x="4027742" y="112178"/>
                  </a:lnTo>
                  <a:lnTo>
                    <a:pt x="4025264" y="109588"/>
                  </a:lnTo>
                  <a:lnTo>
                    <a:pt x="4021523" y="103505"/>
                  </a:lnTo>
                  <a:lnTo>
                    <a:pt x="4022059" y="96951"/>
                  </a:lnTo>
                  <a:lnTo>
                    <a:pt x="4026075" y="91709"/>
                  </a:lnTo>
                  <a:lnTo>
                    <a:pt x="4032774" y="89565"/>
                  </a:lnTo>
                  <a:lnTo>
                    <a:pt x="4033381" y="89565"/>
                  </a:lnTo>
                  <a:lnTo>
                    <a:pt x="4033710" y="89589"/>
                  </a:lnTo>
                  <a:lnTo>
                    <a:pt x="4041296" y="89589"/>
                  </a:lnTo>
                  <a:lnTo>
                    <a:pt x="4046354" y="94385"/>
                  </a:lnTo>
                  <a:lnTo>
                    <a:pt x="4046354" y="108341"/>
                  </a:lnTo>
                  <a:lnTo>
                    <a:pt x="4040208" y="113353"/>
                  </a:lnTo>
                  <a:close/>
                </a:path>
                <a:path w="4122420" h="2482215">
                  <a:moveTo>
                    <a:pt x="3397047" y="148987"/>
                  </a:moveTo>
                  <a:lnTo>
                    <a:pt x="3387311" y="148987"/>
                  </a:lnTo>
                  <a:lnTo>
                    <a:pt x="3384124" y="147908"/>
                  </a:lnTo>
                  <a:lnTo>
                    <a:pt x="3381672" y="145582"/>
                  </a:lnTo>
                  <a:lnTo>
                    <a:pt x="3377912" y="139373"/>
                  </a:lnTo>
                  <a:lnTo>
                    <a:pt x="3378643" y="132633"/>
                  </a:lnTo>
                  <a:lnTo>
                    <a:pt x="3383101" y="127170"/>
                  </a:lnTo>
                  <a:lnTo>
                    <a:pt x="3390523" y="124791"/>
                  </a:lnTo>
                  <a:lnTo>
                    <a:pt x="3397906" y="124983"/>
                  </a:lnTo>
                  <a:lnTo>
                    <a:pt x="3403596" y="130499"/>
                  </a:lnTo>
                  <a:lnTo>
                    <a:pt x="3403596" y="144335"/>
                  </a:lnTo>
                  <a:lnTo>
                    <a:pt x="3397047" y="148987"/>
                  </a:lnTo>
                  <a:close/>
                </a:path>
                <a:path w="4122420" h="2482215">
                  <a:moveTo>
                    <a:pt x="2857993" y="148052"/>
                  </a:moveTo>
                  <a:lnTo>
                    <a:pt x="2849174" y="144406"/>
                  </a:lnTo>
                  <a:lnTo>
                    <a:pt x="2846234" y="136386"/>
                  </a:lnTo>
                  <a:lnTo>
                    <a:pt x="2849174" y="128365"/>
                  </a:lnTo>
                  <a:lnTo>
                    <a:pt x="2857993" y="124719"/>
                  </a:lnTo>
                  <a:lnTo>
                    <a:pt x="2858498" y="124719"/>
                  </a:lnTo>
                  <a:lnTo>
                    <a:pt x="2859510" y="124791"/>
                  </a:lnTo>
                  <a:lnTo>
                    <a:pt x="2868528" y="128637"/>
                  </a:lnTo>
                  <a:lnTo>
                    <a:pt x="2871534" y="136386"/>
                  </a:lnTo>
                  <a:lnTo>
                    <a:pt x="2868528" y="144134"/>
                  </a:lnTo>
                  <a:lnTo>
                    <a:pt x="2859510" y="147980"/>
                  </a:lnTo>
                  <a:lnTo>
                    <a:pt x="2859005" y="148028"/>
                  </a:lnTo>
                  <a:lnTo>
                    <a:pt x="2857993" y="148052"/>
                  </a:lnTo>
                  <a:close/>
                </a:path>
                <a:path w="4122420" h="2482215">
                  <a:moveTo>
                    <a:pt x="2942023" y="148580"/>
                  </a:moveTo>
                  <a:lnTo>
                    <a:pt x="2932641" y="148580"/>
                  </a:lnTo>
                  <a:lnTo>
                    <a:pt x="2929506" y="147405"/>
                  </a:lnTo>
                  <a:lnTo>
                    <a:pt x="2927002" y="144791"/>
                  </a:lnTo>
                  <a:lnTo>
                    <a:pt x="2923215" y="138621"/>
                  </a:lnTo>
                  <a:lnTo>
                    <a:pt x="2923942" y="132084"/>
                  </a:lnTo>
                  <a:lnTo>
                    <a:pt x="2928311" y="126901"/>
                  </a:lnTo>
                  <a:lnTo>
                    <a:pt x="2935448" y="124791"/>
                  </a:lnTo>
                  <a:lnTo>
                    <a:pt x="2942175" y="124791"/>
                  </a:lnTo>
                  <a:lnTo>
                    <a:pt x="2948092" y="129587"/>
                  </a:lnTo>
                  <a:lnTo>
                    <a:pt x="2948092" y="143760"/>
                  </a:lnTo>
                  <a:lnTo>
                    <a:pt x="2942023" y="148580"/>
                  </a:lnTo>
                  <a:close/>
                </a:path>
                <a:path w="4122420" h="2482215">
                  <a:moveTo>
                    <a:pt x="3093849" y="148580"/>
                  </a:moveTo>
                  <a:lnTo>
                    <a:pt x="3084088" y="148580"/>
                  </a:lnTo>
                  <a:lnTo>
                    <a:pt x="3080776" y="147405"/>
                  </a:lnTo>
                  <a:lnTo>
                    <a:pt x="3077994" y="144791"/>
                  </a:lnTo>
                  <a:lnTo>
                    <a:pt x="3074700" y="138621"/>
                  </a:lnTo>
                  <a:lnTo>
                    <a:pt x="3075674" y="132084"/>
                  </a:lnTo>
                  <a:lnTo>
                    <a:pt x="3080128" y="126901"/>
                  </a:lnTo>
                  <a:lnTo>
                    <a:pt x="3087275" y="124791"/>
                  </a:lnTo>
                  <a:lnTo>
                    <a:pt x="3094026" y="124791"/>
                  </a:lnTo>
                  <a:lnTo>
                    <a:pt x="3099919" y="129587"/>
                  </a:lnTo>
                  <a:lnTo>
                    <a:pt x="3099919" y="143760"/>
                  </a:lnTo>
                  <a:lnTo>
                    <a:pt x="3093849" y="148580"/>
                  </a:lnTo>
                  <a:close/>
                </a:path>
                <a:path w="4122420" h="2482215">
                  <a:moveTo>
                    <a:pt x="2560080" y="148771"/>
                  </a:moveTo>
                  <a:lnTo>
                    <a:pt x="2555858" y="148771"/>
                  </a:lnTo>
                  <a:lnTo>
                    <a:pt x="2554163" y="147980"/>
                  </a:lnTo>
                  <a:lnTo>
                    <a:pt x="2553329" y="147980"/>
                  </a:lnTo>
                  <a:lnTo>
                    <a:pt x="2564279" y="146373"/>
                  </a:lnTo>
                  <a:lnTo>
                    <a:pt x="2561750" y="147980"/>
                  </a:lnTo>
                  <a:lnTo>
                    <a:pt x="2560080" y="148771"/>
                  </a:lnTo>
                  <a:close/>
                </a:path>
                <a:path w="4122420" h="2482215">
                  <a:moveTo>
                    <a:pt x="2788073" y="148819"/>
                  </a:moveTo>
                  <a:lnTo>
                    <a:pt x="2778640" y="148819"/>
                  </a:lnTo>
                  <a:lnTo>
                    <a:pt x="2772648" y="143951"/>
                  </a:lnTo>
                  <a:lnTo>
                    <a:pt x="2772648" y="136781"/>
                  </a:lnTo>
                  <a:lnTo>
                    <a:pt x="2771788" y="136781"/>
                  </a:lnTo>
                  <a:lnTo>
                    <a:pt x="2771788" y="131985"/>
                  </a:lnTo>
                  <a:lnTo>
                    <a:pt x="2775176" y="127189"/>
                  </a:lnTo>
                  <a:lnTo>
                    <a:pt x="2780233" y="125583"/>
                  </a:lnTo>
                  <a:lnTo>
                    <a:pt x="2786986" y="124791"/>
                  </a:lnTo>
                  <a:lnTo>
                    <a:pt x="2793844" y="127807"/>
                  </a:lnTo>
                  <a:lnTo>
                    <a:pt x="2797625" y="133379"/>
                  </a:lnTo>
                  <a:lnTo>
                    <a:pt x="2797775" y="139855"/>
                  </a:lnTo>
                  <a:lnTo>
                    <a:pt x="2793738" y="145582"/>
                  </a:lnTo>
                  <a:lnTo>
                    <a:pt x="2791107" y="147836"/>
                  </a:lnTo>
                  <a:lnTo>
                    <a:pt x="2788073" y="148819"/>
                  </a:lnTo>
                  <a:close/>
                </a:path>
                <a:path w="4122420" h="2482215">
                  <a:moveTo>
                    <a:pt x="3016849" y="148819"/>
                  </a:moveTo>
                  <a:lnTo>
                    <a:pt x="3007391" y="148819"/>
                  </a:lnTo>
                  <a:lnTo>
                    <a:pt x="3004433" y="147836"/>
                  </a:lnTo>
                  <a:lnTo>
                    <a:pt x="3002081" y="145582"/>
                  </a:lnTo>
                  <a:lnTo>
                    <a:pt x="2998307" y="138955"/>
                  </a:lnTo>
                  <a:lnTo>
                    <a:pt x="2999126" y="132183"/>
                  </a:lnTo>
                  <a:lnTo>
                    <a:pt x="3003742" y="126914"/>
                  </a:lnTo>
                  <a:lnTo>
                    <a:pt x="3011362" y="124791"/>
                  </a:lnTo>
                  <a:lnTo>
                    <a:pt x="3018113" y="124791"/>
                  </a:lnTo>
                  <a:lnTo>
                    <a:pt x="3024005" y="130379"/>
                  </a:lnTo>
                  <a:lnTo>
                    <a:pt x="3024005" y="136781"/>
                  </a:lnTo>
                  <a:lnTo>
                    <a:pt x="3023423" y="143951"/>
                  </a:lnTo>
                  <a:lnTo>
                    <a:pt x="3016849" y="148819"/>
                  </a:lnTo>
                  <a:close/>
                </a:path>
                <a:path w="4122420" h="2482215">
                  <a:moveTo>
                    <a:pt x="3464463" y="148843"/>
                  </a:moveTo>
                  <a:lnTo>
                    <a:pt x="3455189" y="145074"/>
                  </a:lnTo>
                  <a:lnTo>
                    <a:pt x="3452098" y="136781"/>
                  </a:lnTo>
                  <a:lnTo>
                    <a:pt x="3455189" y="128489"/>
                  </a:lnTo>
                  <a:lnTo>
                    <a:pt x="3464463" y="124719"/>
                  </a:lnTo>
                  <a:lnTo>
                    <a:pt x="3464969" y="124719"/>
                  </a:lnTo>
                  <a:lnTo>
                    <a:pt x="3466005" y="124791"/>
                  </a:lnTo>
                  <a:lnTo>
                    <a:pt x="3474554" y="129095"/>
                  </a:lnTo>
                  <a:lnTo>
                    <a:pt x="3477403" y="137078"/>
                  </a:lnTo>
                  <a:lnTo>
                    <a:pt x="3474554" y="144913"/>
                  </a:lnTo>
                  <a:lnTo>
                    <a:pt x="3466005" y="148771"/>
                  </a:lnTo>
                  <a:lnTo>
                    <a:pt x="3465474" y="148819"/>
                  </a:lnTo>
                  <a:lnTo>
                    <a:pt x="3464463" y="148843"/>
                  </a:lnTo>
                  <a:close/>
                </a:path>
                <a:path w="4122420" h="2482215">
                  <a:moveTo>
                    <a:pt x="3616289" y="148843"/>
                  </a:moveTo>
                  <a:lnTo>
                    <a:pt x="3607015" y="145074"/>
                  </a:lnTo>
                  <a:lnTo>
                    <a:pt x="3603923" y="136781"/>
                  </a:lnTo>
                  <a:lnTo>
                    <a:pt x="3607015" y="128489"/>
                  </a:lnTo>
                  <a:lnTo>
                    <a:pt x="3616289" y="124719"/>
                  </a:lnTo>
                  <a:lnTo>
                    <a:pt x="3616794" y="124719"/>
                  </a:lnTo>
                  <a:lnTo>
                    <a:pt x="3617857" y="124791"/>
                  </a:lnTo>
                  <a:lnTo>
                    <a:pt x="3626392" y="129095"/>
                  </a:lnTo>
                  <a:lnTo>
                    <a:pt x="3629237" y="137078"/>
                  </a:lnTo>
                  <a:lnTo>
                    <a:pt x="3626392" y="144913"/>
                  </a:lnTo>
                  <a:lnTo>
                    <a:pt x="3617857" y="148771"/>
                  </a:lnTo>
                  <a:lnTo>
                    <a:pt x="3617326" y="148819"/>
                  </a:lnTo>
                  <a:lnTo>
                    <a:pt x="3616289" y="148843"/>
                  </a:lnTo>
                  <a:close/>
                </a:path>
                <a:path w="4122420" h="2482215">
                  <a:moveTo>
                    <a:pt x="3843194" y="148843"/>
                  </a:moveTo>
                  <a:lnTo>
                    <a:pt x="3833920" y="145074"/>
                  </a:lnTo>
                  <a:lnTo>
                    <a:pt x="3830828" y="136781"/>
                  </a:lnTo>
                  <a:lnTo>
                    <a:pt x="3833920" y="128489"/>
                  </a:lnTo>
                  <a:lnTo>
                    <a:pt x="3843194" y="124719"/>
                  </a:lnTo>
                  <a:lnTo>
                    <a:pt x="3843699" y="124719"/>
                  </a:lnTo>
                  <a:lnTo>
                    <a:pt x="3844762" y="124791"/>
                  </a:lnTo>
                  <a:lnTo>
                    <a:pt x="3853296" y="129095"/>
                  </a:lnTo>
                  <a:lnTo>
                    <a:pt x="3856141" y="137078"/>
                  </a:lnTo>
                  <a:lnTo>
                    <a:pt x="3853296" y="144913"/>
                  </a:lnTo>
                  <a:lnTo>
                    <a:pt x="3844762" y="148771"/>
                  </a:lnTo>
                  <a:lnTo>
                    <a:pt x="3844230" y="148819"/>
                  </a:lnTo>
                  <a:lnTo>
                    <a:pt x="3843194" y="148843"/>
                  </a:lnTo>
                  <a:close/>
                </a:path>
                <a:path w="4122420" h="2482215">
                  <a:moveTo>
                    <a:pt x="3169307" y="148987"/>
                  </a:moveTo>
                  <a:lnTo>
                    <a:pt x="3159546" y="148987"/>
                  </a:lnTo>
                  <a:lnTo>
                    <a:pt x="3156385" y="147908"/>
                  </a:lnTo>
                  <a:lnTo>
                    <a:pt x="3153907" y="145582"/>
                  </a:lnTo>
                  <a:lnTo>
                    <a:pt x="3150496" y="139299"/>
                  </a:lnTo>
                  <a:lnTo>
                    <a:pt x="3151274" y="132489"/>
                  </a:lnTo>
                  <a:lnTo>
                    <a:pt x="3155688" y="127028"/>
                  </a:lnTo>
                  <a:lnTo>
                    <a:pt x="3163188" y="124791"/>
                  </a:lnTo>
                  <a:lnTo>
                    <a:pt x="3169940" y="124791"/>
                  </a:lnTo>
                  <a:lnTo>
                    <a:pt x="3175831" y="130379"/>
                  </a:lnTo>
                  <a:lnTo>
                    <a:pt x="3175831" y="144335"/>
                  </a:lnTo>
                  <a:lnTo>
                    <a:pt x="3169307" y="148987"/>
                  </a:lnTo>
                  <a:close/>
                </a:path>
                <a:path w="4122420" h="2482215">
                  <a:moveTo>
                    <a:pt x="3320678" y="148987"/>
                  </a:moveTo>
                  <a:lnTo>
                    <a:pt x="3311297" y="148987"/>
                  </a:lnTo>
                  <a:lnTo>
                    <a:pt x="3308212" y="147908"/>
                  </a:lnTo>
                  <a:lnTo>
                    <a:pt x="3305733" y="145582"/>
                  </a:lnTo>
                  <a:lnTo>
                    <a:pt x="3301957" y="139299"/>
                  </a:lnTo>
                  <a:lnTo>
                    <a:pt x="3302683" y="132489"/>
                  </a:lnTo>
                  <a:lnTo>
                    <a:pt x="3307046" y="127028"/>
                  </a:lnTo>
                  <a:lnTo>
                    <a:pt x="3314180" y="124791"/>
                  </a:lnTo>
                  <a:lnTo>
                    <a:pt x="3321765" y="124791"/>
                  </a:lnTo>
                  <a:lnTo>
                    <a:pt x="3326823" y="130379"/>
                  </a:lnTo>
                  <a:lnTo>
                    <a:pt x="3326823" y="144335"/>
                  </a:lnTo>
                  <a:lnTo>
                    <a:pt x="3320678" y="148987"/>
                  </a:lnTo>
                  <a:close/>
                </a:path>
                <a:path w="4122420" h="2482215">
                  <a:moveTo>
                    <a:pt x="3548038" y="148987"/>
                  </a:moveTo>
                  <a:lnTo>
                    <a:pt x="3538277" y="148987"/>
                  </a:lnTo>
                  <a:lnTo>
                    <a:pt x="3535116" y="147908"/>
                  </a:lnTo>
                  <a:lnTo>
                    <a:pt x="3532638" y="145582"/>
                  </a:lnTo>
                  <a:lnTo>
                    <a:pt x="3529227" y="139299"/>
                  </a:lnTo>
                  <a:lnTo>
                    <a:pt x="3530005" y="132489"/>
                  </a:lnTo>
                  <a:lnTo>
                    <a:pt x="3534420" y="127028"/>
                  </a:lnTo>
                  <a:lnTo>
                    <a:pt x="3541919" y="124791"/>
                  </a:lnTo>
                  <a:lnTo>
                    <a:pt x="3548670" y="124791"/>
                  </a:lnTo>
                  <a:lnTo>
                    <a:pt x="3554588" y="130379"/>
                  </a:lnTo>
                  <a:lnTo>
                    <a:pt x="3554588" y="144335"/>
                  </a:lnTo>
                  <a:lnTo>
                    <a:pt x="3548038" y="148987"/>
                  </a:lnTo>
                  <a:close/>
                </a:path>
                <a:path w="4122420" h="2482215">
                  <a:moveTo>
                    <a:pt x="3699409" y="148987"/>
                  </a:moveTo>
                  <a:lnTo>
                    <a:pt x="3690027" y="148987"/>
                  </a:lnTo>
                  <a:lnTo>
                    <a:pt x="3686942" y="147908"/>
                  </a:lnTo>
                  <a:lnTo>
                    <a:pt x="3684490" y="145582"/>
                  </a:lnTo>
                  <a:lnTo>
                    <a:pt x="3680702" y="139299"/>
                  </a:lnTo>
                  <a:lnTo>
                    <a:pt x="3681427" y="132489"/>
                  </a:lnTo>
                  <a:lnTo>
                    <a:pt x="3685787" y="127028"/>
                  </a:lnTo>
                  <a:lnTo>
                    <a:pt x="3692910" y="124791"/>
                  </a:lnTo>
                  <a:lnTo>
                    <a:pt x="3700522" y="124791"/>
                  </a:lnTo>
                  <a:lnTo>
                    <a:pt x="3705579" y="130379"/>
                  </a:lnTo>
                  <a:lnTo>
                    <a:pt x="3705579" y="144335"/>
                  </a:lnTo>
                  <a:lnTo>
                    <a:pt x="3699409" y="148987"/>
                  </a:lnTo>
                  <a:close/>
                </a:path>
                <a:path w="4122420" h="2482215">
                  <a:moveTo>
                    <a:pt x="3775322" y="148987"/>
                  </a:moveTo>
                  <a:lnTo>
                    <a:pt x="3765561" y="148987"/>
                  </a:lnTo>
                  <a:lnTo>
                    <a:pt x="3762299" y="147908"/>
                  </a:lnTo>
                  <a:lnTo>
                    <a:pt x="3759568" y="145582"/>
                  </a:lnTo>
                  <a:lnTo>
                    <a:pt x="3756263" y="139299"/>
                  </a:lnTo>
                  <a:lnTo>
                    <a:pt x="3757235" y="132489"/>
                  </a:lnTo>
                  <a:lnTo>
                    <a:pt x="3761688" y="127028"/>
                  </a:lnTo>
                  <a:lnTo>
                    <a:pt x="3768823" y="124791"/>
                  </a:lnTo>
                  <a:lnTo>
                    <a:pt x="3775575" y="124791"/>
                  </a:lnTo>
                  <a:lnTo>
                    <a:pt x="3781492" y="130379"/>
                  </a:lnTo>
                  <a:lnTo>
                    <a:pt x="3781492" y="144335"/>
                  </a:lnTo>
                  <a:lnTo>
                    <a:pt x="3775322" y="148987"/>
                  </a:lnTo>
                  <a:close/>
                </a:path>
                <a:path w="4122420" h="2482215">
                  <a:moveTo>
                    <a:pt x="3926769" y="148987"/>
                  </a:moveTo>
                  <a:lnTo>
                    <a:pt x="3917033" y="148987"/>
                  </a:lnTo>
                  <a:lnTo>
                    <a:pt x="3913847" y="147908"/>
                  </a:lnTo>
                  <a:lnTo>
                    <a:pt x="3911394" y="145582"/>
                  </a:lnTo>
                  <a:lnTo>
                    <a:pt x="3907983" y="139299"/>
                  </a:lnTo>
                  <a:lnTo>
                    <a:pt x="3908761" y="132489"/>
                  </a:lnTo>
                  <a:lnTo>
                    <a:pt x="3913176" y="127028"/>
                  </a:lnTo>
                  <a:lnTo>
                    <a:pt x="3920675" y="124791"/>
                  </a:lnTo>
                  <a:lnTo>
                    <a:pt x="3927426" y="124791"/>
                  </a:lnTo>
                  <a:lnTo>
                    <a:pt x="3933319" y="130379"/>
                  </a:lnTo>
                  <a:lnTo>
                    <a:pt x="3933319" y="144335"/>
                  </a:lnTo>
                  <a:lnTo>
                    <a:pt x="3926769" y="148987"/>
                  </a:lnTo>
                  <a:close/>
                </a:path>
                <a:path w="4122420" h="2482215">
                  <a:moveTo>
                    <a:pt x="4002226" y="148987"/>
                  </a:moveTo>
                  <a:lnTo>
                    <a:pt x="3992845" y="148987"/>
                  </a:lnTo>
                  <a:lnTo>
                    <a:pt x="3989760" y="147908"/>
                  </a:lnTo>
                  <a:lnTo>
                    <a:pt x="3987307" y="145582"/>
                  </a:lnTo>
                  <a:lnTo>
                    <a:pt x="3983520" y="139299"/>
                  </a:lnTo>
                  <a:lnTo>
                    <a:pt x="3984247" y="132489"/>
                  </a:lnTo>
                  <a:lnTo>
                    <a:pt x="3988616" y="127028"/>
                  </a:lnTo>
                  <a:lnTo>
                    <a:pt x="3995753" y="124791"/>
                  </a:lnTo>
                  <a:lnTo>
                    <a:pt x="4003340" y="124791"/>
                  </a:lnTo>
                  <a:lnTo>
                    <a:pt x="4009231" y="130379"/>
                  </a:lnTo>
                  <a:lnTo>
                    <a:pt x="4008397" y="136781"/>
                  </a:lnTo>
                  <a:lnTo>
                    <a:pt x="4008397" y="144335"/>
                  </a:lnTo>
                  <a:lnTo>
                    <a:pt x="4002226" y="148987"/>
                  </a:lnTo>
                  <a:close/>
                </a:path>
                <a:path w="4122420" h="2482215">
                  <a:moveTo>
                    <a:pt x="2632605" y="149587"/>
                  </a:moveTo>
                  <a:lnTo>
                    <a:pt x="2627548" y="148771"/>
                  </a:lnTo>
                  <a:lnTo>
                    <a:pt x="2623325" y="145582"/>
                  </a:lnTo>
                  <a:lnTo>
                    <a:pt x="2621656" y="140786"/>
                  </a:lnTo>
                  <a:lnTo>
                    <a:pt x="2646108" y="138388"/>
                  </a:lnTo>
                  <a:lnTo>
                    <a:pt x="2644415" y="143975"/>
                  </a:lnTo>
                  <a:lnTo>
                    <a:pt x="2639357" y="148771"/>
                  </a:lnTo>
                  <a:lnTo>
                    <a:pt x="2633465" y="148771"/>
                  </a:lnTo>
                  <a:lnTo>
                    <a:pt x="2632605" y="149587"/>
                  </a:lnTo>
                  <a:close/>
                </a:path>
                <a:path w="4122420" h="2482215">
                  <a:moveTo>
                    <a:pt x="2708544" y="149587"/>
                  </a:moveTo>
                  <a:lnTo>
                    <a:pt x="2701792" y="148771"/>
                  </a:lnTo>
                  <a:lnTo>
                    <a:pt x="2695875" y="143184"/>
                  </a:lnTo>
                  <a:lnTo>
                    <a:pt x="2696734" y="136781"/>
                  </a:lnTo>
                  <a:lnTo>
                    <a:pt x="2696734" y="134383"/>
                  </a:lnTo>
                  <a:lnTo>
                    <a:pt x="2697569" y="133592"/>
                  </a:lnTo>
                  <a:lnTo>
                    <a:pt x="2720353" y="131194"/>
                  </a:lnTo>
                  <a:lnTo>
                    <a:pt x="2721188" y="132777"/>
                  </a:lnTo>
                  <a:lnTo>
                    <a:pt x="2722022" y="135175"/>
                  </a:lnTo>
                  <a:lnTo>
                    <a:pt x="2722022" y="143184"/>
                  </a:lnTo>
                  <a:lnTo>
                    <a:pt x="2716130" y="148771"/>
                  </a:lnTo>
                  <a:lnTo>
                    <a:pt x="2709378" y="148771"/>
                  </a:lnTo>
                  <a:lnTo>
                    <a:pt x="2708544" y="149587"/>
                  </a:lnTo>
                  <a:close/>
                </a:path>
                <a:path w="4122420" h="2482215">
                  <a:moveTo>
                    <a:pt x="3239101" y="149587"/>
                  </a:moveTo>
                  <a:lnTo>
                    <a:pt x="3229144" y="145712"/>
                  </a:lnTo>
                  <a:lnTo>
                    <a:pt x="3225825" y="137189"/>
                  </a:lnTo>
                  <a:lnTo>
                    <a:pt x="3229144" y="128666"/>
                  </a:lnTo>
                  <a:lnTo>
                    <a:pt x="3239101" y="124791"/>
                  </a:lnTo>
                  <a:lnTo>
                    <a:pt x="3239101" y="125583"/>
                  </a:lnTo>
                  <a:lnTo>
                    <a:pt x="3247649" y="129441"/>
                  </a:lnTo>
                  <a:lnTo>
                    <a:pt x="3250499" y="137279"/>
                  </a:lnTo>
                  <a:lnTo>
                    <a:pt x="3247649" y="145270"/>
                  </a:lnTo>
                  <a:lnTo>
                    <a:pt x="3239101" y="149587"/>
                  </a:lnTo>
                  <a:close/>
                </a:path>
                <a:path w="4122420" h="2482215">
                  <a:moveTo>
                    <a:pt x="4071666" y="149587"/>
                  </a:moveTo>
                  <a:lnTo>
                    <a:pt x="4062179" y="145712"/>
                  </a:lnTo>
                  <a:lnTo>
                    <a:pt x="4059017" y="137189"/>
                  </a:lnTo>
                  <a:lnTo>
                    <a:pt x="4062179" y="128666"/>
                  </a:lnTo>
                  <a:lnTo>
                    <a:pt x="4071666" y="124791"/>
                  </a:lnTo>
                  <a:lnTo>
                    <a:pt x="4071666" y="125583"/>
                  </a:lnTo>
                  <a:lnTo>
                    <a:pt x="4080201" y="129441"/>
                  </a:lnTo>
                  <a:lnTo>
                    <a:pt x="4083046" y="137279"/>
                  </a:lnTo>
                  <a:lnTo>
                    <a:pt x="4080201" y="145270"/>
                  </a:lnTo>
                  <a:lnTo>
                    <a:pt x="4071666" y="149587"/>
                  </a:lnTo>
                  <a:close/>
                </a:path>
                <a:path w="4122420" h="2482215">
                  <a:moveTo>
                    <a:pt x="2526170" y="184574"/>
                  </a:moveTo>
                  <a:lnTo>
                    <a:pt x="2516409" y="184574"/>
                  </a:lnTo>
                  <a:lnTo>
                    <a:pt x="2513071" y="183422"/>
                  </a:lnTo>
                  <a:lnTo>
                    <a:pt x="2510315" y="180785"/>
                  </a:lnTo>
                  <a:lnTo>
                    <a:pt x="2507026" y="174699"/>
                  </a:lnTo>
                  <a:lnTo>
                    <a:pt x="2507916" y="168231"/>
                  </a:lnTo>
                  <a:lnTo>
                    <a:pt x="2512224" y="163040"/>
                  </a:lnTo>
                  <a:lnTo>
                    <a:pt x="2519190" y="160785"/>
                  </a:lnTo>
                  <a:lnTo>
                    <a:pt x="2526575" y="160977"/>
                  </a:lnTo>
                  <a:lnTo>
                    <a:pt x="2532239" y="165725"/>
                  </a:lnTo>
                  <a:lnTo>
                    <a:pt x="2532239" y="179754"/>
                  </a:lnTo>
                  <a:lnTo>
                    <a:pt x="2526170" y="184574"/>
                  </a:lnTo>
                  <a:close/>
                </a:path>
                <a:path w="4122420" h="2482215">
                  <a:moveTo>
                    <a:pt x="2301946" y="179178"/>
                  </a:moveTo>
                  <a:lnTo>
                    <a:pt x="2295219" y="172775"/>
                  </a:lnTo>
                  <a:lnTo>
                    <a:pt x="2304474" y="171984"/>
                  </a:lnTo>
                  <a:lnTo>
                    <a:pt x="2304474" y="175173"/>
                  </a:lnTo>
                  <a:lnTo>
                    <a:pt x="2303640" y="177571"/>
                  </a:lnTo>
                  <a:lnTo>
                    <a:pt x="2301946" y="179178"/>
                  </a:lnTo>
                  <a:close/>
                </a:path>
                <a:path w="4122420" h="2482215">
                  <a:moveTo>
                    <a:pt x="2820871" y="184046"/>
                  </a:moveTo>
                  <a:lnTo>
                    <a:pt x="2811582" y="180277"/>
                  </a:lnTo>
                  <a:lnTo>
                    <a:pt x="2808486" y="171984"/>
                  </a:lnTo>
                  <a:lnTo>
                    <a:pt x="2811582" y="163691"/>
                  </a:lnTo>
                  <a:lnTo>
                    <a:pt x="2820871" y="159922"/>
                  </a:lnTo>
                  <a:lnTo>
                    <a:pt x="2821351" y="159922"/>
                  </a:lnTo>
                  <a:lnTo>
                    <a:pt x="2822413" y="159970"/>
                  </a:lnTo>
                  <a:lnTo>
                    <a:pt x="2830948" y="164287"/>
                  </a:lnTo>
                  <a:lnTo>
                    <a:pt x="2833793" y="172278"/>
                  </a:lnTo>
                  <a:lnTo>
                    <a:pt x="2830948" y="180116"/>
                  </a:lnTo>
                  <a:lnTo>
                    <a:pt x="2822413" y="183974"/>
                  </a:lnTo>
                  <a:lnTo>
                    <a:pt x="2821882" y="184022"/>
                  </a:lnTo>
                  <a:lnTo>
                    <a:pt x="2820871" y="184046"/>
                  </a:lnTo>
                  <a:close/>
                </a:path>
                <a:path w="4122420" h="2482215">
                  <a:moveTo>
                    <a:pt x="3653437" y="184046"/>
                  </a:moveTo>
                  <a:lnTo>
                    <a:pt x="3644618" y="180400"/>
                  </a:lnTo>
                  <a:lnTo>
                    <a:pt x="3641678" y="172380"/>
                  </a:lnTo>
                  <a:lnTo>
                    <a:pt x="3644618" y="164359"/>
                  </a:lnTo>
                  <a:lnTo>
                    <a:pt x="3653437" y="160713"/>
                  </a:lnTo>
                  <a:lnTo>
                    <a:pt x="3653942" y="160713"/>
                  </a:lnTo>
                  <a:lnTo>
                    <a:pt x="3654954" y="160785"/>
                  </a:lnTo>
                  <a:lnTo>
                    <a:pt x="3663972" y="164631"/>
                  </a:lnTo>
                  <a:lnTo>
                    <a:pt x="3666978" y="172380"/>
                  </a:lnTo>
                  <a:lnTo>
                    <a:pt x="3663972" y="180128"/>
                  </a:lnTo>
                  <a:lnTo>
                    <a:pt x="3654954" y="183974"/>
                  </a:lnTo>
                  <a:lnTo>
                    <a:pt x="3654448" y="184022"/>
                  </a:lnTo>
                  <a:lnTo>
                    <a:pt x="3653437" y="184046"/>
                  </a:lnTo>
                  <a:close/>
                </a:path>
                <a:path w="4122420" h="2482215">
                  <a:moveTo>
                    <a:pt x="2903965" y="184190"/>
                  </a:moveTo>
                  <a:lnTo>
                    <a:pt x="2894583" y="184190"/>
                  </a:lnTo>
                  <a:lnTo>
                    <a:pt x="2891498" y="183111"/>
                  </a:lnTo>
                  <a:lnTo>
                    <a:pt x="2889046" y="180785"/>
                  </a:lnTo>
                  <a:lnTo>
                    <a:pt x="2885259" y="174497"/>
                  </a:lnTo>
                  <a:lnTo>
                    <a:pt x="2885986" y="167680"/>
                  </a:lnTo>
                  <a:lnTo>
                    <a:pt x="2890355" y="162211"/>
                  </a:lnTo>
                  <a:lnTo>
                    <a:pt x="2897492" y="159970"/>
                  </a:lnTo>
                  <a:lnTo>
                    <a:pt x="2897492" y="160785"/>
                  </a:lnTo>
                  <a:lnTo>
                    <a:pt x="2904219" y="160785"/>
                  </a:lnTo>
                  <a:lnTo>
                    <a:pt x="2910136" y="165581"/>
                  </a:lnTo>
                  <a:lnTo>
                    <a:pt x="2910136" y="179538"/>
                  </a:lnTo>
                  <a:lnTo>
                    <a:pt x="2903965" y="184190"/>
                  </a:lnTo>
                  <a:close/>
                </a:path>
                <a:path w="4122420" h="2482215">
                  <a:moveTo>
                    <a:pt x="2602083" y="184574"/>
                  </a:moveTo>
                  <a:lnTo>
                    <a:pt x="2592701" y="184574"/>
                  </a:lnTo>
                  <a:lnTo>
                    <a:pt x="2589566" y="183422"/>
                  </a:lnTo>
                  <a:lnTo>
                    <a:pt x="2587063" y="180785"/>
                  </a:lnTo>
                  <a:lnTo>
                    <a:pt x="2583287" y="174625"/>
                  </a:lnTo>
                  <a:lnTo>
                    <a:pt x="2584012" y="168087"/>
                  </a:lnTo>
                  <a:lnTo>
                    <a:pt x="2588375" y="162899"/>
                  </a:lnTo>
                  <a:lnTo>
                    <a:pt x="2595508" y="160785"/>
                  </a:lnTo>
                  <a:lnTo>
                    <a:pt x="2594649" y="160785"/>
                  </a:lnTo>
                  <a:lnTo>
                    <a:pt x="2595155" y="160737"/>
                  </a:lnTo>
                  <a:lnTo>
                    <a:pt x="2596090" y="160713"/>
                  </a:lnTo>
                  <a:lnTo>
                    <a:pt x="2602969" y="160713"/>
                  </a:lnTo>
                  <a:lnTo>
                    <a:pt x="2608152" y="166037"/>
                  </a:lnTo>
                  <a:lnTo>
                    <a:pt x="2608152" y="179754"/>
                  </a:lnTo>
                  <a:lnTo>
                    <a:pt x="2602083" y="184574"/>
                  </a:lnTo>
                  <a:close/>
                </a:path>
                <a:path w="4122420" h="2482215">
                  <a:moveTo>
                    <a:pt x="2753909" y="184574"/>
                  </a:moveTo>
                  <a:lnTo>
                    <a:pt x="2744528" y="184574"/>
                  </a:lnTo>
                  <a:lnTo>
                    <a:pt x="2741392" y="183422"/>
                  </a:lnTo>
                  <a:lnTo>
                    <a:pt x="2738889" y="180785"/>
                  </a:lnTo>
                  <a:lnTo>
                    <a:pt x="2735113" y="174625"/>
                  </a:lnTo>
                  <a:lnTo>
                    <a:pt x="2735838" y="168087"/>
                  </a:lnTo>
                  <a:lnTo>
                    <a:pt x="2740201" y="162899"/>
                  </a:lnTo>
                  <a:lnTo>
                    <a:pt x="2747334" y="160785"/>
                  </a:lnTo>
                  <a:lnTo>
                    <a:pt x="2746500" y="160785"/>
                  </a:lnTo>
                  <a:lnTo>
                    <a:pt x="2746980" y="160737"/>
                  </a:lnTo>
                  <a:lnTo>
                    <a:pt x="2747916" y="160713"/>
                  </a:lnTo>
                  <a:lnTo>
                    <a:pt x="2754819" y="160713"/>
                  </a:lnTo>
                  <a:lnTo>
                    <a:pt x="2759978" y="166037"/>
                  </a:lnTo>
                  <a:lnTo>
                    <a:pt x="2759978" y="179754"/>
                  </a:lnTo>
                  <a:lnTo>
                    <a:pt x="2753909" y="184574"/>
                  </a:lnTo>
                  <a:close/>
                </a:path>
                <a:path w="4122420" h="2482215">
                  <a:moveTo>
                    <a:pt x="2979980" y="184574"/>
                  </a:moveTo>
                  <a:lnTo>
                    <a:pt x="2970598" y="184574"/>
                  </a:lnTo>
                  <a:lnTo>
                    <a:pt x="2967463" y="183422"/>
                  </a:lnTo>
                  <a:lnTo>
                    <a:pt x="2964958" y="180785"/>
                  </a:lnTo>
                  <a:lnTo>
                    <a:pt x="2961183" y="174625"/>
                  </a:lnTo>
                  <a:lnTo>
                    <a:pt x="2961909" y="168087"/>
                  </a:lnTo>
                  <a:lnTo>
                    <a:pt x="2966271" y="162899"/>
                  </a:lnTo>
                  <a:lnTo>
                    <a:pt x="2973405" y="160785"/>
                  </a:lnTo>
                  <a:lnTo>
                    <a:pt x="2980157" y="160785"/>
                  </a:lnTo>
                  <a:lnTo>
                    <a:pt x="2986048" y="165581"/>
                  </a:lnTo>
                  <a:lnTo>
                    <a:pt x="2986048" y="179754"/>
                  </a:lnTo>
                  <a:lnTo>
                    <a:pt x="2979980" y="184574"/>
                  </a:lnTo>
                  <a:close/>
                </a:path>
                <a:path w="4122420" h="2482215">
                  <a:moveTo>
                    <a:pt x="3131806" y="184574"/>
                  </a:moveTo>
                  <a:lnTo>
                    <a:pt x="3122045" y="184574"/>
                  </a:lnTo>
                  <a:lnTo>
                    <a:pt x="3118732" y="183422"/>
                  </a:lnTo>
                  <a:lnTo>
                    <a:pt x="3115951" y="180785"/>
                  </a:lnTo>
                  <a:lnTo>
                    <a:pt x="3112570" y="174698"/>
                  </a:lnTo>
                  <a:lnTo>
                    <a:pt x="3113166" y="168135"/>
                  </a:lnTo>
                  <a:lnTo>
                    <a:pt x="3117227" y="162885"/>
                  </a:lnTo>
                  <a:lnTo>
                    <a:pt x="3124245" y="160737"/>
                  </a:lnTo>
                  <a:lnTo>
                    <a:pt x="3124573" y="160737"/>
                  </a:lnTo>
                  <a:lnTo>
                    <a:pt x="3125231" y="160785"/>
                  </a:lnTo>
                  <a:lnTo>
                    <a:pt x="3131983" y="160785"/>
                  </a:lnTo>
                  <a:lnTo>
                    <a:pt x="3137875" y="165581"/>
                  </a:lnTo>
                  <a:lnTo>
                    <a:pt x="3137875" y="179754"/>
                  </a:lnTo>
                  <a:lnTo>
                    <a:pt x="3131806" y="184574"/>
                  </a:lnTo>
                  <a:close/>
                </a:path>
                <a:path w="4122420" h="2482215">
                  <a:moveTo>
                    <a:pt x="3207340" y="184574"/>
                  </a:moveTo>
                  <a:lnTo>
                    <a:pt x="3197604" y="184574"/>
                  </a:lnTo>
                  <a:lnTo>
                    <a:pt x="3194367" y="183422"/>
                  </a:lnTo>
                  <a:lnTo>
                    <a:pt x="3191864" y="180785"/>
                  </a:lnTo>
                  <a:lnTo>
                    <a:pt x="3188101" y="174625"/>
                  </a:lnTo>
                  <a:lnTo>
                    <a:pt x="3188918" y="168087"/>
                  </a:lnTo>
                  <a:lnTo>
                    <a:pt x="3193528" y="162899"/>
                  </a:lnTo>
                  <a:lnTo>
                    <a:pt x="3201144" y="160785"/>
                  </a:lnTo>
                  <a:lnTo>
                    <a:pt x="3207896" y="160785"/>
                  </a:lnTo>
                  <a:lnTo>
                    <a:pt x="3212953" y="165581"/>
                  </a:lnTo>
                  <a:lnTo>
                    <a:pt x="3213788" y="172775"/>
                  </a:lnTo>
                  <a:lnTo>
                    <a:pt x="3213788" y="179754"/>
                  </a:lnTo>
                  <a:lnTo>
                    <a:pt x="3207340" y="184574"/>
                  </a:lnTo>
                  <a:close/>
                </a:path>
                <a:path w="4122420" h="2482215">
                  <a:moveTo>
                    <a:pt x="3358711" y="184574"/>
                  </a:moveTo>
                  <a:lnTo>
                    <a:pt x="3349329" y="184574"/>
                  </a:lnTo>
                  <a:lnTo>
                    <a:pt x="3346193" y="183422"/>
                  </a:lnTo>
                  <a:lnTo>
                    <a:pt x="3343690" y="180785"/>
                  </a:lnTo>
                  <a:lnTo>
                    <a:pt x="3339913" y="174625"/>
                  </a:lnTo>
                  <a:lnTo>
                    <a:pt x="3340639" y="168087"/>
                  </a:lnTo>
                  <a:lnTo>
                    <a:pt x="3345002" y="162899"/>
                  </a:lnTo>
                  <a:lnTo>
                    <a:pt x="3352136" y="160785"/>
                  </a:lnTo>
                  <a:lnTo>
                    <a:pt x="3358888" y="160785"/>
                  </a:lnTo>
                  <a:lnTo>
                    <a:pt x="3364780" y="165581"/>
                  </a:lnTo>
                  <a:lnTo>
                    <a:pt x="3364780" y="179754"/>
                  </a:lnTo>
                  <a:lnTo>
                    <a:pt x="3358711" y="184574"/>
                  </a:lnTo>
                  <a:close/>
                </a:path>
                <a:path w="4122420" h="2482215">
                  <a:moveTo>
                    <a:pt x="3510562" y="184574"/>
                  </a:moveTo>
                  <a:lnTo>
                    <a:pt x="3500801" y="184574"/>
                  </a:lnTo>
                  <a:lnTo>
                    <a:pt x="3497463" y="183422"/>
                  </a:lnTo>
                  <a:lnTo>
                    <a:pt x="3494681" y="180785"/>
                  </a:lnTo>
                  <a:lnTo>
                    <a:pt x="3491270" y="174625"/>
                  </a:lnTo>
                  <a:lnTo>
                    <a:pt x="3492048" y="168087"/>
                  </a:lnTo>
                  <a:lnTo>
                    <a:pt x="3496463" y="162899"/>
                  </a:lnTo>
                  <a:lnTo>
                    <a:pt x="3503962" y="160785"/>
                  </a:lnTo>
                  <a:lnTo>
                    <a:pt x="3510714" y="160785"/>
                  </a:lnTo>
                  <a:lnTo>
                    <a:pt x="3516631" y="165581"/>
                  </a:lnTo>
                  <a:lnTo>
                    <a:pt x="3516631" y="179754"/>
                  </a:lnTo>
                  <a:lnTo>
                    <a:pt x="3510562" y="184574"/>
                  </a:lnTo>
                  <a:close/>
                </a:path>
                <a:path w="4122420" h="2482215">
                  <a:moveTo>
                    <a:pt x="3585716" y="184574"/>
                  </a:moveTo>
                  <a:lnTo>
                    <a:pt x="3576259" y="184574"/>
                  </a:lnTo>
                  <a:lnTo>
                    <a:pt x="3573098" y="183422"/>
                  </a:lnTo>
                  <a:lnTo>
                    <a:pt x="3570619" y="180785"/>
                  </a:lnTo>
                  <a:lnTo>
                    <a:pt x="3566880" y="174698"/>
                  </a:lnTo>
                  <a:lnTo>
                    <a:pt x="3567500" y="168135"/>
                  </a:lnTo>
                  <a:lnTo>
                    <a:pt x="3571747" y="162885"/>
                  </a:lnTo>
                  <a:lnTo>
                    <a:pt x="3578889" y="160737"/>
                  </a:lnTo>
                  <a:lnTo>
                    <a:pt x="3579218" y="160737"/>
                  </a:lnTo>
                  <a:lnTo>
                    <a:pt x="3579875" y="160785"/>
                  </a:lnTo>
                  <a:lnTo>
                    <a:pt x="3586626" y="160785"/>
                  </a:lnTo>
                  <a:lnTo>
                    <a:pt x="3591684" y="165581"/>
                  </a:lnTo>
                  <a:lnTo>
                    <a:pt x="3592544" y="172775"/>
                  </a:lnTo>
                  <a:lnTo>
                    <a:pt x="3591963" y="179754"/>
                  </a:lnTo>
                  <a:lnTo>
                    <a:pt x="3585716" y="184574"/>
                  </a:lnTo>
                  <a:close/>
                </a:path>
                <a:path w="4122420" h="2482215">
                  <a:moveTo>
                    <a:pt x="3737467" y="184574"/>
                  </a:moveTo>
                  <a:lnTo>
                    <a:pt x="3728085" y="184574"/>
                  </a:lnTo>
                  <a:lnTo>
                    <a:pt x="3724949" y="183422"/>
                  </a:lnTo>
                  <a:lnTo>
                    <a:pt x="3722446" y="180785"/>
                  </a:lnTo>
                  <a:lnTo>
                    <a:pt x="3718705" y="174698"/>
                  </a:lnTo>
                  <a:lnTo>
                    <a:pt x="3719241" y="168135"/>
                  </a:lnTo>
                  <a:lnTo>
                    <a:pt x="3723257" y="162885"/>
                  </a:lnTo>
                  <a:lnTo>
                    <a:pt x="3729956" y="160737"/>
                  </a:lnTo>
                  <a:lnTo>
                    <a:pt x="3730260" y="160737"/>
                  </a:lnTo>
                  <a:lnTo>
                    <a:pt x="3730866" y="160785"/>
                  </a:lnTo>
                  <a:lnTo>
                    <a:pt x="3737619" y="160785"/>
                  </a:lnTo>
                  <a:lnTo>
                    <a:pt x="3743536" y="165581"/>
                  </a:lnTo>
                  <a:lnTo>
                    <a:pt x="3743536" y="179754"/>
                  </a:lnTo>
                  <a:lnTo>
                    <a:pt x="3737467" y="184574"/>
                  </a:lnTo>
                  <a:close/>
                </a:path>
                <a:path w="4122420" h="2482215">
                  <a:moveTo>
                    <a:pt x="3889293" y="184574"/>
                  </a:moveTo>
                  <a:lnTo>
                    <a:pt x="3879532" y="184574"/>
                  </a:lnTo>
                  <a:lnTo>
                    <a:pt x="3876219" y="183422"/>
                  </a:lnTo>
                  <a:lnTo>
                    <a:pt x="3873438" y="180785"/>
                  </a:lnTo>
                  <a:lnTo>
                    <a:pt x="3870027" y="174625"/>
                  </a:lnTo>
                  <a:lnTo>
                    <a:pt x="3870804" y="168087"/>
                  </a:lnTo>
                  <a:lnTo>
                    <a:pt x="3875219" y="162899"/>
                  </a:lnTo>
                  <a:lnTo>
                    <a:pt x="3882718" y="160785"/>
                  </a:lnTo>
                  <a:lnTo>
                    <a:pt x="3889470" y="160785"/>
                  </a:lnTo>
                  <a:lnTo>
                    <a:pt x="3895362" y="165581"/>
                  </a:lnTo>
                  <a:lnTo>
                    <a:pt x="3895362" y="179754"/>
                  </a:lnTo>
                  <a:lnTo>
                    <a:pt x="3889293" y="184574"/>
                  </a:lnTo>
                  <a:close/>
                </a:path>
                <a:path w="4122420" h="2482215">
                  <a:moveTo>
                    <a:pt x="3964372" y="184574"/>
                  </a:moveTo>
                  <a:lnTo>
                    <a:pt x="3954990" y="184574"/>
                  </a:lnTo>
                  <a:lnTo>
                    <a:pt x="3951854" y="183422"/>
                  </a:lnTo>
                  <a:lnTo>
                    <a:pt x="3949351" y="180785"/>
                  </a:lnTo>
                  <a:lnTo>
                    <a:pt x="3945564" y="174625"/>
                  </a:lnTo>
                  <a:lnTo>
                    <a:pt x="3946288" y="168087"/>
                  </a:lnTo>
                  <a:lnTo>
                    <a:pt x="3950649" y="162899"/>
                  </a:lnTo>
                  <a:lnTo>
                    <a:pt x="3957772" y="160785"/>
                  </a:lnTo>
                  <a:lnTo>
                    <a:pt x="3965383" y="160785"/>
                  </a:lnTo>
                  <a:lnTo>
                    <a:pt x="3970440" y="165581"/>
                  </a:lnTo>
                  <a:lnTo>
                    <a:pt x="3970440" y="179754"/>
                  </a:lnTo>
                  <a:lnTo>
                    <a:pt x="3964372" y="184574"/>
                  </a:lnTo>
                  <a:close/>
                </a:path>
                <a:path w="4122420" h="2482215">
                  <a:moveTo>
                    <a:pt x="2374496" y="184789"/>
                  </a:moveTo>
                  <a:lnTo>
                    <a:pt x="2360992" y="184789"/>
                  </a:lnTo>
                  <a:lnTo>
                    <a:pt x="2355100" y="179178"/>
                  </a:lnTo>
                  <a:lnTo>
                    <a:pt x="2355100" y="170377"/>
                  </a:lnTo>
                  <a:lnTo>
                    <a:pt x="2355935" y="168771"/>
                  </a:lnTo>
                  <a:lnTo>
                    <a:pt x="2356794" y="166373"/>
                  </a:lnTo>
                  <a:lnTo>
                    <a:pt x="2377024" y="164790"/>
                  </a:lnTo>
                  <a:lnTo>
                    <a:pt x="2380413" y="169586"/>
                  </a:lnTo>
                  <a:lnTo>
                    <a:pt x="2380413" y="179178"/>
                  </a:lnTo>
                  <a:lnTo>
                    <a:pt x="2374496" y="184789"/>
                  </a:lnTo>
                  <a:close/>
                </a:path>
                <a:path w="4122420" h="2482215">
                  <a:moveTo>
                    <a:pt x="4108763" y="184789"/>
                  </a:moveTo>
                  <a:lnTo>
                    <a:pt x="4102037" y="183974"/>
                  </a:lnTo>
                  <a:lnTo>
                    <a:pt x="4096954" y="179178"/>
                  </a:lnTo>
                  <a:lnTo>
                    <a:pt x="4096954" y="166373"/>
                  </a:lnTo>
                  <a:lnTo>
                    <a:pt x="4102871" y="161577"/>
                  </a:lnTo>
                  <a:lnTo>
                    <a:pt x="4109623" y="161577"/>
                  </a:lnTo>
                  <a:lnTo>
                    <a:pt x="4110027" y="161169"/>
                  </a:lnTo>
                  <a:lnTo>
                    <a:pt x="4110458" y="160977"/>
                  </a:lnTo>
                  <a:lnTo>
                    <a:pt x="4111292" y="160977"/>
                  </a:lnTo>
                  <a:lnTo>
                    <a:pt x="4111722" y="161169"/>
                  </a:lnTo>
                  <a:lnTo>
                    <a:pt x="4112151" y="161577"/>
                  </a:lnTo>
                  <a:lnTo>
                    <a:pt x="4108763" y="184789"/>
                  </a:lnTo>
                  <a:close/>
                </a:path>
                <a:path w="4122420" h="2482215">
                  <a:moveTo>
                    <a:pt x="2442115" y="184837"/>
                  </a:moveTo>
                  <a:lnTo>
                    <a:pt x="2432841" y="181068"/>
                  </a:lnTo>
                  <a:lnTo>
                    <a:pt x="2429749" y="172775"/>
                  </a:lnTo>
                  <a:lnTo>
                    <a:pt x="2432841" y="164483"/>
                  </a:lnTo>
                  <a:lnTo>
                    <a:pt x="2442115" y="160713"/>
                  </a:lnTo>
                  <a:lnTo>
                    <a:pt x="2442620" y="160713"/>
                  </a:lnTo>
                  <a:lnTo>
                    <a:pt x="2443657" y="160785"/>
                  </a:lnTo>
                  <a:lnTo>
                    <a:pt x="2452206" y="164988"/>
                  </a:lnTo>
                  <a:lnTo>
                    <a:pt x="2455055" y="172787"/>
                  </a:lnTo>
                  <a:lnTo>
                    <a:pt x="2452206" y="180587"/>
                  </a:lnTo>
                  <a:lnTo>
                    <a:pt x="2443657" y="184789"/>
                  </a:lnTo>
                  <a:lnTo>
                    <a:pt x="2442115" y="184837"/>
                  </a:lnTo>
                  <a:close/>
                </a:path>
                <a:path w="4122420" h="2482215">
                  <a:moveTo>
                    <a:pt x="2669879" y="184837"/>
                  </a:moveTo>
                  <a:lnTo>
                    <a:pt x="2660590" y="181068"/>
                  </a:lnTo>
                  <a:lnTo>
                    <a:pt x="2657494" y="172775"/>
                  </a:lnTo>
                  <a:lnTo>
                    <a:pt x="2660590" y="164483"/>
                  </a:lnTo>
                  <a:lnTo>
                    <a:pt x="2669879" y="160713"/>
                  </a:lnTo>
                  <a:lnTo>
                    <a:pt x="2670359" y="160713"/>
                  </a:lnTo>
                  <a:lnTo>
                    <a:pt x="2671422" y="160785"/>
                  </a:lnTo>
                  <a:lnTo>
                    <a:pt x="2679956" y="164644"/>
                  </a:lnTo>
                  <a:lnTo>
                    <a:pt x="2682801" y="172482"/>
                  </a:lnTo>
                  <a:lnTo>
                    <a:pt x="2679956" y="180472"/>
                  </a:lnTo>
                  <a:lnTo>
                    <a:pt x="2671422" y="184789"/>
                  </a:lnTo>
                  <a:lnTo>
                    <a:pt x="2669879" y="184837"/>
                  </a:lnTo>
                  <a:close/>
                </a:path>
                <a:path w="4122420" h="2482215">
                  <a:moveTo>
                    <a:pt x="3047776" y="184837"/>
                  </a:moveTo>
                  <a:lnTo>
                    <a:pt x="3038487" y="181068"/>
                  </a:lnTo>
                  <a:lnTo>
                    <a:pt x="3035391" y="172775"/>
                  </a:lnTo>
                  <a:lnTo>
                    <a:pt x="3038487" y="164483"/>
                  </a:lnTo>
                  <a:lnTo>
                    <a:pt x="3047776" y="160713"/>
                  </a:lnTo>
                  <a:lnTo>
                    <a:pt x="3048256" y="160713"/>
                  </a:lnTo>
                  <a:lnTo>
                    <a:pt x="3049318" y="160785"/>
                  </a:lnTo>
                  <a:lnTo>
                    <a:pt x="3057852" y="164988"/>
                  </a:lnTo>
                  <a:lnTo>
                    <a:pt x="3060697" y="172787"/>
                  </a:lnTo>
                  <a:lnTo>
                    <a:pt x="3057852" y="180587"/>
                  </a:lnTo>
                  <a:lnTo>
                    <a:pt x="3049318" y="184789"/>
                  </a:lnTo>
                  <a:lnTo>
                    <a:pt x="3047776" y="184837"/>
                  </a:lnTo>
                  <a:close/>
                </a:path>
                <a:path w="4122420" h="2482215">
                  <a:moveTo>
                    <a:pt x="3274756" y="184837"/>
                  </a:moveTo>
                  <a:lnTo>
                    <a:pt x="3265895" y="181068"/>
                  </a:lnTo>
                  <a:lnTo>
                    <a:pt x="3262941" y="172775"/>
                  </a:lnTo>
                  <a:lnTo>
                    <a:pt x="3265895" y="164483"/>
                  </a:lnTo>
                  <a:lnTo>
                    <a:pt x="3274756" y="160713"/>
                  </a:lnTo>
                  <a:lnTo>
                    <a:pt x="3275211" y="160713"/>
                  </a:lnTo>
                  <a:lnTo>
                    <a:pt x="3276223" y="160785"/>
                  </a:lnTo>
                  <a:lnTo>
                    <a:pt x="3285241" y="164988"/>
                  </a:lnTo>
                  <a:lnTo>
                    <a:pt x="3288247" y="172787"/>
                  </a:lnTo>
                  <a:lnTo>
                    <a:pt x="3285241" y="180587"/>
                  </a:lnTo>
                  <a:lnTo>
                    <a:pt x="3276223" y="184789"/>
                  </a:lnTo>
                  <a:lnTo>
                    <a:pt x="3274756" y="184837"/>
                  </a:lnTo>
                  <a:close/>
                </a:path>
                <a:path w="4122420" h="2482215">
                  <a:moveTo>
                    <a:pt x="3427340" y="184837"/>
                  </a:moveTo>
                  <a:lnTo>
                    <a:pt x="3418066" y="181068"/>
                  </a:lnTo>
                  <a:lnTo>
                    <a:pt x="3414975" y="172775"/>
                  </a:lnTo>
                  <a:lnTo>
                    <a:pt x="3418066" y="164483"/>
                  </a:lnTo>
                  <a:lnTo>
                    <a:pt x="3427340" y="160713"/>
                  </a:lnTo>
                  <a:lnTo>
                    <a:pt x="3427847" y="160713"/>
                  </a:lnTo>
                  <a:lnTo>
                    <a:pt x="3428908" y="160785"/>
                  </a:lnTo>
                  <a:lnTo>
                    <a:pt x="3437443" y="164988"/>
                  </a:lnTo>
                  <a:lnTo>
                    <a:pt x="3440288" y="172787"/>
                  </a:lnTo>
                  <a:lnTo>
                    <a:pt x="3437443" y="180587"/>
                  </a:lnTo>
                  <a:lnTo>
                    <a:pt x="3428908" y="184789"/>
                  </a:lnTo>
                  <a:lnTo>
                    <a:pt x="3427340" y="184837"/>
                  </a:lnTo>
                  <a:close/>
                </a:path>
                <a:path w="4122420" h="2482215">
                  <a:moveTo>
                    <a:pt x="4032142" y="184837"/>
                  </a:moveTo>
                  <a:lnTo>
                    <a:pt x="4022868" y="181068"/>
                  </a:lnTo>
                  <a:lnTo>
                    <a:pt x="4019777" y="172775"/>
                  </a:lnTo>
                  <a:lnTo>
                    <a:pt x="4022868" y="164483"/>
                  </a:lnTo>
                  <a:lnTo>
                    <a:pt x="4032142" y="160713"/>
                  </a:lnTo>
                  <a:lnTo>
                    <a:pt x="4032648" y="160713"/>
                  </a:lnTo>
                  <a:lnTo>
                    <a:pt x="4033710" y="160785"/>
                  </a:lnTo>
                  <a:lnTo>
                    <a:pt x="4042244" y="164988"/>
                  </a:lnTo>
                  <a:lnTo>
                    <a:pt x="4045089" y="172787"/>
                  </a:lnTo>
                  <a:lnTo>
                    <a:pt x="4042244" y="180587"/>
                  </a:lnTo>
                  <a:lnTo>
                    <a:pt x="4033710" y="184789"/>
                  </a:lnTo>
                  <a:lnTo>
                    <a:pt x="4032142" y="184837"/>
                  </a:lnTo>
                  <a:close/>
                </a:path>
                <a:path w="4122420" h="2482215">
                  <a:moveTo>
                    <a:pt x="3813279" y="184981"/>
                  </a:moveTo>
                  <a:lnTo>
                    <a:pt x="3803518" y="184981"/>
                  </a:lnTo>
                  <a:lnTo>
                    <a:pt x="3800255" y="183926"/>
                  </a:lnTo>
                  <a:lnTo>
                    <a:pt x="3797525" y="181576"/>
                  </a:lnTo>
                  <a:lnTo>
                    <a:pt x="3794221" y="174959"/>
                  </a:lnTo>
                  <a:lnTo>
                    <a:pt x="3795195" y="168186"/>
                  </a:lnTo>
                  <a:lnTo>
                    <a:pt x="3799655" y="162911"/>
                  </a:lnTo>
                  <a:lnTo>
                    <a:pt x="3806805" y="160785"/>
                  </a:lnTo>
                  <a:lnTo>
                    <a:pt x="3813531" y="160785"/>
                  </a:lnTo>
                  <a:lnTo>
                    <a:pt x="3819449" y="166373"/>
                  </a:lnTo>
                  <a:lnTo>
                    <a:pt x="3819449" y="180353"/>
                  </a:lnTo>
                  <a:lnTo>
                    <a:pt x="3813279" y="184981"/>
                  </a:lnTo>
                  <a:close/>
                </a:path>
                <a:path w="4122420" h="2482215">
                  <a:moveTo>
                    <a:pt x="1147723" y="186396"/>
                  </a:moveTo>
                  <a:lnTo>
                    <a:pt x="1147167" y="186396"/>
                  </a:lnTo>
                  <a:lnTo>
                    <a:pt x="1138586" y="183211"/>
                  </a:lnTo>
                  <a:lnTo>
                    <a:pt x="1134903" y="175968"/>
                  </a:lnTo>
                  <a:lnTo>
                    <a:pt x="1136719" y="168136"/>
                  </a:lnTo>
                  <a:lnTo>
                    <a:pt x="1144638" y="163183"/>
                  </a:lnTo>
                  <a:lnTo>
                    <a:pt x="1159836" y="179178"/>
                  </a:lnTo>
                  <a:lnTo>
                    <a:pt x="1157307" y="183183"/>
                  </a:lnTo>
                  <a:lnTo>
                    <a:pt x="1153084" y="186372"/>
                  </a:lnTo>
                  <a:lnTo>
                    <a:pt x="1148027" y="186372"/>
                  </a:lnTo>
                  <a:lnTo>
                    <a:pt x="1147723" y="186396"/>
                  </a:lnTo>
                  <a:close/>
                </a:path>
                <a:path w="4122420" h="2482215">
                  <a:moveTo>
                    <a:pt x="2339068" y="215963"/>
                  </a:moveTo>
                  <a:lnTo>
                    <a:pt x="2322201" y="199177"/>
                  </a:lnTo>
                  <a:lnTo>
                    <a:pt x="2323896" y="197571"/>
                  </a:lnTo>
                  <a:lnTo>
                    <a:pt x="2327259" y="196779"/>
                  </a:lnTo>
                  <a:lnTo>
                    <a:pt x="2336539" y="196779"/>
                  </a:lnTo>
                  <a:lnTo>
                    <a:pt x="2342456" y="202367"/>
                  </a:lnTo>
                  <a:lnTo>
                    <a:pt x="2342456" y="211167"/>
                  </a:lnTo>
                  <a:lnTo>
                    <a:pt x="2339068" y="215963"/>
                  </a:lnTo>
                  <a:close/>
                </a:path>
                <a:path w="4122420" h="2482215">
                  <a:moveTo>
                    <a:pt x="2790551" y="220184"/>
                  </a:moveTo>
                  <a:lnTo>
                    <a:pt x="2780815" y="220184"/>
                  </a:lnTo>
                  <a:lnTo>
                    <a:pt x="2777629" y="219105"/>
                  </a:lnTo>
                  <a:lnTo>
                    <a:pt x="2775176" y="216779"/>
                  </a:lnTo>
                  <a:lnTo>
                    <a:pt x="2771765" y="210151"/>
                  </a:lnTo>
                  <a:lnTo>
                    <a:pt x="2772543" y="203380"/>
                  </a:lnTo>
                  <a:lnTo>
                    <a:pt x="2776958" y="198110"/>
                  </a:lnTo>
                  <a:lnTo>
                    <a:pt x="2784457" y="195988"/>
                  </a:lnTo>
                  <a:lnTo>
                    <a:pt x="2784457" y="196779"/>
                  </a:lnTo>
                  <a:lnTo>
                    <a:pt x="2791208" y="196779"/>
                  </a:lnTo>
                  <a:lnTo>
                    <a:pt x="2796266" y="201575"/>
                  </a:lnTo>
                  <a:lnTo>
                    <a:pt x="2797101" y="207978"/>
                  </a:lnTo>
                  <a:lnTo>
                    <a:pt x="2797101" y="215532"/>
                  </a:lnTo>
                  <a:lnTo>
                    <a:pt x="2790551" y="220184"/>
                  </a:lnTo>
                  <a:close/>
                </a:path>
                <a:path w="4122420" h="2482215">
                  <a:moveTo>
                    <a:pt x="2866009" y="220184"/>
                  </a:moveTo>
                  <a:lnTo>
                    <a:pt x="2856627" y="220184"/>
                  </a:lnTo>
                  <a:lnTo>
                    <a:pt x="2853542" y="219105"/>
                  </a:lnTo>
                  <a:lnTo>
                    <a:pt x="2851089" y="216779"/>
                  </a:lnTo>
                  <a:lnTo>
                    <a:pt x="2847302" y="210151"/>
                  </a:lnTo>
                  <a:lnTo>
                    <a:pt x="2848026" y="203380"/>
                  </a:lnTo>
                  <a:lnTo>
                    <a:pt x="2852387" y="198110"/>
                  </a:lnTo>
                  <a:lnTo>
                    <a:pt x="2859510" y="195988"/>
                  </a:lnTo>
                  <a:lnTo>
                    <a:pt x="2860369" y="196779"/>
                  </a:lnTo>
                  <a:lnTo>
                    <a:pt x="2867122" y="196779"/>
                  </a:lnTo>
                  <a:lnTo>
                    <a:pt x="2872179" y="201575"/>
                  </a:lnTo>
                  <a:lnTo>
                    <a:pt x="2872179" y="215532"/>
                  </a:lnTo>
                  <a:lnTo>
                    <a:pt x="2866009" y="220184"/>
                  </a:lnTo>
                  <a:close/>
                </a:path>
                <a:path w="4122420" h="2482215">
                  <a:moveTo>
                    <a:pt x="2941948" y="220184"/>
                  </a:moveTo>
                  <a:lnTo>
                    <a:pt x="2932565" y="220184"/>
                  </a:lnTo>
                  <a:lnTo>
                    <a:pt x="2929455" y="219105"/>
                  </a:lnTo>
                  <a:lnTo>
                    <a:pt x="2927002" y="216779"/>
                  </a:lnTo>
                  <a:lnTo>
                    <a:pt x="2923215" y="210495"/>
                  </a:lnTo>
                  <a:lnTo>
                    <a:pt x="2923942" y="203686"/>
                  </a:lnTo>
                  <a:lnTo>
                    <a:pt x="2928311" y="198225"/>
                  </a:lnTo>
                  <a:lnTo>
                    <a:pt x="2935448" y="195988"/>
                  </a:lnTo>
                  <a:lnTo>
                    <a:pt x="2935448" y="196779"/>
                  </a:lnTo>
                  <a:lnTo>
                    <a:pt x="2942175" y="196779"/>
                  </a:lnTo>
                  <a:lnTo>
                    <a:pt x="2948092" y="201575"/>
                  </a:lnTo>
                  <a:lnTo>
                    <a:pt x="2948092" y="215532"/>
                  </a:lnTo>
                  <a:lnTo>
                    <a:pt x="2941948" y="220184"/>
                  </a:lnTo>
                  <a:close/>
                </a:path>
                <a:path w="4122420" h="2482215">
                  <a:moveTo>
                    <a:pt x="3093773" y="220184"/>
                  </a:moveTo>
                  <a:lnTo>
                    <a:pt x="3084013" y="220184"/>
                  </a:lnTo>
                  <a:lnTo>
                    <a:pt x="3080725" y="219105"/>
                  </a:lnTo>
                  <a:lnTo>
                    <a:pt x="3077994" y="216779"/>
                  </a:lnTo>
                  <a:lnTo>
                    <a:pt x="3074700" y="210495"/>
                  </a:lnTo>
                  <a:lnTo>
                    <a:pt x="3075674" y="203686"/>
                  </a:lnTo>
                  <a:lnTo>
                    <a:pt x="3080128" y="198225"/>
                  </a:lnTo>
                  <a:lnTo>
                    <a:pt x="3087275" y="195988"/>
                  </a:lnTo>
                  <a:lnTo>
                    <a:pt x="3087275" y="196779"/>
                  </a:lnTo>
                  <a:lnTo>
                    <a:pt x="3094026" y="196779"/>
                  </a:lnTo>
                  <a:lnTo>
                    <a:pt x="3099919" y="201575"/>
                  </a:lnTo>
                  <a:lnTo>
                    <a:pt x="3099919" y="215532"/>
                  </a:lnTo>
                  <a:lnTo>
                    <a:pt x="3093773" y="220184"/>
                  </a:lnTo>
                  <a:close/>
                </a:path>
                <a:path w="4122420" h="2482215">
                  <a:moveTo>
                    <a:pt x="3169307" y="220184"/>
                  </a:moveTo>
                  <a:lnTo>
                    <a:pt x="3159546" y="220184"/>
                  </a:lnTo>
                  <a:lnTo>
                    <a:pt x="3156385" y="219105"/>
                  </a:lnTo>
                  <a:lnTo>
                    <a:pt x="3153907" y="216779"/>
                  </a:lnTo>
                  <a:lnTo>
                    <a:pt x="3150496" y="210495"/>
                  </a:lnTo>
                  <a:lnTo>
                    <a:pt x="3151274" y="203686"/>
                  </a:lnTo>
                  <a:lnTo>
                    <a:pt x="3155688" y="198225"/>
                  </a:lnTo>
                  <a:lnTo>
                    <a:pt x="3163188" y="195988"/>
                  </a:lnTo>
                  <a:lnTo>
                    <a:pt x="3163188" y="196779"/>
                  </a:lnTo>
                  <a:lnTo>
                    <a:pt x="3169940" y="196779"/>
                  </a:lnTo>
                  <a:lnTo>
                    <a:pt x="3174997" y="201575"/>
                  </a:lnTo>
                  <a:lnTo>
                    <a:pt x="3175831" y="207978"/>
                  </a:lnTo>
                  <a:lnTo>
                    <a:pt x="3175831" y="215532"/>
                  </a:lnTo>
                  <a:lnTo>
                    <a:pt x="3169307" y="220184"/>
                  </a:lnTo>
                  <a:close/>
                </a:path>
                <a:path w="4122420" h="2482215">
                  <a:moveTo>
                    <a:pt x="3320678" y="220184"/>
                  </a:moveTo>
                  <a:lnTo>
                    <a:pt x="3311297" y="220184"/>
                  </a:lnTo>
                  <a:lnTo>
                    <a:pt x="3308212" y="219105"/>
                  </a:lnTo>
                  <a:lnTo>
                    <a:pt x="3305733" y="216779"/>
                  </a:lnTo>
                  <a:lnTo>
                    <a:pt x="3301957" y="210495"/>
                  </a:lnTo>
                  <a:lnTo>
                    <a:pt x="3302683" y="203686"/>
                  </a:lnTo>
                  <a:lnTo>
                    <a:pt x="3307046" y="198225"/>
                  </a:lnTo>
                  <a:lnTo>
                    <a:pt x="3314180" y="195988"/>
                  </a:lnTo>
                  <a:lnTo>
                    <a:pt x="3314180" y="196779"/>
                  </a:lnTo>
                  <a:lnTo>
                    <a:pt x="3320931" y="196779"/>
                  </a:lnTo>
                  <a:lnTo>
                    <a:pt x="3326823" y="201575"/>
                  </a:lnTo>
                  <a:lnTo>
                    <a:pt x="3326823" y="215532"/>
                  </a:lnTo>
                  <a:lnTo>
                    <a:pt x="3320678" y="220184"/>
                  </a:lnTo>
                  <a:close/>
                </a:path>
                <a:path w="4122420" h="2482215">
                  <a:moveTo>
                    <a:pt x="3472505" y="220184"/>
                  </a:moveTo>
                  <a:lnTo>
                    <a:pt x="3462744" y="220184"/>
                  </a:lnTo>
                  <a:lnTo>
                    <a:pt x="3459481" y="219105"/>
                  </a:lnTo>
                  <a:lnTo>
                    <a:pt x="3456725" y="216779"/>
                  </a:lnTo>
                  <a:lnTo>
                    <a:pt x="3453314" y="210151"/>
                  </a:lnTo>
                  <a:lnTo>
                    <a:pt x="3454092" y="203380"/>
                  </a:lnTo>
                  <a:lnTo>
                    <a:pt x="3458506" y="198110"/>
                  </a:lnTo>
                  <a:lnTo>
                    <a:pt x="3466005" y="195988"/>
                  </a:lnTo>
                  <a:lnTo>
                    <a:pt x="3466005" y="196779"/>
                  </a:lnTo>
                  <a:lnTo>
                    <a:pt x="3472757" y="196779"/>
                  </a:lnTo>
                  <a:lnTo>
                    <a:pt x="3478674" y="201575"/>
                  </a:lnTo>
                  <a:lnTo>
                    <a:pt x="3478674" y="215532"/>
                  </a:lnTo>
                  <a:lnTo>
                    <a:pt x="3472505" y="220184"/>
                  </a:lnTo>
                  <a:close/>
                </a:path>
                <a:path w="4122420" h="2482215">
                  <a:moveTo>
                    <a:pt x="3548038" y="220184"/>
                  </a:moveTo>
                  <a:lnTo>
                    <a:pt x="3538277" y="220184"/>
                  </a:lnTo>
                  <a:lnTo>
                    <a:pt x="3535116" y="219105"/>
                  </a:lnTo>
                  <a:lnTo>
                    <a:pt x="3532638" y="216779"/>
                  </a:lnTo>
                  <a:lnTo>
                    <a:pt x="3529227" y="210495"/>
                  </a:lnTo>
                  <a:lnTo>
                    <a:pt x="3530005" y="203686"/>
                  </a:lnTo>
                  <a:lnTo>
                    <a:pt x="3534420" y="198225"/>
                  </a:lnTo>
                  <a:lnTo>
                    <a:pt x="3541919" y="195988"/>
                  </a:lnTo>
                  <a:lnTo>
                    <a:pt x="3541919" y="196779"/>
                  </a:lnTo>
                  <a:lnTo>
                    <a:pt x="3548670" y="196779"/>
                  </a:lnTo>
                  <a:lnTo>
                    <a:pt x="3553728" y="201575"/>
                  </a:lnTo>
                  <a:lnTo>
                    <a:pt x="3554588" y="207978"/>
                  </a:lnTo>
                  <a:lnTo>
                    <a:pt x="3554588" y="215532"/>
                  </a:lnTo>
                  <a:lnTo>
                    <a:pt x="3548038" y="220184"/>
                  </a:lnTo>
                  <a:close/>
                </a:path>
                <a:path w="4122420" h="2482215">
                  <a:moveTo>
                    <a:pt x="3623496" y="220184"/>
                  </a:moveTo>
                  <a:lnTo>
                    <a:pt x="3614114" y="220184"/>
                  </a:lnTo>
                  <a:lnTo>
                    <a:pt x="3611030" y="219105"/>
                  </a:lnTo>
                  <a:lnTo>
                    <a:pt x="3608576" y="216779"/>
                  </a:lnTo>
                  <a:lnTo>
                    <a:pt x="3604803" y="210151"/>
                  </a:lnTo>
                  <a:lnTo>
                    <a:pt x="3605621" y="203380"/>
                  </a:lnTo>
                  <a:lnTo>
                    <a:pt x="3610237" y="198110"/>
                  </a:lnTo>
                  <a:lnTo>
                    <a:pt x="3617857" y="195988"/>
                  </a:lnTo>
                  <a:lnTo>
                    <a:pt x="3617857" y="196779"/>
                  </a:lnTo>
                  <a:lnTo>
                    <a:pt x="3624583" y="196779"/>
                  </a:lnTo>
                  <a:lnTo>
                    <a:pt x="3629666" y="201575"/>
                  </a:lnTo>
                  <a:lnTo>
                    <a:pt x="3629666" y="215532"/>
                  </a:lnTo>
                  <a:lnTo>
                    <a:pt x="3623496" y="220184"/>
                  </a:lnTo>
                  <a:close/>
                </a:path>
                <a:path w="4122420" h="2482215">
                  <a:moveTo>
                    <a:pt x="3699409" y="220184"/>
                  </a:moveTo>
                  <a:lnTo>
                    <a:pt x="3690027" y="220184"/>
                  </a:lnTo>
                  <a:lnTo>
                    <a:pt x="3686942" y="219105"/>
                  </a:lnTo>
                  <a:lnTo>
                    <a:pt x="3684490" y="216779"/>
                  </a:lnTo>
                  <a:lnTo>
                    <a:pt x="3680702" y="210495"/>
                  </a:lnTo>
                  <a:lnTo>
                    <a:pt x="3681427" y="203686"/>
                  </a:lnTo>
                  <a:lnTo>
                    <a:pt x="3685787" y="198225"/>
                  </a:lnTo>
                  <a:lnTo>
                    <a:pt x="3692910" y="195988"/>
                  </a:lnTo>
                  <a:lnTo>
                    <a:pt x="3692910" y="196779"/>
                  </a:lnTo>
                  <a:lnTo>
                    <a:pt x="3699662" y="196779"/>
                  </a:lnTo>
                  <a:lnTo>
                    <a:pt x="3705579" y="201575"/>
                  </a:lnTo>
                  <a:lnTo>
                    <a:pt x="3705579" y="215532"/>
                  </a:lnTo>
                  <a:lnTo>
                    <a:pt x="3699409" y="220184"/>
                  </a:lnTo>
                  <a:close/>
                </a:path>
                <a:path w="4122420" h="2482215">
                  <a:moveTo>
                    <a:pt x="3851261" y="220184"/>
                  </a:moveTo>
                  <a:lnTo>
                    <a:pt x="3841474" y="220184"/>
                  </a:lnTo>
                  <a:lnTo>
                    <a:pt x="3838213" y="219105"/>
                  </a:lnTo>
                  <a:lnTo>
                    <a:pt x="3835481" y="216779"/>
                  </a:lnTo>
                  <a:lnTo>
                    <a:pt x="3832059" y="210151"/>
                  </a:lnTo>
                  <a:lnTo>
                    <a:pt x="3832839" y="203380"/>
                  </a:lnTo>
                  <a:lnTo>
                    <a:pt x="3837259" y="198110"/>
                  </a:lnTo>
                  <a:lnTo>
                    <a:pt x="3844762" y="195988"/>
                  </a:lnTo>
                  <a:lnTo>
                    <a:pt x="3844762" y="196779"/>
                  </a:lnTo>
                  <a:lnTo>
                    <a:pt x="3851488" y="196779"/>
                  </a:lnTo>
                  <a:lnTo>
                    <a:pt x="3857405" y="201575"/>
                  </a:lnTo>
                  <a:lnTo>
                    <a:pt x="3857405" y="215532"/>
                  </a:lnTo>
                  <a:lnTo>
                    <a:pt x="3851261" y="220184"/>
                  </a:lnTo>
                  <a:close/>
                </a:path>
                <a:path w="4122420" h="2482215">
                  <a:moveTo>
                    <a:pt x="3926769" y="220184"/>
                  </a:moveTo>
                  <a:lnTo>
                    <a:pt x="3917033" y="220184"/>
                  </a:lnTo>
                  <a:lnTo>
                    <a:pt x="3913847" y="219105"/>
                  </a:lnTo>
                  <a:lnTo>
                    <a:pt x="3911394" y="216779"/>
                  </a:lnTo>
                  <a:lnTo>
                    <a:pt x="3907983" y="210495"/>
                  </a:lnTo>
                  <a:lnTo>
                    <a:pt x="3908761" y="203686"/>
                  </a:lnTo>
                  <a:lnTo>
                    <a:pt x="3913176" y="198225"/>
                  </a:lnTo>
                  <a:lnTo>
                    <a:pt x="3920675" y="195988"/>
                  </a:lnTo>
                  <a:lnTo>
                    <a:pt x="3920675" y="196779"/>
                  </a:lnTo>
                  <a:lnTo>
                    <a:pt x="3927426" y="196779"/>
                  </a:lnTo>
                  <a:lnTo>
                    <a:pt x="3932484" y="201575"/>
                  </a:lnTo>
                  <a:lnTo>
                    <a:pt x="3933319" y="207978"/>
                  </a:lnTo>
                  <a:lnTo>
                    <a:pt x="3933319" y="215532"/>
                  </a:lnTo>
                  <a:lnTo>
                    <a:pt x="3926769" y="220184"/>
                  </a:lnTo>
                  <a:close/>
                </a:path>
                <a:path w="4122420" h="2482215">
                  <a:moveTo>
                    <a:pt x="2408507" y="220567"/>
                  </a:moveTo>
                  <a:lnTo>
                    <a:pt x="2399126" y="220567"/>
                  </a:lnTo>
                  <a:lnTo>
                    <a:pt x="2393057" y="215748"/>
                  </a:lnTo>
                  <a:lnTo>
                    <a:pt x="2393057" y="201575"/>
                  </a:lnTo>
                  <a:lnTo>
                    <a:pt x="2398114" y="196779"/>
                  </a:lnTo>
                  <a:lnTo>
                    <a:pt x="2405701" y="196779"/>
                  </a:lnTo>
                  <a:lnTo>
                    <a:pt x="2412834" y="198893"/>
                  </a:lnTo>
                  <a:lnTo>
                    <a:pt x="2417197" y="204081"/>
                  </a:lnTo>
                  <a:lnTo>
                    <a:pt x="2417923" y="210619"/>
                  </a:lnTo>
                  <a:lnTo>
                    <a:pt x="2414146" y="216779"/>
                  </a:lnTo>
                  <a:lnTo>
                    <a:pt x="2411643" y="219416"/>
                  </a:lnTo>
                  <a:lnTo>
                    <a:pt x="2408507" y="220567"/>
                  </a:lnTo>
                  <a:close/>
                </a:path>
                <a:path w="4122420" h="2482215">
                  <a:moveTo>
                    <a:pt x="2488214" y="220567"/>
                  </a:moveTo>
                  <a:lnTo>
                    <a:pt x="2478453" y="220567"/>
                  </a:lnTo>
                  <a:lnTo>
                    <a:pt x="2475115" y="219416"/>
                  </a:lnTo>
                  <a:lnTo>
                    <a:pt x="2472358" y="216779"/>
                  </a:lnTo>
                  <a:lnTo>
                    <a:pt x="2469054" y="210619"/>
                  </a:lnTo>
                  <a:lnTo>
                    <a:pt x="2470026" y="204081"/>
                  </a:lnTo>
                  <a:lnTo>
                    <a:pt x="2474478" y="198893"/>
                  </a:lnTo>
                  <a:lnTo>
                    <a:pt x="2481614" y="196779"/>
                  </a:lnTo>
                  <a:lnTo>
                    <a:pt x="2482069" y="196731"/>
                  </a:lnTo>
                  <a:lnTo>
                    <a:pt x="2482903" y="196707"/>
                  </a:lnTo>
                  <a:lnTo>
                    <a:pt x="2489098" y="196707"/>
                  </a:lnTo>
                  <a:lnTo>
                    <a:pt x="2494283" y="202031"/>
                  </a:lnTo>
                  <a:lnTo>
                    <a:pt x="2494283" y="215748"/>
                  </a:lnTo>
                  <a:lnTo>
                    <a:pt x="2488214" y="220567"/>
                  </a:lnTo>
                  <a:close/>
                </a:path>
                <a:path w="4122420" h="2482215">
                  <a:moveTo>
                    <a:pt x="2564126" y="220567"/>
                  </a:moveTo>
                  <a:lnTo>
                    <a:pt x="2554745" y="220567"/>
                  </a:lnTo>
                  <a:lnTo>
                    <a:pt x="2551609" y="219416"/>
                  </a:lnTo>
                  <a:lnTo>
                    <a:pt x="2549106" y="216779"/>
                  </a:lnTo>
                  <a:lnTo>
                    <a:pt x="2545319" y="210619"/>
                  </a:lnTo>
                  <a:lnTo>
                    <a:pt x="2546046" y="204081"/>
                  </a:lnTo>
                  <a:lnTo>
                    <a:pt x="2550415" y="198893"/>
                  </a:lnTo>
                  <a:lnTo>
                    <a:pt x="2557552" y="196779"/>
                  </a:lnTo>
                  <a:lnTo>
                    <a:pt x="2556692" y="196779"/>
                  </a:lnTo>
                  <a:lnTo>
                    <a:pt x="2557173" y="196731"/>
                  </a:lnTo>
                  <a:lnTo>
                    <a:pt x="2558133" y="196707"/>
                  </a:lnTo>
                  <a:lnTo>
                    <a:pt x="2565012" y="196707"/>
                  </a:lnTo>
                  <a:lnTo>
                    <a:pt x="2570196" y="202031"/>
                  </a:lnTo>
                  <a:lnTo>
                    <a:pt x="2570196" y="215748"/>
                  </a:lnTo>
                  <a:lnTo>
                    <a:pt x="2564126" y="220567"/>
                  </a:lnTo>
                  <a:close/>
                </a:path>
                <a:path w="4122420" h="2482215">
                  <a:moveTo>
                    <a:pt x="2640040" y="220567"/>
                  </a:moveTo>
                  <a:lnTo>
                    <a:pt x="2630279" y="220567"/>
                  </a:lnTo>
                  <a:lnTo>
                    <a:pt x="2626966" y="219416"/>
                  </a:lnTo>
                  <a:lnTo>
                    <a:pt x="2624184" y="216779"/>
                  </a:lnTo>
                  <a:lnTo>
                    <a:pt x="2620891" y="210619"/>
                  </a:lnTo>
                  <a:lnTo>
                    <a:pt x="2621864" y="204081"/>
                  </a:lnTo>
                  <a:lnTo>
                    <a:pt x="2626318" y="198893"/>
                  </a:lnTo>
                  <a:lnTo>
                    <a:pt x="2633465" y="196779"/>
                  </a:lnTo>
                  <a:lnTo>
                    <a:pt x="2632605" y="196779"/>
                  </a:lnTo>
                  <a:lnTo>
                    <a:pt x="2633111" y="196731"/>
                  </a:lnTo>
                  <a:lnTo>
                    <a:pt x="2634047" y="196707"/>
                  </a:lnTo>
                  <a:lnTo>
                    <a:pt x="2640950" y="196707"/>
                  </a:lnTo>
                  <a:lnTo>
                    <a:pt x="2646108" y="202031"/>
                  </a:lnTo>
                  <a:lnTo>
                    <a:pt x="2646108" y="215748"/>
                  </a:lnTo>
                  <a:lnTo>
                    <a:pt x="2640040" y="220567"/>
                  </a:lnTo>
                  <a:close/>
                </a:path>
                <a:path w="4122420" h="2482215">
                  <a:moveTo>
                    <a:pt x="2715953" y="220567"/>
                  </a:moveTo>
                  <a:lnTo>
                    <a:pt x="2706571" y="220567"/>
                  </a:lnTo>
                  <a:lnTo>
                    <a:pt x="2703436" y="219416"/>
                  </a:lnTo>
                  <a:lnTo>
                    <a:pt x="2700932" y="216779"/>
                  </a:lnTo>
                  <a:lnTo>
                    <a:pt x="2697156" y="210619"/>
                  </a:lnTo>
                  <a:lnTo>
                    <a:pt x="2697882" y="204081"/>
                  </a:lnTo>
                  <a:lnTo>
                    <a:pt x="2702244" y="198893"/>
                  </a:lnTo>
                  <a:lnTo>
                    <a:pt x="2709378" y="196779"/>
                  </a:lnTo>
                  <a:lnTo>
                    <a:pt x="2708544" y="196779"/>
                  </a:lnTo>
                  <a:lnTo>
                    <a:pt x="2709024" y="196731"/>
                  </a:lnTo>
                  <a:lnTo>
                    <a:pt x="2709960" y="196707"/>
                  </a:lnTo>
                  <a:lnTo>
                    <a:pt x="2716863" y="196707"/>
                  </a:lnTo>
                  <a:lnTo>
                    <a:pt x="2722022" y="202031"/>
                  </a:lnTo>
                  <a:lnTo>
                    <a:pt x="2722022" y="215748"/>
                  </a:lnTo>
                  <a:lnTo>
                    <a:pt x="2715953" y="220567"/>
                  </a:lnTo>
                  <a:close/>
                </a:path>
                <a:path w="4122420" h="2482215">
                  <a:moveTo>
                    <a:pt x="3017177" y="220567"/>
                  </a:moveTo>
                  <a:lnTo>
                    <a:pt x="3007720" y="220567"/>
                  </a:lnTo>
                  <a:lnTo>
                    <a:pt x="3004584" y="219416"/>
                  </a:lnTo>
                  <a:lnTo>
                    <a:pt x="3002081" y="216779"/>
                  </a:lnTo>
                  <a:lnTo>
                    <a:pt x="2998307" y="210619"/>
                  </a:lnTo>
                  <a:lnTo>
                    <a:pt x="2999126" y="204081"/>
                  </a:lnTo>
                  <a:lnTo>
                    <a:pt x="3003742" y="198893"/>
                  </a:lnTo>
                  <a:lnTo>
                    <a:pt x="3011362" y="196779"/>
                  </a:lnTo>
                  <a:lnTo>
                    <a:pt x="3018113" y="196779"/>
                  </a:lnTo>
                  <a:lnTo>
                    <a:pt x="3024005" y="202367"/>
                  </a:lnTo>
                  <a:lnTo>
                    <a:pt x="3024005" y="208769"/>
                  </a:lnTo>
                  <a:lnTo>
                    <a:pt x="3023449" y="215748"/>
                  </a:lnTo>
                  <a:lnTo>
                    <a:pt x="3017177" y="220567"/>
                  </a:lnTo>
                  <a:close/>
                </a:path>
                <a:path w="4122420" h="2482215">
                  <a:moveTo>
                    <a:pt x="3244841" y="220567"/>
                  </a:moveTo>
                  <a:lnTo>
                    <a:pt x="3235459" y="220567"/>
                  </a:lnTo>
                  <a:lnTo>
                    <a:pt x="3232323" y="219416"/>
                  </a:lnTo>
                  <a:lnTo>
                    <a:pt x="3229820" y="216779"/>
                  </a:lnTo>
                  <a:lnTo>
                    <a:pt x="3226057" y="210619"/>
                  </a:lnTo>
                  <a:lnTo>
                    <a:pt x="3226874" y="204081"/>
                  </a:lnTo>
                  <a:lnTo>
                    <a:pt x="3231484" y="198893"/>
                  </a:lnTo>
                  <a:lnTo>
                    <a:pt x="3239101" y="196779"/>
                  </a:lnTo>
                  <a:lnTo>
                    <a:pt x="3245852" y="196779"/>
                  </a:lnTo>
                  <a:lnTo>
                    <a:pt x="3250910" y="202367"/>
                  </a:lnTo>
                  <a:lnTo>
                    <a:pt x="3250910" y="215748"/>
                  </a:lnTo>
                  <a:lnTo>
                    <a:pt x="3244841" y="220567"/>
                  </a:lnTo>
                  <a:close/>
                </a:path>
                <a:path w="4122420" h="2482215">
                  <a:moveTo>
                    <a:pt x="3397148" y="220567"/>
                  </a:moveTo>
                  <a:lnTo>
                    <a:pt x="3387387" y="220567"/>
                  </a:lnTo>
                  <a:lnTo>
                    <a:pt x="3384150" y="219416"/>
                  </a:lnTo>
                  <a:lnTo>
                    <a:pt x="3381672" y="216779"/>
                  </a:lnTo>
                  <a:lnTo>
                    <a:pt x="3377894" y="210619"/>
                  </a:lnTo>
                  <a:lnTo>
                    <a:pt x="3378704" y="204081"/>
                  </a:lnTo>
                  <a:lnTo>
                    <a:pt x="3383311" y="198893"/>
                  </a:lnTo>
                  <a:lnTo>
                    <a:pt x="3390926" y="196779"/>
                  </a:lnTo>
                  <a:lnTo>
                    <a:pt x="3390092" y="196779"/>
                  </a:lnTo>
                  <a:lnTo>
                    <a:pt x="3390573" y="196731"/>
                  </a:lnTo>
                  <a:lnTo>
                    <a:pt x="3391533" y="196707"/>
                  </a:lnTo>
                  <a:lnTo>
                    <a:pt x="3398412" y="196707"/>
                  </a:lnTo>
                  <a:lnTo>
                    <a:pt x="3403596" y="202031"/>
                  </a:lnTo>
                  <a:lnTo>
                    <a:pt x="3403596" y="215748"/>
                  </a:lnTo>
                  <a:lnTo>
                    <a:pt x="3397148" y="220567"/>
                  </a:lnTo>
                  <a:close/>
                </a:path>
                <a:path w="4122420" h="2482215">
                  <a:moveTo>
                    <a:pt x="4002328" y="220567"/>
                  </a:moveTo>
                  <a:lnTo>
                    <a:pt x="3992946" y="220567"/>
                  </a:lnTo>
                  <a:lnTo>
                    <a:pt x="3989811" y="219416"/>
                  </a:lnTo>
                  <a:lnTo>
                    <a:pt x="3987307" y="216779"/>
                  </a:lnTo>
                  <a:lnTo>
                    <a:pt x="3983520" y="210619"/>
                  </a:lnTo>
                  <a:lnTo>
                    <a:pt x="3984247" y="204081"/>
                  </a:lnTo>
                  <a:lnTo>
                    <a:pt x="3988616" y="198893"/>
                  </a:lnTo>
                  <a:lnTo>
                    <a:pt x="3995753" y="196779"/>
                  </a:lnTo>
                  <a:lnTo>
                    <a:pt x="4003340" y="196779"/>
                  </a:lnTo>
                  <a:lnTo>
                    <a:pt x="4008397" y="201575"/>
                  </a:lnTo>
                  <a:lnTo>
                    <a:pt x="4008397" y="215748"/>
                  </a:lnTo>
                  <a:lnTo>
                    <a:pt x="4002328" y="220567"/>
                  </a:lnTo>
                  <a:close/>
                </a:path>
                <a:path w="4122420" h="2482215">
                  <a:moveTo>
                    <a:pt x="4078241" y="220567"/>
                  </a:moveTo>
                  <a:lnTo>
                    <a:pt x="4068480" y="220567"/>
                  </a:lnTo>
                  <a:lnTo>
                    <a:pt x="4065167" y="219416"/>
                  </a:lnTo>
                  <a:lnTo>
                    <a:pt x="4062386" y="216779"/>
                  </a:lnTo>
                  <a:lnTo>
                    <a:pt x="4059092" y="210619"/>
                  </a:lnTo>
                  <a:lnTo>
                    <a:pt x="4060066" y="204081"/>
                  </a:lnTo>
                  <a:lnTo>
                    <a:pt x="4064519" y="198893"/>
                  </a:lnTo>
                  <a:lnTo>
                    <a:pt x="4071666" y="196779"/>
                  </a:lnTo>
                  <a:lnTo>
                    <a:pt x="4078418" y="196779"/>
                  </a:lnTo>
                  <a:lnTo>
                    <a:pt x="4084310" y="202367"/>
                  </a:lnTo>
                  <a:lnTo>
                    <a:pt x="4084310" y="215748"/>
                  </a:lnTo>
                  <a:lnTo>
                    <a:pt x="4078241" y="220567"/>
                  </a:lnTo>
                  <a:close/>
                </a:path>
                <a:path w="4122420" h="2482215">
                  <a:moveTo>
                    <a:pt x="3775094" y="220807"/>
                  </a:moveTo>
                  <a:lnTo>
                    <a:pt x="3765308" y="220807"/>
                  </a:lnTo>
                  <a:lnTo>
                    <a:pt x="3762198" y="219824"/>
                  </a:lnTo>
                  <a:lnTo>
                    <a:pt x="3759568" y="217570"/>
                  </a:lnTo>
                  <a:lnTo>
                    <a:pt x="3756263" y="210953"/>
                  </a:lnTo>
                  <a:lnTo>
                    <a:pt x="3757235" y="204180"/>
                  </a:lnTo>
                  <a:lnTo>
                    <a:pt x="3761688" y="198905"/>
                  </a:lnTo>
                  <a:lnTo>
                    <a:pt x="3768823" y="196779"/>
                  </a:lnTo>
                  <a:lnTo>
                    <a:pt x="3775575" y="196779"/>
                  </a:lnTo>
                  <a:lnTo>
                    <a:pt x="3781492" y="202367"/>
                  </a:lnTo>
                  <a:lnTo>
                    <a:pt x="3781492" y="215939"/>
                  </a:lnTo>
                  <a:lnTo>
                    <a:pt x="3775094" y="220807"/>
                  </a:lnTo>
                  <a:close/>
                </a:path>
                <a:path w="4122420" h="2482215">
                  <a:moveTo>
                    <a:pt x="1116645" y="222174"/>
                  </a:moveTo>
                  <a:lnTo>
                    <a:pt x="1106884" y="222174"/>
                  </a:lnTo>
                  <a:lnTo>
                    <a:pt x="1103571" y="220999"/>
                  </a:lnTo>
                  <a:lnTo>
                    <a:pt x="1100790" y="218385"/>
                  </a:lnTo>
                  <a:lnTo>
                    <a:pt x="1097379" y="212215"/>
                  </a:lnTo>
                  <a:lnTo>
                    <a:pt x="1098157" y="205679"/>
                  </a:lnTo>
                  <a:lnTo>
                    <a:pt x="1102571" y="200496"/>
                  </a:lnTo>
                  <a:lnTo>
                    <a:pt x="1110070" y="198386"/>
                  </a:lnTo>
                  <a:lnTo>
                    <a:pt x="1116822" y="198386"/>
                  </a:lnTo>
                  <a:lnTo>
                    <a:pt x="1122714" y="203182"/>
                  </a:lnTo>
                  <a:lnTo>
                    <a:pt x="1122714" y="217354"/>
                  </a:lnTo>
                  <a:lnTo>
                    <a:pt x="1116645" y="222174"/>
                  </a:lnTo>
                  <a:close/>
                </a:path>
                <a:path w="4122420" h="2482215">
                  <a:moveTo>
                    <a:pt x="1189346" y="222366"/>
                  </a:moveTo>
                  <a:lnTo>
                    <a:pt x="1185983" y="222366"/>
                  </a:lnTo>
                  <a:lnTo>
                    <a:pt x="1177701" y="219767"/>
                  </a:lnTo>
                  <a:lnTo>
                    <a:pt x="1173532" y="213568"/>
                  </a:lnTo>
                  <a:lnTo>
                    <a:pt x="1174109" y="206169"/>
                  </a:lnTo>
                  <a:lnTo>
                    <a:pt x="1180066" y="199969"/>
                  </a:lnTo>
                  <a:lnTo>
                    <a:pt x="1185983" y="206371"/>
                  </a:lnTo>
                  <a:lnTo>
                    <a:pt x="1189346" y="210376"/>
                  </a:lnTo>
                  <a:lnTo>
                    <a:pt x="1196098" y="216779"/>
                  </a:lnTo>
                  <a:lnTo>
                    <a:pt x="1193569" y="220783"/>
                  </a:lnTo>
                  <a:lnTo>
                    <a:pt x="1189346" y="222366"/>
                  </a:lnTo>
                  <a:close/>
                </a:path>
                <a:path w="4122420" h="2482215">
                  <a:moveTo>
                    <a:pt x="4099483" y="251981"/>
                  </a:moveTo>
                  <a:lnTo>
                    <a:pt x="4097814" y="249559"/>
                  </a:lnTo>
                  <a:lnTo>
                    <a:pt x="4096954" y="247161"/>
                  </a:lnTo>
                  <a:lnTo>
                    <a:pt x="4096954" y="240783"/>
                  </a:lnTo>
                  <a:lnTo>
                    <a:pt x="4098648" y="237569"/>
                  </a:lnTo>
                  <a:lnTo>
                    <a:pt x="4102037" y="235171"/>
                  </a:lnTo>
                  <a:lnTo>
                    <a:pt x="4099483" y="251981"/>
                  </a:lnTo>
                  <a:close/>
                </a:path>
                <a:path w="4122420" h="2482215">
                  <a:moveTo>
                    <a:pt x="2377024" y="252773"/>
                  </a:moveTo>
                  <a:lnTo>
                    <a:pt x="2359323" y="235963"/>
                  </a:lnTo>
                  <a:lnTo>
                    <a:pt x="2361852" y="233565"/>
                  </a:lnTo>
                  <a:lnTo>
                    <a:pt x="2364381" y="232773"/>
                  </a:lnTo>
                  <a:lnTo>
                    <a:pt x="2374496" y="232773"/>
                  </a:lnTo>
                  <a:lnTo>
                    <a:pt x="2380413" y="237569"/>
                  </a:lnTo>
                  <a:lnTo>
                    <a:pt x="2380413" y="247161"/>
                  </a:lnTo>
                  <a:lnTo>
                    <a:pt x="2378719" y="250375"/>
                  </a:lnTo>
                  <a:lnTo>
                    <a:pt x="2377024" y="252773"/>
                  </a:lnTo>
                  <a:close/>
                </a:path>
                <a:path w="4122420" h="2482215">
                  <a:moveTo>
                    <a:pt x="2974948" y="256034"/>
                  </a:moveTo>
                  <a:lnTo>
                    <a:pt x="2974441" y="256034"/>
                  </a:lnTo>
                  <a:lnTo>
                    <a:pt x="2973405" y="255962"/>
                  </a:lnTo>
                  <a:lnTo>
                    <a:pt x="2964856" y="252104"/>
                  </a:lnTo>
                  <a:lnTo>
                    <a:pt x="2962006" y="244269"/>
                  </a:lnTo>
                  <a:lnTo>
                    <a:pt x="2964856" y="236285"/>
                  </a:lnTo>
                  <a:lnTo>
                    <a:pt x="2973405" y="231982"/>
                  </a:lnTo>
                  <a:lnTo>
                    <a:pt x="2973936" y="231934"/>
                  </a:lnTo>
                  <a:lnTo>
                    <a:pt x="2974948" y="231910"/>
                  </a:lnTo>
                  <a:lnTo>
                    <a:pt x="2984222" y="235679"/>
                  </a:lnTo>
                  <a:lnTo>
                    <a:pt x="2987313" y="243972"/>
                  </a:lnTo>
                  <a:lnTo>
                    <a:pt x="2984222" y="252265"/>
                  </a:lnTo>
                  <a:lnTo>
                    <a:pt x="2974948" y="256034"/>
                  </a:lnTo>
                  <a:close/>
                </a:path>
                <a:path w="4122420" h="2482215">
                  <a:moveTo>
                    <a:pt x="3353678" y="256034"/>
                  </a:moveTo>
                  <a:lnTo>
                    <a:pt x="3353173" y="256034"/>
                  </a:lnTo>
                  <a:lnTo>
                    <a:pt x="3352136" y="255962"/>
                  </a:lnTo>
                  <a:lnTo>
                    <a:pt x="3343601" y="252104"/>
                  </a:lnTo>
                  <a:lnTo>
                    <a:pt x="3340756" y="244269"/>
                  </a:lnTo>
                  <a:lnTo>
                    <a:pt x="3343601" y="236285"/>
                  </a:lnTo>
                  <a:lnTo>
                    <a:pt x="3352136" y="231982"/>
                  </a:lnTo>
                  <a:lnTo>
                    <a:pt x="3352667" y="231934"/>
                  </a:lnTo>
                  <a:lnTo>
                    <a:pt x="3353678" y="231910"/>
                  </a:lnTo>
                  <a:lnTo>
                    <a:pt x="3362967" y="235679"/>
                  </a:lnTo>
                  <a:lnTo>
                    <a:pt x="3366063" y="243972"/>
                  </a:lnTo>
                  <a:lnTo>
                    <a:pt x="3362967" y="252265"/>
                  </a:lnTo>
                  <a:lnTo>
                    <a:pt x="3353678" y="256034"/>
                  </a:lnTo>
                  <a:close/>
                </a:path>
                <a:path w="4122420" h="2482215">
                  <a:moveTo>
                    <a:pt x="3581367" y="256034"/>
                  </a:moveTo>
                  <a:lnTo>
                    <a:pt x="3580887" y="256034"/>
                  </a:lnTo>
                  <a:lnTo>
                    <a:pt x="3579875" y="255962"/>
                  </a:lnTo>
                  <a:lnTo>
                    <a:pt x="3570871" y="252104"/>
                  </a:lnTo>
                  <a:lnTo>
                    <a:pt x="3567870" y="244269"/>
                  </a:lnTo>
                  <a:lnTo>
                    <a:pt x="3570871" y="236285"/>
                  </a:lnTo>
                  <a:lnTo>
                    <a:pt x="3579875" y="231982"/>
                  </a:lnTo>
                  <a:lnTo>
                    <a:pt x="3580406" y="231934"/>
                  </a:lnTo>
                  <a:lnTo>
                    <a:pt x="3581367" y="231910"/>
                  </a:lnTo>
                  <a:lnTo>
                    <a:pt x="3590229" y="235679"/>
                  </a:lnTo>
                  <a:lnTo>
                    <a:pt x="3593183" y="243972"/>
                  </a:lnTo>
                  <a:lnTo>
                    <a:pt x="3590229" y="252265"/>
                  </a:lnTo>
                  <a:lnTo>
                    <a:pt x="3581367" y="256034"/>
                  </a:lnTo>
                  <a:close/>
                </a:path>
                <a:path w="4122420" h="2482215">
                  <a:moveTo>
                    <a:pt x="3732434" y="256034"/>
                  </a:moveTo>
                  <a:lnTo>
                    <a:pt x="3731929" y="256034"/>
                  </a:lnTo>
                  <a:lnTo>
                    <a:pt x="3730866" y="255962"/>
                  </a:lnTo>
                  <a:lnTo>
                    <a:pt x="3722332" y="252104"/>
                  </a:lnTo>
                  <a:lnTo>
                    <a:pt x="3719487" y="244269"/>
                  </a:lnTo>
                  <a:lnTo>
                    <a:pt x="3722332" y="236285"/>
                  </a:lnTo>
                  <a:lnTo>
                    <a:pt x="3730866" y="231982"/>
                  </a:lnTo>
                  <a:lnTo>
                    <a:pt x="3731398" y="231934"/>
                  </a:lnTo>
                  <a:lnTo>
                    <a:pt x="3732434" y="231910"/>
                  </a:lnTo>
                  <a:lnTo>
                    <a:pt x="3741708" y="235679"/>
                  </a:lnTo>
                  <a:lnTo>
                    <a:pt x="3744800" y="243972"/>
                  </a:lnTo>
                  <a:lnTo>
                    <a:pt x="3741708" y="252265"/>
                  </a:lnTo>
                  <a:lnTo>
                    <a:pt x="3732434" y="256034"/>
                  </a:lnTo>
                  <a:close/>
                </a:path>
                <a:path w="4122420" h="2482215">
                  <a:moveTo>
                    <a:pt x="3959339" y="256034"/>
                  </a:moveTo>
                  <a:lnTo>
                    <a:pt x="3958833" y="256034"/>
                  </a:lnTo>
                  <a:lnTo>
                    <a:pt x="3957772" y="255962"/>
                  </a:lnTo>
                  <a:lnTo>
                    <a:pt x="3949237" y="252104"/>
                  </a:lnTo>
                  <a:lnTo>
                    <a:pt x="3946392" y="244269"/>
                  </a:lnTo>
                  <a:lnTo>
                    <a:pt x="3949237" y="236285"/>
                  </a:lnTo>
                  <a:lnTo>
                    <a:pt x="3957772" y="231982"/>
                  </a:lnTo>
                  <a:lnTo>
                    <a:pt x="3958302" y="231934"/>
                  </a:lnTo>
                  <a:lnTo>
                    <a:pt x="3959339" y="231910"/>
                  </a:lnTo>
                  <a:lnTo>
                    <a:pt x="3968613" y="235679"/>
                  </a:lnTo>
                  <a:lnTo>
                    <a:pt x="3971705" y="243972"/>
                  </a:lnTo>
                  <a:lnTo>
                    <a:pt x="3968613" y="252265"/>
                  </a:lnTo>
                  <a:lnTo>
                    <a:pt x="3959339" y="256034"/>
                  </a:lnTo>
                  <a:close/>
                </a:path>
                <a:path w="4122420" h="2482215">
                  <a:moveTo>
                    <a:pt x="2828432" y="256178"/>
                  </a:moveTo>
                  <a:lnTo>
                    <a:pt x="2818772" y="256178"/>
                  </a:lnTo>
                  <a:lnTo>
                    <a:pt x="2815586" y="255099"/>
                  </a:lnTo>
                  <a:lnTo>
                    <a:pt x="2813133" y="252773"/>
                  </a:lnTo>
                  <a:lnTo>
                    <a:pt x="2809359" y="246145"/>
                  </a:lnTo>
                  <a:lnTo>
                    <a:pt x="2810177" y="239374"/>
                  </a:lnTo>
                  <a:lnTo>
                    <a:pt x="2814793" y="234104"/>
                  </a:lnTo>
                  <a:lnTo>
                    <a:pt x="2822413" y="231982"/>
                  </a:lnTo>
                  <a:lnTo>
                    <a:pt x="2822413" y="232773"/>
                  </a:lnTo>
                  <a:lnTo>
                    <a:pt x="2829165" y="232773"/>
                  </a:lnTo>
                  <a:lnTo>
                    <a:pt x="2834223" y="237569"/>
                  </a:lnTo>
                  <a:lnTo>
                    <a:pt x="2834223" y="243972"/>
                  </a:lnTo>
                  <a:lnTo>
                    <a:pt x="2834779" y="251526"/>
                  </a:lnTo>
                  <a:lnTo>
                    <a:pt x="2828432" y="256178"/>
                  </a:lnTo>
                  <a:close/>
                </a:path>
                <a:path w="4122420" h="2482215">
                  <a:moveTo>
                    <a:pt x="2903965" y="256178"/>
                  </a:moveTo>
                  <a:lnTo>
                    <a:pt x="2894583" y="256178"/>
                  </a:lnTo>
                  <a:lnTo>
                    <a:pt x="2891498" y="255099"/>
                  </a:lnTo>
                  <a:lnTo>
                    <a:pt x="2889046" y="252773"/>
                  </a:lnTo>
                  <a:lnTo>
                    <a:pt x="2885259" y="246145"/>
                  </a:lnTo>
                  <a:lnTo>
                    <a:pt x="2885986" y="239374"/>
                  </a:lnTo>
                  <a:lnTo>
                    <a:pt x="2890355" y="234104"/>
                  </a:lnTo>
                  <a:lnTo>
                    <a:pt x="2897492" y="231982"/>
                  </a:lnTo>
                  <a:lnTo>
                    <a:pt x="2897492" y="232773"/>
                  </a:lnTo>
                  <a:lnTo>
                    <a:pt x="2904219" y="232773"/>
                  </a:lnTo>
                  <a:lnTo>
                    <a:pt x="2910136" y="237569"/>
                  </a:lnTo>
                  <a:lnTo>
                    <a:pt x="2910136" y="251526"/>
                  </a:lnTo>
                  <a:lnTo>
                    <a:pt x="2903965" y="256178"/>
                  </a:lnTo>
                  <a:close/>
                </a:path>
                <a:path w="4122420" h="2482215">
                  <a:moveTo>
                    <a:pt x="3131730" y="256178"/>
                  </a:moveTo>
                  <a:lnTo>
                    <a:pt x="3121969" y="256178"/>
                  </a:lnTo>
                  <a:lnTo>
                    <a:pt x="3118682" y="255099"/>
                  </a:lnTo>
                  <a:lnTo>
                    <a:pt x="3115951" y="252773"/>
                  </a:lnTo>
                  <a:lnTo>
                    <a:pt x="3112539" y="246489"/>
                  </a:lnTo>
                  <a:lnTo>
                    <a:pt x="3113317" y="239680"/>
                  </a:lnTo>
                  <a:lnTo>
                    <a:pt x="3117732" y="234219"/>
                  </a:lnTo>
                  <a:lnTo>
                    <a:pt x="3125231" y="231982"/>
                  </a:lnTo>
                  <a:lnTo>
                    <a:pt x="3125231" y="232773"/>
                  </a:lnTo>
                  <a:lnTo>
                    <a:pt x="3131983" y="232773"/>
                  </a:lnTo>
                  <a:lnTo>
                    <a:pt x="3137875" y="237569"/>
                  </a:lnTo>
                  <a:lnTo>
                    <a:pt x="3137875" y="251526"/>
                  </a:lnTo>
                  <a:lnTo>
                    <a:pt x="3131730" y="256178"/>
                  </a:lnTo>
                  <a:close/>
                </a:path>
                <a:path w="4122420" h="2482215">
                  <a:moveTo>
                    <a:pt x="3207264" y="256178"/>
                  </a:moveTo>
                  <a:lnTo>
                    <a:pt x="3197503" y="256178"/>
                  </a:lnTo>
                  <a:lnTo>
                    <a:pt x="3194342" y="255099"/>
                  </a:lnTo>
                  <a:lnTo>
                    <a:pt x="3191864" y="252773"/>
                  </a:lnTo>
                  <a:lnTo>
                    <a:pt x="3188101" y="246489"/>
                  </a:lnTo>
                  <a:lnTo>
                    <a:pt x="3188918" y="239680"/>
                  </a:lnTo>
                  <a:lnTo>
                    <a:pt x="3193528" y="234219"/>
                  </a:lnTo>
                  <a:lnTo>
                    <a:pt x="3201144" y="231982"/>
                  </a:lnTo>
                  <a:lnTo>
                    <a:pt x="3201144" y="232773"/>
                  </a:lnTo>
                  <a:lnTo>
                    <a:pt x="3207896" y="232773"/>
                  </a:lnTo>
                  <a:lnTo>
                    <a:pt x="3212953" y="237569"/>
                  </a:lnTo>
                  <a:lnTo>
                    <a:pt x="3213788" y="243972"/>
                  </a:lnTo>
                  <a:lnTo>
                    <a:pt x="3213788" y="251526"/>
                  </a:lnTo>
                  <a:lnTo>
                    <a:pt x="3207264" y="256178"/>
                  </a:lnTo>
                  <a:close/>
                </a:path>
                <a:path w="4122420" h="2482215">
                  <a:moveTo>
                    <a:pt x="3510461" y="256178"/>
                  </a:moveTo>
                  <a:lnTo>
                    <a:pt x="3500700" y="256178"/>
                  </a:lnTo>
                  <a:lnTo>
                    <a:pt x="3497438" y="255099"/>
                  </a:lnTo>
                  <a:lnTo>
                    <a:pt x="3494681" y="252773"/>
                  </a:lnTo>
                  <a:lnTo>
                    <a:pt x="3491270" y="246489"/>
                  </a:lnTo>
                  <a:lnTo>
                    <a:pt x="3492048" y="239680"/>
                  </a:lnTo>
                  <a:lnTo>
                    <a:pt x="3496463" y="234219"/>
                  </a:lnTo>
                  <a:lnTo>
                    <a:pt x="3503962" y="231982"/>
                  </a:lnTo>
                  <a:lnTo>
                    <a:pt x="3503962" y="232773"/>
                  </a:lnTo>
                  <a:lnTo>
                    <a:pt x="3510714" y="232773"/>
                  </a:lnTo>
                  <a:lnTo>
                    <a:pt x="3516631" y="237569"/>
                  </a:lnTo>
                  <a:lnTo>
                    <a:pt x="3516631" y="251526"/>
                  </a:lnTo>
                  <a:lnTo>
                    <a:pt x="3510461" y="256178"/>
                  </a:lnTo>
                  <a:close/>
                </a:path>
                <a:path w="4122420" h="2482215">
                  <a:moveTo>
                    <a:pt x="3661452" y="256178"/>
                  </a:moveTo>
                  <a:lnTo>
                    <a:pt x="3652071" y="256178"/>
                  </a:lnTo>
                  <a:lnTo>
                    <a:pt x="3648986" y="255099"/>
                  </a:lnTo>
                  <a:lnTo>
                    <a:pt x="3646533" y="252773"/>
                  </a:lnTo>
                  <a:lnTo>
                    <a:pt x="3642746" y="246145"/>
                  </a:lnTo>
                  <a:lnTo>
                    <a:pt x="3643470" y="239374"/>
                  </a:lnTo>
                  <a:lnTo>
                    <a:pt x="3647831" y="234104"/>
                  </a:lnTo>
                  <a:lnTo>
                    <a:pt x="3654954" y="231982"/>
                  </a:lnTo>
                  <a:lnTo>
                    <a:pt x="3654954" y="232773"/>
                  </a:lnTo>
                  <a:lnTo>
                    <a:pt x="3661705" y="232773"/>
                  </a:lnTo>
                  <a:lnTo>
                    <a:pt x="3667623" y="237569"/>
                  </a:lnTo>
                  <a:lnTo>
                    <a:pt x="3667623" y="251526"/>
                  </a:lnTo>
                  <a:lnTo>
                    <a:pt x="3661452" y="256178"/>
                  </a:lnTo>
                  <a:close/>
                </a:path>
                <a:path w="4122420" h="2482215">
                  <a:moveTo>
                    <a:pt x="3889217" y="256178"/>
                  </a:moveTo>
                  <a:lnTo>
                    <a:pt x="3879430" y="256178"/>
                  </a:lnTo>
                  <a:lnTo>
                    <a:pt x="3876169" y="255099"/>
                  </a:lnTo>
                  <a:lnTo>
                    <a:pt x="3873438" y="252773"/>
                  </a:lnTo>
                  <a:lnTo>
                    <a:pt x="3870027" y="246489"/>
                  </a:lnTo>
                  <a:lnTo>
                    <a:pt x="3870804" y="239680"/>
                  </a:lnTo>
                  <a:lnTo>
                    <a:pt x="3875219" y="234219"/>
                  </a:lnTo>
                  <a:lnTo>
                    <a:pt x="3882718" y="231982"/>
                  </a:lnTo>
                  <a:lnTo>
                    <a:pt x="3882718" y="232773"/>
                  </a:lnTo>
                  <a:lnTo>
                    <a:pt x="3889470" y="232773"/>
                  </a:lnTo>
                  <a:lnTo>
                    <a:pt x="3895362" y="237569"/>
                  </a:lnTo>
                  <a:lnTo>
                    <a:pt x="3895362" y="251526"/>
                  </a:lnTo>
                  <a:lnTo>
                    <a:pt x="3889217" y="256178"/>
                  </a:lnTo>
                  <a:close/>
                </a:path>
                <a:path w="4122420" h="2482215">
                  <a:moveTo>
                    <a:pt x="2526170" y="256561"/>
                  </a:moveTo>
                  <a:lnTo>
                    <a:pt x="2516409" y="256561"/>
                  </a:lnTo>
                  <a:lnTo>
                    <a:pt x="2513071" y="255410"/>
                  </a:lnTo>
                  <a:lnTo>
                    <a:pt x="2510315" y="252773"/>
                  </a:lnTo>
                  <a:lnTo>
                    <a:pt x="2507010" y="246613"/>
                  </a:lnTo>
                  <a:lnTo>
                    <a:pt x="2507985" y="240075"/>
                  </a:lnTo>
                  <a:lnTo>
                    <a:pt x="2512445" y="234887"/>
                  </a:lnTo>
                  <a:lnTo>
                    <a:pt x="2519595" y="232773"/>
                  </a:lnTo>
                  <a:lnTo>
                    <a:pt x="2518736" y="232773"/>
                  </a:lnTo>
                  <a:lnTo>
                    <a:pt x="2519216" y="232725"/>
                  </a:lnTo>
                  <a:lnTo>
                    <a:pt x="2520177" y="232701"/>
                  </a:lnTo>
                  <a:lnTo>
                    <a:pt x="2527055" y="232701"/>
                  </a:lnTo>
                  <a:lnTo>
                    <a:pt x="2532239" y="238025"/>
                  </a:lnTo>
                  <a:lnTo>
                    <a:pt x="2532239" y="251741"/>
                  </a:lnTo>
                  <a:lnTo>
                    <a:pt x="2526170" y="256561"/>
                  </a:lnTo>
                  <a:close/>
                </a:path>
                <a:path w="4122420" h="2482215">
                  <a:moveTo>
                    <a:pt x="2677996" y="256561"/>
                  </a:moveTo>
                  <a:lnTo>
                    <a:pt x="2668235" y="256561"/>
                  </a:lnTo>
                  <a:lnTo>
                    <a:pt x="2664923" y="255410"/>
                  </a:lnTo>
                  <a:lnTo>
                    <a:pt x="2662141" y="252773"/>
                  </a:lnTo>
                  <a:lnTo>
                    <a:pt x="2658847" y="246613"/>
                  </a:lnTo>
                  <a:lnTo>
                    <a:pt x="2659821" y="240075"/>
                  </a:lnTo>
                  <a:lnTo>
                    <a:pt x="2664275" y="234887"/>
                  </a:lnTo>
                  <a:lnTo>
                    <a:pt x="2671422" y="232773"/>
                  </a:lnTo>
                  <a:lnTo>
                    <a:pt x="2670562" y="232773"/>
                  </a:lnTo>
                  <a:lnTo>
                    <a:pt x="2671068" y="232725"/>
                  </a:lnTo>
                  <a:lnTo>
                    <a:pt x="2672003" y="232701"/>
                  </a:lnTo>
                  <a:lnTo>
                    <a:pt x="2678907" y="232701"/>
                  </a:lnTo>
                  <a:lnTo>
                    <a:pt x="2684065" y="238025"/>
                  </a:lnTo>
                  <a:lnTo>
                    <a:pt x="2684065" y="251741"/>
                  </a:lnTo>
                  <a:lnTo>
                    <a:pt x="2677996" y="256561"/>
                  </a:lnTo>
                  <a:close/>
                </a:path>
                <a:path w="4122420" h="2482215">
                  <a:moveTo>
                    <a:pt x="3055058" y="256561"/>
                  </a:moveTo>
                  <a:lnTo>
                    <a:pt x="3045676" y="256561"/>
                  </a:lnTo>
                  <a:lnTo>
                    <a:pt x="3042541" y="255410"/>
                  </a:lnTo>
                  <a:lnTo>
                    <a:pt x="3040038" y="252773"/>
                  </a:lnTo>
                  <a:lnTo>
                    <a:pt x="3036264" y="246613"/>
                  </a:lnTo>
                  <a:lnTo>
                    <a:pt x="3037082" y="240075"/>
                  </a:lnTo>
                  <a:lnTo>
                    <a:pt x="3041698" y="234887"/>
                  </a:lnTo>
                  <a:lnTo>
                    <a:pt x="3049318" y="232773"/>
                  </a:lnTo>
                  <a:lnTo>
                    <a:pt x="3056069" y="232773"/>
                  </a:lnTo>
                  <a:lnTo>
                    <a:pt x="3061127" y="237569"/>
                  </a:lnTo>
                  <a:lnTo>
                    <a:pt x="3061127" y="251741"/>
                  </a:lnTo>
                  <a:lnTo>
                    <a:pt x="3055058" y="256561"/>
                  </a:lnTo>
                  <a:close/>
                </a:path>
                <a:path w="4122420" h="2482215">
                  <a:moveTo>
                    <a:pt x="3282798" y="256561"/>
                  </a:moveTo>
                  <a:lnTo>
                    <a:pt x="3273415" y="256561"/>
                  </a:lnTo>
                  <a:lnTo>
                    <a:pt x="3270280" y="255410"/>
                  </a:lnTo>
                  <a:lnTo>
                    <a:pt x="3267776" y="252773"/>
                  </a:lnTo>
                  <a:lnTo>
                    <a:pt x="3264001" y="246613"/>
                  </a:lnTo>
                  <a:lnTo>
                    <a:pt x="3264726" y="240075"/>
                  </a:lnTo>
                  <a:lnTo>
                    <a:pt x="3269089" y="234887"/>
                  </a:lnTo>
                  <a:lnTo>
                    <a:pt x="3276223" y="232773"/>
                  </a:lnTo>
                  <a:lnTo>
                    <a:pt x="3283809" y="232773"/>
                  </a:lnTo>
                  <a:lnTo>
                    <a:pt x="3288866" y="237569"/>
                  </a:lnTo>
                  <a:lnTo>
                    <a:pt x="3288866" y="251741"/>
                  </a:lnTo>
                  <a:lnTo>
                    <a:pt x="3282798" y="256561"/>
                  </a:lnTo>
                  <a:close/>
                </a:path>
                <a:path w="4122420" h="2482215">
                  <a:moveTo>
                    <a:pt x="3434623" y="256561"/>
                  </a:moveTo>
                  <a:lnTo>
                    <a:pt x="3425267" y="256561"/>
                  </a:lnTo>
                  <a:lnTo>
                    <a:pt x="3422106" y="255410"/>
                  </a:lnTo>
                  <a:lnTo>
                    <a:pt x="3419628" y="252773"/>
                  </a:lnTo>
                  <a:lnTo>
                    <a:pt x="3415854" y="246613"/>
                  </a:lnTo>
                  <a:lnTo>
                    <a:pt x="3416672" y="240075"/>
                  </a:lnTo>
                  <a:lnTo>
                    <a:pt x="3421289" y="234887"/>
                  </a:lnTo>
                  <a:lnTo>
                    <a:pt x="3428908" y="232773"/>
                  </a:lnTo>
                  <a:lnTo>
                    <a:pt x="3435635" y="232773"/>
                  </a:lnTo>
                  <a:lnTo>
                    <a:pt x="3440718" y="237569"/>
                  </a:lnTo>
                  <a:lnTo>
                    <a:pt x="3440718" y="251741"/>
                  </a:lnTo>
                  <a:lnTo>
                    <a:pt x="3434623" y="256561"/>
                  </a:lnTo>
                  <a:close/>
                </a:path>
                <a:path w="4122420" h="2482215">
                  <a:moveTo>
                    <a:pt x="4040284" y="256561"/>
                  </a:moveTo>
                  <a:lnTo>
                    <a:pt x="4030903" y="256561"/>
                  </a:lnTo>
                  <a:lnTo>
                    <a:pt x="4027767" y="255410"/>
                  </a:lnTo>
                  <a:lnTo>
                    <a:pt x="4025264" y="252773"/>
                  </a:lnTo>
                  <a:lnTo>
                    <a:pt x="4021477" y="246613"/>
                  </a:lnTo>
                  <a:lnTo>
                    <a:pt x="4022204" y="240075"/>
                  </a:lnTo>
                  <a:lnTo>
                    <a:pt x="4026573" y="234887"/>
                  </a:lnTo>
                  <a:lnTo>
                    <a:pt x="4033710" y="232773"/>
                  </a:lnTo>
                  <a:lnTo>
                    <a:pt x="4041296" y="232773"/>
                  </a:lnTo>
                  <a:lnTo>
                    <a:pt x="4046354" y="237569"/>
                  </a:lnTo>
                  <a:lnTo>
                    <a:pt x="4046354" y="251741"/>
                  </a:lnTo>
                  <a:lnTo>
                    <a:pt x="4040284" y="256561"/>
                  </a:lnTo>
                  <a:close/>
                </a:path>
                <a:path w="4122420" h="2482215">
                  <a:moveTo>
                    <a:pt x="2748144" y="256777"/>
                  </a:moveTo>
                  <a:lnTo>
                    <a:pt x="2747334" y="256777"/>
                  </a:lnTo>
                  <a:lnTo>
                    <a:pt x="2738800" y="252460"/>
                  </a:lnTo>
                  <a:lnTo>
                    <a:pt x="2735956" y="244470"/>
                  </a:lnTo>
                  <a:lnTo>
                    <a:pt x="2738800" y="236632"/>
                  </a:lnTo>
                  <a:lnTo>
                    <a:pt x="2747334" y="232773"/>
                  </a:lnTo>
                  <a:lnTo>
                    <a:pt x="2747891" y="232725"/>
                  </a:lnTo>
                  <a:lnTo>
                    <a:pt x="2748928" y="232701"/>
                  </a:lnTo>
                  <a:lnTo>
                    <a:pt x="2758268" y="236463"/>
                  </a:lnTo>
                  <a:lnTo>
                    <a:pt x="2761252" y="244739"/>
                  </a:lnTo>
                  <a:lnTo>
                    <a:pt x="2757878" y="253015"/>
                  </a:lnTo>
                  <a:lnTo>
                    <a:pt x="2748144" y="256777"/>
                  </a:lnTo>
                  <a:close/>
                </a:path>
                <a:path w="4122420" h="2482215">
                  <a:moveTo>
                    <a:pt x="2449928" y="256801"/>
                  </a:moveTo>
                  <a:lnTo>
                    <a:pt x="2440142" y="256801"/>
                  </a:lnTo>
                  <a:lnTo>
                    <a:pt x="2437006" y="255818"/>
                  </a:lnTo>
                  <a:lnTo>
                    <a:pt x="2434376" y="253564"/>
                  </a:lnTo>
                  <a:lnTo>
                    <a:pt x="2430965" y="246947"/>
                  </a:lnTo>
                  <a:lnTo>
                    <a:pt x="2431744" y="240174"/>
                  </a:lnTo>
                  <a:lnTo>
                    <a:pt x="2436158" y="234899"/>
                  </a:lnTo>
                  <a:lnTo>
                    <a:pt x="2443657" y="232773"/>
                  </a:lnTo>
                  <a:lnTo>
                    <a:pt x="2450408" y="232773"/>
                  </a:lnTo>
                  <a:lnTo>
                    <a:pt x="2456326" y="237569"/>
                  </a:lnTo>
                  <a:lnTo>
                    <a:pt x="2456326" y="251933"/>
                  </a:lnTo>
                  <a:lnTo>
                    <a:pt x="2449928" y="256801"/>
                  </a:lnTo>
                  <a:close/>
                </a:path>
                <a:path w="4122420" h="2482215">
                  <a:moveTo>
                    <a:pt x="3813051" y="256801"/>
                  </a:moveTo>
                  <a:lnTo>
                    <a:pt x="3803265" y="256801"/>
                  </a:lnTo>
                  <a:lnTo>
                    <a:pt x="3800155" y="255818"/>
                  </a:lnTo>
                  <a:lnTo>
                    <a:pt x="3797525" y="253564"/>
                  </a:lnTo>
                  <a:lnTo>
                    <a:pt x="3794221" y="246947"/>
                  </a:lnTo>
                  <a:lnTo>
                    <a:pt x="3795195" y="240174"/>
                  </a:lnTo>
                  <a:lnTo>
                    <a:pt x="3799655" y="234899"/>
                  </a:lnTo>
                  <a:lnTo>
                    <a:pt x="3806805" y="232773"/>
                  </a:lnTo>
                  <a:lnTo>
                    <a:pt x="3813531" y="232773"/>
                  </a:lnTo>
                  <a:lnTo>
                    <a:pt x="3819449" y="238361"/>
                  </a:lnTo>
                  <a:lnTo>
                    <a:pt x="3819449" y="251933"/>
                  </a:lnTo>
                  <a:lnTo>
                    <a:pt x="3813051" y="256801"/>
                  </a:lnTo>
                  <a:close/>
                </a:path>
                <a:path w="4122420" h="2482215">
                  <a:moveTo>
                    <a:pt x="2597051" y="256825"/>
                  </a:moveTo>
                  <a:lnTo>
                    <a:pt x="2596040" y="256825"/>
                  </a:lnTo>
                  <a:lnTo>
                    <a:pt x="2595508" y="256777"/>
                  </a:lnTo>
                  <a:lnTo>
                    <a:pt x="2586960" y="252460"/>
                  </a:lnTo>
                  <a:lnTo>
                    <a:pt x="2584110" y="244470"/>
                  </a:lnTo>
                  <a:lnTo>
                    <a:pt x="2586960" y="236632"/>
                  </a:lnTo>
                  <a:lnTo>
                    <a:pt x="2595508" y="232773"/>
                  </a:lnTo>
                  <a:lnTo>
                    <a:pt x="2596040" y="232725"/>
                  </a:lnTo>
                  <a:lnTo>
                    <a:pt x="2597051" y="232701"/>
                  </a:lnTo>
                  <a:lnTo>
                    <a:pt x="2606325" y="236471"/>
                  </a:lnTo>
                  <a:lnTo>
                    <a:pt x="2609416" y="244763"/>
                  </a:lnTo>
                  <a:lnTo>
                    <a:pt x="2606325" y="253056"/>
                  </a:lnTo>
                  <a:lnTo>
                    <a:pt x="2597051" y="256825"/>
                  </a:lnTo>
                  <a:close/>
                </a:path>
                <a:path w="4122420" h="2482215">
                  <a:moveTo>
                    <a:pt x="1078865" y="257569"/>
                  </a:moveTo>
                  <a:lnTo>
                    <a:pt x="1067056" y="257569"/>
                  </a:lnTo>
                  <a:lnTo>
                    <a:pt x="1065362" y="255962"/>
                  </a:lnTo>
                  <a:lnTo>
                    <a:pt x="1077171" y="235171"/>
                  </a:lnTo>
                  <a:lnTo>
                    <a:pt x="1081394" y="236778"/>
                  </a:lnTo>
                  <a:lnTo>
                    <a:pt x="1084757" y="241574"/>
                  </a:lnTo>
                  <a:lnTo>
                    <a:pt x="1084757" y="252773"/>
                  </a:lnTo>
                  <a:lnTo>
                    <a:pt x="1078865" y="257569"/>
                  </a:lnTo>
                  <a:close/>
                </a:path>
                <a:path w="4122420" h="2482215">
                  <a:moveTo>
                    <a:pt x="1226469" y="257569"/>
                  </a:moveTo>
                  <a:lnTo>
                    <a:pt x="1223105" y="257569"/>
                  </a:lnTo>
                  <a:lnTo>
                    <a:pt x="1215616" y="255332"/>
                  </a:lnTo>
                  <a:lnTo>
                    <a:pt x="1211287" y="249871"/>
                  </a:lnTo>
                  <a:lnTo>
                    <a:pt x="1210755" y="243062"/>
                  </a:lnTo>
                  <a:lnTo>
                    <a:pt x="1214659" y="236778"/>
                  </a:lnTo>
                  <a:lnTo>
                    <a:pt x="1231526" y="254379"/>
                  </a:lnTo>
                  <a:lnTo>
                    <a:pt x="1226469" y="257569"/>
                  </a:lnTo>
                  <a:close/>
                </a:path>
                <a:path w="4122420" h="2482215">
                  <a:moveTo>
                    <a:pt x="1153868" y="258408"/>
                  </a:moveTo>
                  <a:lnTo>
                    <a:pt x="1144132" y="258408"/>
                  </a:lnTo>
                  <a:lnTo>
                    <a:pt x="1141098" y="257401"/>
                  </a:lnTo>
                  <a:lnTo>
                    <a:pt x="1138746" y="255171"/>
                  </a:lnTo>
                  <a:lnTo>
                    <a:pt x="1135335" y="248543"/>
                  </a:lnTo>
                  <a:lnTo>
                    <a:pt x="1136113" y="241772"/>
                  </a:lnTo>
                  <a:lnTo>
                    <a:pt x="1140528" y="236502"/>
                  </a:lnTo>
                  <a:lnTo>
                    <a:pt x="1148027" y="234380"/>
                  </a:lnTo>
                  <a:lnTo>
                    <a:pt x="1148887" y="234284"/>
                  </a:lnTo>
                  <a:lnTo>
                    <a:pt x="1155512" y="234284"/>
                  </a:lnTo>
                  <a:lnTo>
                    <a:pt x="1160671" y="239632"/>
                  </a:lnTo>
                  <a:lnTo>
                    <a:pt x="1160671" y="253540"/>
                  </a:lnTo>
                  <a:lnTo>
                    <a:pt x="1153868" y="258408"/>
                  </a:lnTo>
                  <a:close/>
                </a:path>
                <a:path w="4122420" h="2482215">
                  <a:moveTo>
                    <a:pt x="2414146" y="289558"/>
                  </a:moveTo>
                  <a:lnTo>
                    <a:pt x="2396420" y="271957"/>
                  </a:lnTo>
                  <a:lnTo>
                    <a:pt x="2399176" y="269631"/>
                  </a:lnTo>
                  <a:lnTo>
                    <a:pt x="2402438" y="268552"/>
                  </a:lnTo>
                  <a:lnTo>
                    <a:pt x="2412199" y="268552"/>
                  </a:lnTo>
                  <a:lnTo>
                    <a:pt x="2418369" y="273204"/>
                  </a:lnTo>
                  <a:lnTo>
                    <a:pt x="2418369" y="283971"/>
                  </a:lnTo>
                  <a:lnTo>
                    <a:pt x="2416675" y="287160"/>
                  </a:lnTo>
                  <a:lnTo>
                    <a:pt x="2414146" y="289558"/>
                  </a:lnTo>
                  <a:close/>
                </a:path>
                <a:path w="4122420" h="2482215">
                  <a:moveTo>
                    <a:pt x="2865781" y="292004"/>
                  </a:moveTo>
                  <a:lnTo>
                    <a:pt x="2856400" y="292004"/>
                  </a:lnTo>
                  <a:lnTo>
                    <a:pt x="2853441" y="290997"/>
                  </a:lnTo>
                  <a:lnTo>
                    <a:pt x="2851089" y="288767"/>
                  </a:lnTo>
                  <a:lnTo>
                    <a:pt x="2847302" y="282139"/>
                  </a:lnTo>
                  <a:lnTo>
                    <a:pt x="2848026" y="275368"/>
                  </a:lnTo>
                  <a:lnTo>
                    <a:pt x="2852387" y="270098"/>
                  </a:lnTo>
                  <a:lnTo>
                    <a:pt x="2859510" y="267976"/>
                  </a:lnTo>
                  <a:lnTo>
                    <a:pt x="2860369" y="268767"/>
                  </a:lnTo>
                  <a:lnTo>
                    <a:pt x="2867122" y="268767"/>
                  </a:lnTo>
                  <a:lnTo>
                    <a:pt x="2872179" y="273563"/>
                  </a:lnTo>
                  <a:lnTo>
                    <a:pt x="2872179" y="287136"/>
                  </a:lnTo>
                  <a:lnTo>
                    <a:pt x="2865781" y="292004"/>
                  </a:lnTo>
                  <a:close/>
                </a:path>
                <a:path w="4122420" h="2482215">
                  <a:moveTo>
                    <a:pt x="2785923" y="292028"/>
                  </a:moveTo>
                  <a:lnTo>
                    <a:pt x="2785443" y="292028"/>
                  </a:lnTo>
                  <a:lnTo>
                    <a:pt x="2784457" y="291956"/>
                  </a:lnTo>
                  <a:lnTo>
                    <a:pt x="2775439" y="287764"/>
                  </a:lnTo>
                  <a:lnTo>
                    <a:pt x="2772432" y="279966"/>
                  </a:lnTo>
                  <a:lnTo>
                    <a:pt x="2775439" y="272168"/>
                  </a:lnTo>
                  <a:lnTo>
                    <a:pt x="2784457" y="267976"/>
                  </a:lnTo>
                  <a:lnTo>
                    <a:pt x="2784963" y="267928"/>
                  </a:lnTo>
                  <a:lnTo>
                    <a:pt x="2785923" y="267904"/>
                  </a:lnTo>
                  <a:lnTo>
                    <a:pt x="2794785" y="271673"/>
                  </a:lnTo>
                  <a:lnTo>
                    <a:pt x="2797739" y="279966"/>
                  </a:lnTo>
                  <a:lnTo>
                    <a:pt x="2794785" y="288259"/>
                  </a:lnTo>
                  <a:lnTo>
                    <a:pt x="2785923" y="292028"/>
                  </a:lnTo>
                  <a:close/>
                </a:path>
                <a:path w="4122420" h="2482215">
                  <a:moveTo>
                    <a:pt x="2936990" y="292028"/>
                  </a:moveTo>
                  <a:lnTo>
                    <a:pt x="2936485" y="292028"/>
                  </a:lnTo>
                  <a:lnTo>
                    <a:pt x="2935448" y="291956"/>
                  </a:lnTo>
                  <a:lnTo>
                    <a:pt x="2926900" y="287764"/>
                  </a:lnTo>
                  <a:lnTo>
                    <a:pt x="2924050" y="279966"/>
                  </a:lnTo>
                  <a:lnTo>
                    <a:pt x="2926900" y="272168"/>
                  </a:lnTo>
                  <a:lnTo>
                    <a:pt x="2935448" y="267976"/>
                  </a:lnTo>
                  <a:lnTo>
                    <a:pt x="2935980" y="267928"/>
                  </a:lnTo>
                  <a:lnTo>
                    <a:pt x="2936990" y="267904"/>
                  </a:lnTo>
                  <a:lnTo>
                    <a:pt x="2946264" y="271673"/>
                  </a:lnTo>
                  <a:lnTo>
                    <a:pt x="2949356" y="279966"/>
                  </a:lnTo>
                  <a:lnTo>
                    <a:pt x="2946264" y="288259"/>
                  </a:lnTo>
                  <a:lnTo>
                    <a:pt x="2936990" y="292028"/>
                  </a:lnTo>
                  <a:close/>
                </a:path>
                <a:path w="4122420" h="2482215">
                  <a:moveTo>
                    <a:pt x="3164655" y="292028"/>
                  </a:moveTo>
                  <a:lnTo>
                    <a:pt x="3164199" y="292028"/>
                  </a:lnTo>
                  <a:lnTo>
                    <a:pt x="3163188" y="291956"/>
                  </a:lnTo>
                  <a:lnTo>
                    <a:pt x="3154169" y="287764"/>
                  </a:lnTo>
                  <a:lnTo>
                    <a:pt x="3151163" y="279966"/>
                  </a:lnTo>
                  <a:lnTo>
                    <a:pt x="3154169" y="272168"/>
                  </a:lnTo>
                  <a:lnTo>
                    <a:pt x="3163188" y="267976"/>
                  </a:lnTo>
                  <a:lnTo>
                    <a:pt x="3163694" y="267928"/>
                  </a:lnTo>
                  <a:lnTo>
                    <a:pt x="3164655" y="267904"/>
                  </a:lnTo>
                  <a:lnTo>
                    <a:pt x="3173516" y="271673"/>
                  </a:lnTo>
                  <a:lnTo>
                    <a:pt x="3176470" y="279966"/>
                  </a:lnTo>
                  <a:lnTo>
                    <a:pt x="3173516" y="288259"/>
                  </a:lnTo>
                  <a:lnTo>
                    <a:pt x="3164655" y="292028"/>
                  </a:lnTo>
                  <a:close/>
                </a:path>
                <a:path w="4122420" h="2482215">
                  <a:moveTo>
                    <a:pt x="3543410" y="292028"/>
                  </a:moveTo>
                  <a:lnTo>
                    <a:pt x="3542930" y="292028"/>
                  </a:lnTo>
                  <a:lnTo>
                    <a:pt x="3541919" y="291956"/>
                  </a:lnTo>
                  <a:lnTo>
                    <a:pt x="3532915" y="287764"/>
                  </a:lnTo>
                  <a:lnTo>
                    <a:pt x="3529913" y="279966"/>
                  </a:lnTo>
                  <a:lnTo>
                    <a:pt x="3532915" y="272168"/>
                  </a:lnTo>
                  <a:lnTo>
                    <a:pt x="3541919" y="267976"/>
                  </a:lnTo>
                  <a:lnTo>
                    <a:pt x="3542424" y="267928"/>
                  </a:lnTo>
                  <a:lnTo>
                    <a:pt x="3543410" y="267904"/>
                  </a:lnTo>
                  <a:lnTo>
                    <a:pt x="3552258" y="271673"/>
                  </a:lnTo>
                  <a:lnTo>
                    <a:pt x="3555207" y="279966"/>
                  </a:lnTo>
                  <a:lnTo>
                    <a:pt x="3552258" y="288259"/>
                  </a:lnTo>
                  <a:lnTo>
                    <a:pt x="3543410" y="292028"/>
                  </a:lnTo>
                  <a:close/>
                </a:path>
                <a:path w="4122420" h="2482215">
                  <a:moveTo>
                    <a:pt x="3093773" y="292172"/>
                  </a:moveTo>
                  <a:lnTo>
                    <a:pt x="3084013" y="292172"/>
                  </a:lnTo>
                  <a:lnTo>
                    <a:pt x="3080725" y="291093"/>
                  </a:lnTo>
                  <a:lnTo>
                    <a:pt x="3077994" y="288767"/>
                  </a:lnTo>
                  <a:lnTo>
                    <a:pt x="3074583" y="282139"/>
                  </a:lnTo>
                  <a:lnTo>
                    <a:pt x="3075361" y="275368"/>
                  </a:lnTo>
                  <a:lnTo>
                    <a:pt x="3079776" y="270098"/>
                  </a:lnTo>
                  <a:lnTo>
                    <a:pt x="3087275" y="267976"/>
                  </a:lnTo>
                  <a:lnTo>
                    <a:pt x="3087275" y="268767"/>
                  </a:lnTo>
                  <a:lnTo>
                    <a:pt x="3094026" y="268767"/>
                  </a:lnTo>
                  <a:lnTo>
                    <a:pt x="3099919" y="273563"/>
                  </a:lnTo>
                  <a:lnTo>
                    <a:pt x="3099919" y="287520"/>
                  </a:lnTo>
                  <a:lnTo>
                    <a:pt x="3093773" y="292172"/>
                  </a:lnTo>
                  <a:close/>
                </a:path>
                <a:path w="4122420" h="2482215">
                  <a:moveTo>
                    <a:pt x="3320678" y="292172"/>
                  </a:moveTo>
                  <a:lnTo>
                    <a:pt x="3311297" y="292172"/>
                  </a:lnTo>
                  <a:lnTo>
                    <a:pt x="3308212" y="291093"/>
                  </a:lnTo>
                  <a:lnTo>
                    <a:pt x="3305733" y="288767"/>
                  </a:lnTo>
                  <a:lnTo>
                    <a:pt x="3301957" y="282139"/>
                  </a:lnTo>
                  <a:lnTo>
                    <a:pt x="3302683" y="275368"/>
                  </a:lnTo>
                  <a:lnTo>
                    <a:pt x="3307046" y="270098"/>
                  </a:lnTo>
                  <a:lnTo>
                    <a:pt x="3314180" y="267976"/>
                  </a:lnTo>
                  <a:lnTo>
                    <a:pt x="3314180" y="268767"/>
                  </a:lnTo>
                  <a:lnTo>
                    <a:pt x="3320931" y="268767"/>
                  </a:lnTo>
                  <a:lnTo>
                    <a:pt x="3326823" y="273563"/>
                  </a:lnTo>
                  <a:lnTo>
                    <a:pt x="3326823" y="287520"/>
                  </a:lnTo>
                  <a:lnTo>
                    <a:pt x="3320678" y="292172"/>
                  </a:lnTo>
                  <a:close/>
                </a:path>
                <a:path w="4122420" h="2482215">
                  <a:moveTo>
                    <a:pt x="3472505" y="292172"/>
                  </a:moveTo>
                  <a:lnTo>
                    <a:pt x="3462744" y="292172"/>
                  </a:lnTo>
                  <a:lnTo>
                    <a:pt x="3459481" y="291093"/>
                  </a:lnTo>
                  <a:lnTo>
                    <a:pt x="3456725" y="288767"/>
                  </a:lnTo>
                  <a:lnTo>
                    <a:pt x="3453314" y="282139"/>
                  </a:lnTo>
                  <a:lnTo>
                    <a:pt x="3454092" y="275368"/>
                  </a:lnTo>
                  <a:lnTo>
                    <a:pt x="3458506" y="270098"/>
                  </a:lnTo>
                  <a:lnTo>
                    <a:pt x="3466005" y="267976"/>
                  </a:lnTo>
                  <a:lnTo>
                    <a:pt x="3466005" y="268767"/>
                  </a:lnTo>
                  <a:lnTo>
                    <a:pt x="3472757" y="268767"/>
                  </a:lnTo>
                  <a:lnTo>
                    <a:pt x="3478674" y="273563"/>
                  </a:lnTo>
                  <a:lnTo>
                    <a:pt x="3478674" y="287520"/>
                  </a:lnTo>
                  <a:lnTo>
                    <a:pt x="3472505" y="292172"/>
                  </a:lnTo>
                  <a:close/>
                </a:path>
                <a:path w="4122420" h="2482215">
                  <a:moveTo>
                    <a:pt x="3623496" y="292172"/>
                  </a:moveTo>
                  <a:lnTo>
                    <a:pt x="3614114" y="292172"/>
                  </a:lnTo>
                  <a:lnTo>
                    <a:pt x="3611030" y="291093"/>
                  </a:lnTo>
                  <a:lnTo>
                    <a:pt x="3608576" y="288767"/>
                  </a:lnTo>
                  <a:lnTo>
                    <a:pt x="3604803" y="282139"/>
                  </a:lnTo>
                  <a:lnTo>
                    <a:pt x="3605621" y="275368"/>
                  </a:lnTo>
                  <a:lnTo>
                    <a:pt x="3610237" y="270098"/>
                  </a:lnTo>
                  <a:lnTo>
                    <a:pt x="3617857" y="267976"/>
                  </a:lnTo>
                  <a:lnTo>
                    <a:pt x="3617857" y="268767"/>
                  </a:lnTo>
                  <a:lnTo>
                    <a:pt x="3624583" y="268767"/>
                  </a:lnTo>
                  <a:lnTo>
                    <a:pt x="3629666" y="273563"/>
                  </a:lnTo>
                  <a:lnTo>
                    <a:pt x="3629666" y="287520"/>
                  </a:lnTo>
                  <a:lnTo>
                    <a:pt x="3623496" y="292172"/>
                  </a:lnTo>
                  <a:close/>
                </a:path>
                <a:path w="4122420" h="2482215">
                  <a:moveTo>
                    <a:pt x="3699409" y="292172"/>
                  </a:moveTo>
                  <a:lnTo>
                    <a:pt x="3690027" y="292172"/>
                  </a:lnTo>
                  <a:lnTo>
                    <a:pt x="3686942" y="291093"/>
                  </a:lnTo>
                  <a:lnTo>
                    <a:pt x="3684490" y="288767"/>
                  </a:lnTo>
                  <a:lnTo>
                    <a:pt x="3680702" y="282139"/>
                  </a:lnTo>
                  <a:lnTo>
                    <a:pt x="3681427" y="275368"/>
                  </a:lnTo>
                  <a:lnTo>
                    <a:pt x="3685787" y="270098"/>
                  </a:lnTo>
                  <a:lnTo>
                    <a:pt x="3692910" y="267976"/>
                  </a:lnTo>
                  <a:lnTo>
                    <a:pt x="3692910" y="268767"/>
                  </a:lnTo>
                  <a:lnTo>
                    <a:pt x="3699662" y="268767"/>
                  </a:lnTo>
                  <a:lnTo>
                    <a:pt x="3705579" y="273563"/>
                  </a:lnTo>
                  <a:lnTo>
                    <a:pt x="3705579" y="287520"/>
                  </a:lnTo>
                  <a:lnTo>
                    <a:pt x="3699409" y="292172"/>
                  </a:lnTo>
                  <a:close/>
                </a:path>
                <a:path w="4122420" h="2482215">
                  <a:moveTo>
                    <a:pt x="3851261" y="292172"/>
                  </a:moveTo>
                  <a:lnTo>
                    <a:pt x="3841474" y="292172"/>
                  </a:lnTo>
                  <a:lnTo>
                    <a:pt x="3838213" y="291093"/>
                  </a:lnTo>
                  <a:lnTo>
                    <a:pt x="3835481" y="288767"/>
                  </a:lnTo>
                  <a:lnTo>
                    <a:pt x="3832059" y="282139"/>
                  </a:lnTo>
                  <a:lnTo>
                    <a:pt x="3832839" y="275368"/>
                  </a:lnTo>
                  <a:lnTo>
                    <a:pt x="3837259" y="270098"/>
                  </a:lnTo>
                  <a:lnTo>
                    <a:pt x="3844762" y="267976"/>
                  </a:lnTo>
                  <a:lnTo>
                    <a:pt x="3844762" y="268767"/>
                  </a:lnTo>
                  <a:lnTo>
                    <a:pt x="3851488" y="268767"/>
                  </a:lnTo>
                  <a:lnTo>
                    <a:pt x="3857405" y="273563"/>
                  </a:lnTo>
                  <a:lnTo>
                    <a:pt x="3857405" y="287520"/>
                  </a:lnTo>
                  <a:lnTo>
                    <a:pt x="3851261" y="292172"/>
                  </a:lnTo>
                  <a:close/>
                </a:path>
                <a:path w="4122420" h="2482215">
                  <a:moveTo>
                    <a:pt x="3927173" y="292172"/>
                  </a:moveTo>
                  <a:lnTo>
                    <a:pt x="3917388" y="292172"/>
                  </a:lnTo>
                  <a:lnTo>
                    <a:pt x="3914125" y="291093"/>
                  </a:lnTo>
                  <a:lnTo>
                    <a:pt x="3911394" y="288767"/>
                  </a:lnTo>
                  <a:lnTo>
                    <a:pt x="3907983" y="282139"/>
                  </a:lnTo>
                  <a:lnTo>
                    <a:pt x="3908761" y="275368"/>
                  </a:lnTo>
                  <a:lnTo>
                    <a:pt x="3913176" y="270098"/>
                  </a:lnTo>
                  <a:lnTo>
                    <a:pt x="3920675" y="267976"/>
                  </a:lnTo>
                  <a:lnTo>
                    <a:pt x="3920675" y="268767"/>
                  </a:lnTo>
                  <a:lnTo>
                    <a:pt x="3927426" y="268767"/>
                  </a:lnTo>
                  <a:lnTo>
                    <a:pt x="3932484" y="273563"/>
                  </a:lnTo>
                  <a:lnTo>
                    <a:pt x="3933319" y="279966"/>
                  </a:lnTo>
                  <a:lnTo>
                    <a:pt x="3933319" y="287520"/>
                  </a:lnTo>
                  <a:lnTo>
                    <a:pt x="3927173" y="292172"/>
                  </a:lnTo>
                  <a:close/>
                </a:path>
                <a:path w="4122420" h="2482215">
                  <a:moveTo>
                    <a:pt x="2639964" y="292531"/>
                  </a:moveTo>
                  <a:lnTo>
                    <a:pt x="2630203" y="292531"/>
                  </a:lnTo>
                  <a:lnTo>
                    <a:pt x="2626915" y="291356"/>
                  </a:lnTo>
                  <a:lnTo>
                    <a:pt x="2624184" y="288767"/>
                  </a:lnTo>
                  <a:lnTo>
                    <a:pt x="2620915" y="282684"/>
                  </a:lnTo>
                  <a:lnTo>
                    <a:pt x="2621700" y="276129"/>
                  </a:lnTo>
                  <a:lnTo>
                    <a:pt x="2625813" y="270887"/>
                  </a:lnTo>
                  <a:lnTo>
                    <a:pt x="2632530" y="268743"/>
                  </a:lnTo>
                  <a:lnTo>
                    <a:pt x="2632908" y="268743"/>
                  </a:lnTo>
                  <a:lnTo>
                    <a:pt x="2633288" y="268695"/>
                  </a:lnTo>
                  <a:lnTo>
                    <a:pt x="2640950" y="268695"/>
                  </a:lnTo>
                  <a:lnTo>
                    <a:pt x="2646108" y="273971"/>
                  </a:lnTo>
                  <a:lnTo>
                    <a:pt x="2646108" y="287520"/>
                  </a:lnTo>
                  <a:lnTo>
                    <a:pt x="2639964" y="292531"/>
                  </a:lnTo>
                  <a:close/>
                </a:path>
                <a:path w="4122420" h="2482215">
                  <a:moveTo>
                    <a:pt x="2715877" y="292531"/>
                  </a:moveTo>
                  <a:lnTo>
                    <a:pt x="2706495" y="292531"/>
                  </a:lnTo>
                  <a:lnTo>
                    <a:pt x="2703410" y="291356"/>
                  </a:lnTo>
                  <a:lnTo>
                    <a:pt x="2700932" y="288767"/>
                  </a:lnTo>
                  <a:lnTo>
                    <a:pt x="2697156" y="282607"/>
                  </a:lnTo>
                  <a:lnTo>
                    <a:pt x="2697882" y="276069"/>
                  </a:lnTo>
                  <a:lnTo>
                    <a:pt x="2702244" y="270881"/>
                  </a:lnTo>
                  <a:lnTo>
                    <a:pt x="2709378" y="268767"/>
                  </a:lnTo>
                  <a:lnTo>
                    <a:pt x="2708544" y="268767"/>
                  </a:lnTo>
                  <a:lnTo>
                    <a:pt x="2709024" y="268719"/>
                  </a:lnTo>
                  <a:lnTo>
                    <a:pt x="2709985" y="268695"/>
                  </a:lnTo>
                  <a:lnTo>
                    <a:pt x="2716863" y="268695"/>
                  </a:lnTo>
                  <a:lnTo>
                    <a:pt x="2722022" y="273971"/>
                  </a:lnTo>
                  <a:lnTo>
                    <a:pt x="2722022" y="287520"/>
                  </a:lnTo>
                  <a:lnTo>
                    <a:pt x="2715877" y="292531"/>
                  </a:lnTo>
                  <a:close/>
                </a:path>
                <a:path w="4122420" h="2482215">
                  <a:moveTo>
                    <a:pt x="4002252" y="292531"/>
                  </a:moveTo>
                  <a:lnTo>
                    <a:pt x="3992870" y="292531"/>
                  </a:lnTo>
                  <a:lnTo>
                    <a:pt x="3989785" y="291356"/>
                  </a:lnTo>
                  <a:lnTo>
                    <a:pt x="3987307" y="288767"/>
                  </a:lnTo>
                  <a:lnTo>
                    <a:pt x="3983520" y="282607"/>
                  </a:lnTo>
                  <a:lnTo>
                    <a:pt x="3984247" y="276069"/>
                  </a:lnTo>
                  <a:lnTo>
                    <a:pt x="3988616" y="270881"/>
                  </a:lnTo>
                  <a:lnTo>
                    <a:pt x="3995753" y="268767"/>
                  </a:lnTo>
                  <a:lnTo>
                    <a:pt x="4003340" y="268767"/>
                  </a:lnTo>
                  <a:lnTo>
                    <a:pt x="4008397" y="273563"/>
                  </a:lnTo>
                  <a:lnTo>
                    <a:pt x="4008397" y="287520"/>
                  </a:lnTo>
                  <a:lnTo>
                    <a:pt x="4002252" y="292531"/>
                  </a:lnTo>
                  <a:close/>
                </a:path>
                <a:path w="4122420" h="2482215">
                  <a:moveTo>
                    <a:pt x="2488214" y="292555"/>
                  </a:moveTo>
                  <a:lnTo>
                    <a:pt x="2478453" y="292555"/>
                  </a:lnTo>
                  <a:lnTo>
                    <a:pt x="2475115" y="291404"/>
                  </a:lnTo>
                  <a:lnTo>
                    <a:pt x="2472358" y="288767"/>
                  </a:lnTo>
                  <a:lnTo>
                    <a:pt x="2469054" y="282607"/>
                  </a:lnTo>
                  <a:lnTo>
                    <a:pt x="2470026" y="276069"/>
                  </a:lnTo>
                  <a:lnTo>
                    <a:pt x="2474478" y="270881"/>
                  </a:lnTo>
                  <a:lnTo>
                    <a:pt x="2481614" y="268767"/>
                  </a:lnTo>
                  <a:lnTo>
                    <a:pt x="2482069" y="268719"/>
                  </a:lnTo>
                  <a:lnTo>
                    <a:pt x="2482903" y="268695"/>
                  </a:lnTo>
                  <a:lnTo>
                    <a:pt x="2489098" y="268695"/>
                  </a:lnTo>
                  <a:lnTo>
                    <a:pt x="2494283" y="274019"/>
                  </a:lnTo>
                  <a:lnTo>
                    <a:pt x="2494283" y="287735"/>
                  </a:lnTo>
                  <a:lnTo>
                    <a:pt x="2488214" y="292555"/>
                  </a:lnTo>
                  <a:close/>
                </a:path>
                <a:path w="4122420" h="2482215">
                  <a:moveTo>
                    <a:pt x="3017557" y="292555"/>
                  </a:moveTo>
                  <a:lnTo>
                    <a:pt x="3007796" y="292555"/>
                  </a:lnTo>
                  <a:lnTo>
                    <a:pt x="3004584" y="291404"/>
                  </a:lnTo>
                  <a:lnTo>
                    <a:pt x="3002081" y="288767"/>
                  </a:lnTo>
                  <a:lnTo>
                    <a:pt x="2998307" y="282607"/>
                  </a:lnTo>
                  <a:lnTo>
                    <a:pt x="2999126" y="276069"/>
                  </a:lnTo>
                  <a:lnTo>
                    <a:pt x="3003742" y="270881"/>
                  </a:lnTo>
                  <a:lnTo>
                    <a:pt x="3011362" y="268767"/>
                  </a:lnTo>
                  <a:lnTo>
                    <a:pt x="3018113" y="268767"/>
                  </a:lnTo>
                  <a:lnTo>
                    <a:pt x="3024005" y="273563"/>
                  </a:lnTo>
                  <a:lnTo>
                    <a:pt x="3024005" y="287735"/>
                  </a:lnTo>
                  <a:lnTo>
                    <a:pt x="3017557" y="292555"/>
                  </a:lnTo>
                  <a:close/>
                </a:path>
                <a:path w="4122420" h="2482215">
                  <a:moveTo>
                    <a:pt x="3244841" y="292555"/>
                  </a:moveTo>
                  <a:lnTo>
                    <a:pt x="3235459" y="292555"/>
                  </a:lnTo>
                  <a:lnTo>
                    <a:pt x="3232323" y="291404"/>
                  </a:lnTo>
                  <a:lnTo>
                    <a:pt x="3229820" y="288767"/>
                  </a:lnTo>
                  <a:lnTo>
                    <a:pt x="3226057" y="282607"/>
                  </a:lnTo>
                  <a:lnTo>
                    <a:pt x="3226874" y="276069"/>
                  </a:lnTo>
                  <a:lnTo>
                    <a:pt x="3231484" y="270881"/>
                  </a:lnTo>
                  <a:lnTo>
                    <a:pt x="3239101" y="268767"/>
                  </a:lnTo>
                  <a:lnTo>
                    <a:pt x="3245852" y="268767"/>
                  </a:lnTo>
                  <a:lnTo>
                    <a:pt x="3250910" y="273563"/>
                  </a:lnTo>
                  <a:lnTo>
                    <a:pt x="3250910" y="287735"/>
                  </a:lnTo>
                  <a:lnTo>
                    <a:pt x="3244841" y="292555"/>
                  </a:lnTo>
                  <a:close/>
                </a:path>
                <a:path w="4122420" h="2482215">
                  <a:moveTo>
                    <a:pt x="4078241" y="292555"/>
                  </a:moveTo>
                  <a:lnTo>
                    <a:pt x="4068480" y="292555"/>
                  </a:lnTo>
                  <a:lnTo>
                    <a:pt x="4065167" y="291404"/>
                  </a:lnTo>
                  <a:lnTo>
                    <a:pt x="4062386" y="288767"/>
                  </a:lnTo>
                  <a:lnTo>
                    <a:pt x="4059092" y="282607"/>
                  </a:lnTo>
                  <a:lnTo>
                    <a:pt x="4060066" y="276069"/>
                  </a:lnTo>
                  <a:lnTo>
                    <a:pt x="4064519" y="270881"/>
                  </a:lnTo>
                  <a:lnTo>
                    <a:pt x="4071666" y="268767"/>
                  </a:lnTo>
                  <a:lnTo>
                    <a:pt x="4078418" y="268767"/>
                  </a:lnTo>
                  <a:lnTo>
                    <a:pt x="4084310" y="273563"/>
                  </a:lnTo>
                  <a:lnTo>
                    <a:pt x="4084310" y="287735"/>
                  </a:lnTo>
                  <a:lnTo>
                    <a:pt x="4078241" y="292555"/>
                  </a:lnTo>
                  <a:close/>
                </a:path>
                <a:path w="4122420" h="2482215">
                  <a:moveTo>
                    <a:pt x="2558361" y="292771"/>
                  </a:moveTo>
                  <a:lnTo>
                    <a:pt x="2557552" y="292771"/>
                  </a:lnTo>
                  <a:lnTo>
                    <a:pt x="2549003" y="288454"/>
                  </a:lnTo>
                  <a:lnTo>
                    <a:pt x="2546153" y="280464"/>
                  </a:lnTo>
                  <a:lnTo>
                    <a:pt x="2549003" y="272626"/>
                  </a:lnTo>
                  <a:lnTo>
                    <a:pt x="2557552" y="268767"/>
                  </a:lnTo>
                  <a:lnTo>
                    <a:pt x="2558083" y="268719"/>
                  </a:lnTo>
                  <a:lnTo>
                    <a:pt x="2559119" y="268695"/>
                  </a:lnTo>
                  <a:lnTo>
                    <a:pt x="2568471" y="272457"/>
                  </a:lnTo>
                  <a:lnTo>
                    <a:pt x="2571457" y="280733"/>
                  </a:lnTo>
                  <a:lnTo>
                    <a:pt x="2568085" y="289009"/>
                  </a:lnTo>
                  <a:lnTo>
                    <a:pt x="2558361" y="292771"/>
                  </a:lnTo>
                  <a:close/>
                </a:path>
                <a:path w="4122420" h="2482215">
                  <a:moveTo>
                    <a:pt x="3391711" y="292771"/>
                  </a:moveTo>
                  <a:lnTo>
                    <a:pt x="3390926" y="292771"/>
                  </a:lnTo>
                  <a:lnTo>
                    <a:pt x="3381923" y="288454"/>
                  </a:lnTo>
                  <a:lnTo>
                    <a:pt x="3378922" y="280464"/>
                  </a:lnTo>
                  <a:lnTo>
                    <a:pt x="3381923" y="272626"/>
                  </a:lnTo>
                  <a:lnTo>
                    <a:pt x="3390926" y="268767"/>
                  </a:lnTo>
                  <a:lnTo>
                    <a:pt x="3391458" y="268719"/>
                  </a:lnTo>
                  <a:lnTo>
                    <a:pt x="3392469" y="268695"/>
                  </a:lnTo>
                  <a:lnTo>
                    <a:pt x="3401383" y="272457"/>
                  </a:lnTo>
                  <a:lnTo>
                    <a:pt x="3404228" y="280733"/>
                  </a:lnTo>
                  <a:lnTo>
                    <a:pt x="3401004" y="289009"/>
                  </a:lnTo>
                  <a:lnTo>
                    <a:pt x="3391711" y="292771"/>
                  </a:lnTo>
                  <a:close/>
                </a:path>
                <a:path w="4122420" h="2482215">
                  <a:moveTo>
                    <a:pt x="3770391" y="292843"/>
                  </a:moveTo>
                  <a:lnTo>
                    <a:pt x="3769885" y="292843"/>
                  </a:lnTo>
                  <a:lnTo>
                    <a:pt x="3768823" y="292771"/>
                  </a:lnTo>
                  <a:lnTo>
                    <a:pt x="3760289" y="288569"/>
                  </a:lnTo>
                  <a:lnTo>
                    <a:pt x="3757444" y="280769"/>
                  </a:lnTo>
                  <a:lnTo>
                    <a:pt x="3760289" y="272970"/>
                  </a:lnTo>
                  <a:lnTo>
                    <a:pt x="3768823" y="268767"/>
                  </a:lnTo>
                  <a:lnTo>
                    <a:pt x="3769355" y="268719"/>
                  </a:lnTo>
                  <a:lnTo>
                    <a:pt x="3770391" y="268695"/>
                  </a:lnTo>
                  <a:lnTo>
                    <a:pt x="3779665" y="272468"/>
                  </a:lnTo>
                  <a:lnTo>
                    <a:pt x="3782757" y="280769"/>
                  </a:lnTo>
                  <a:lnTo>
                    <a:pt x="3779665" y="289070"/>
                  </a:lnTo>
                  <a:lnTo>
                    <a:pt x="3770391" y="292843"/>
                  </a:lnTo>
                  <a:close/>
                </a:path>
                <a:path w="4122420" h="2482215">
                  <a:moveTo>
                    <a:pt x="1260278" y="293635"/>
                  </a:moveTo>
                  <a:lnTo>
                    <a:pt x="1253551" y="293635"/>
                  </a:lnTo>
                  <a:lnTo>
                    <a:pt x="1247609" y="287544"/>
                  </a:lnTo>
                  <a:lnTo>
                    <a:pt x="1248393" y="280757"/>
                  </a:lnTo>
                  <a:lnTo>
                    <a:pt x="1248393" y="279175"/>
                  </a:lnTo>
                  <a:lnTo>
                    <a:pt x="1249253" y="276777"/>
                  </a:lnTo>
                  <a:lnTo>
                    <a:pt x="1250921" y="274379"/>
                  </a:lnTo>
                  <a:lnTo>
                    <a:pt x="1256839" y="280757"/>
                  </a:lnTo>
                  <a:lnTo>
                    <a:pt x="1261062" y="285577"/>
                  </a:lnTo>
                  <a:lnTo>
                    <a:pt x="1266954" y="291165"/>
                  </a:lnTo>
                  <a:lnTo>
                    <a:pt x="1265260" y="292771"/>
                  </a:lnTo>
                  <a:lnTo>
                    <a:pt x="1261062" y="292771"/>
                  </a:lnTo>
                  <a:lnTo>
                    <a:pt x="1261062" y="293563"/>
                  </a:lnTo>
                  <a:lnTo>
                    <a:pt x="1260278" y="293635"/>
                  </a:lnTo>
                  <a:close/>
                </a:path>
                <a:path w="4122420" h="2482215">
                  <a:moveTo>
                    <a:pt x="1116569" y="294138"/>
                  </a:moveTo>
                  <a:lnTo>
                    <a:pt x="1106808" y="294138"/>
                  </a:lnTo>
                  <a:lnTo>
                    <a:pt x="1103521" y="292963"/>
                  </a:lnTo>
                  <a:lnTo>
                    <a:pt x="1100790" y="290373"/>
                  </a:lnTo>
                  <a:lnTo>
                    <a:pt x="1097379" y="284203"/>
                  </a:lnTo>
                  <a:lnTo>
                    <a:pt x="1098157" y="277667"/>
                  </a:lnTo>
                  <a:lnTo>
                    <a:pt x="1102571" y="272484"/>
                  </a:lnTo>
                  <a:lnTo>
                    <a:pt x="1110070" y="270374"/>
                  </a:lnTo>
                  <a:lnTo>
                    <a:pt x="1110500" y="270326"/>
                  </a:lnTo>
                  <a:lnTo>
                    <a:pt x="1111360" y="270302"/>
                  </a:lnTo>
                  <a:lnTo>
                    <a:pt x="1117555" y="270302"/>
                  </a:lnTo>
                  <a:lnTo>
                    <a:pt x="1122714" y="275578"/>
                  </a:lnTo>
                  <a:lnTo>
                    <a:pt x="1122714" y="289126"/>
                  </a:lnTo>
                  <a:lnTo>
                    <a:pt x="1116569" y="294138"/>
                  </a:lnTo>
                  <a:close/>
                </a:path>
                <a:path w="4122420" h="2482215">
                  <a:moveTo>
                    <a:pt x="1192027" y="294138"/>
                  </a:moveTo>
                  <a:lnTo>
                    <a:pt x="1182342" y="294138"/>
                  </a:lnTo>
                  <a:lnTo>
                    <a:pt x="1179181" y="292963"/>
                  </a:lnTo>
                  <a:lnTo>
                    <a:pt x="1176703" y="290373"/>
                  </a:lnTo>
                  <a:lnTo>
                    <a:pt x="1172929" y="284191"/>
                  </a:lnTo>
                  <a:lnTo>
                    <a:pt x="1173747" y="277565"/>
                  </a:lnTo>
                  <a:lnTo>
                    <a:pt x="1178363" y="272140"/>
                  </a:lnTo>
                  <a:lnTo>
                    <a:pt x="1185983" y="269559"/>
                  </a:lnTo>
                  <a:lnTo>
                    <a:pt x="1192735" y="269559"/>
                  </a:lnTo>
                  <a:lnTo>
                    <a:pt x="1198627" y="275170"/>
                  </a:lnTo>
                  <a:lnTo>
                    <a:pt x="1197792" y="281573"/>
                  </a:lnTo>
                  <a:lnTo>
                    <a:pt x="1198349" y="289126"/>
                  </a:lnTo>
                  <a:lnTo>
                    <a:pt x="1192027" y="294138"/>
                  </a:lnTo>
                  <a:close/>
                </a:path>
                <a:path w="4122420" h="2482215">
                  <a:moveTo>
                    <a:pt x="2451269" y="325552"/>
                  </a:moveTo>
                  <a:lnTo>
                    <a:pt x="2433542" y="308766"/>
                  </a:lnTo>
                  <a:lnTo>
                    <a:pt x="2436147" y="306032"/>
                  </a:lnTo>
                  <a:lnTo>
                    <a:pt x="2439611" y="304785"/>
                  </a:lnTo>
                  <a:lnTo>
                    <a:pt x="2449751" y="304785"/>
                  </a:lnTo>
                  <a:lnTo>
                    <a:pt x="2456326" y="309389"/>
                  </a:lnTo>
                  <a:lnTo>
                    <a:pt x="2456326" y="319965"/>
                  </a:lnTo>
                  <a:lnTo>
                    <a:pt x="2454632" y="323154"/>
                  </a:lnTo>
                  <a:lnTo>
                    <a:pt x="2451269" y="325552"/>
                  </a:lnTo>
                  <a:close/>
                </a:path>
                <a:path w="4122420" h="2482215">
                  <a:moveTo>
                    <a:pt x="2903738" y="327998"/>
                  </a:moveTo>
                  <a:lnTo>
                    <a:pt x="2894356" y="327998"/>
                  </a:lnTo>
                  <a:lnTo>
                    <a:pt x="2891423" y="327015"/>
                  </a:lnTo>
                  <a:lnTo>
                    <a:pt x="2889046" y="324761"/>
                  </a:lnTo>
                  <a:lnTo>
                    <a:pt x="2885259" y="318133"/>
                  </a:lnTo>
                  <a:lnTo>
                    <a:pt x="2885986" y="311362"/>
                  </a:lnTo>
                  <a:lnTo>
                    <a:pt x="2890355" y="306092"/>
                  </a:lnTo>
                  <a:lnTo>
                    <a:pt x="2897492" y="303970"/>
                  </a:lnTo>
                  <a:lnTo>
                    <a:pt x="2897492" y="304761"/>
                  </a:lnTo>
                  <a:lnTo>
                    <a:pt x="2905022" y="304761"/>
                  </a:lnTo>
                  <a:lnTo>
                    <a:pt x="2910136" y="309965"/>
                  </a:lnTo>
                  <a:lnTo>
                    <a:pt x="2910136" y="323130"/>
                  </a:lnTo>
                  <a:lnTo>
                    <a:pt x="2903738" y="327998"/>
                  </a:lnTo>
                  <a:close/>
                </a:path>
                <a:path w="4122420" h="2482215">
                  <a:moveTo>
                    <a:pt x="2905022" y="304761"/>
                  </a:moveTo>
                  <a:lnTo>
                    <a:pt x="2897492" y="304761"/>
                  </a:lnTo>
                  <a:lnTo>
                    <a:pt x="2898351" y="304689"/>
                  </a:lnTo>
                  <a:lnTo>
                    <a:pt x="2904951" y="304689"/>
                  </a:lnTo>
                  <a:close/>
                </a:path>
                <a:path w="4122420" h="2482215">
                  <a:moveTo>
                    <a:pt x="2979651" y="327998"/>
                  </a:moveTo>
                  <a:lnTo>
                    <a:pt x="2970269" y="327998"/>
                  </a:lnTo>
                  <a:lnTo>
                    <a:pt x="2967336" y="327015"/>
                  </a:lnTo>
                  <a:lnTo>
                    <a:pt x="2964958" y="324761"/>
                  </a:lnTo>
                  <a:lnTo>
                    <a:pt x="2961183" y="318133"/>
                  </a:lnTo>
                  <a:lnTo>
                    <a:pt x="2961909" y="311362"/>
                  </a:lnTo>
                  <a:lnTo>
                    <a:pt x="2966271" y="306092"/>
                  </a:lnTo>
                  <a:lnTo>
                    <a:pt x="2973405" y="303970"/>
                  </a:lnTo>
                  <a:lnTo>
                    <a:pt x="2973405" y="304761"/>
                  </a:lnTo>
                  <a:lnTo>
                    <a:pt x="2980960" y="304761"/>
                  </a:lnTo>
                  <a:lnTo>
                    <a:pt x="2986048" y="309965"/>
                  </a:lnTo>
                  <a:lnTo>
                    <a:pt x="2986048" y="323130"/>
                  </a:lnTo>
                  <a:lnTo>
                    <a:pt x="2979651" y="327998"/>
                  </a:lnTo>
                  <a:close/>
                </a:path>
                <a:path w="4122420" h="2482215">
                  <a:moveTo>
                    <a:pt x="2980960" y="304761"/>
                  </a:moveTo>
                  <a:lnTo>
                    <a:pt x="2973405" y="304761"/>
                  </a:lnTo>
                  <a:lnTo>
                    <a:pt x="2974265" y="304689"/>
                  </a:lnTo>
                  <a:lnTo>
                    <a:pt x="2980890" y="304689"/>
                  </a:lnTo>
                  <a:close/>
                </a:path>
                <a:path w="4122420" h="2482215">
                  <a:moveTo>
                    <a:pt x="3131477" y="327998"/>
                  </a:moveTo>
                  <a:lnTo>
                    <a:pt x="3121690" y="327998"/>
                  </a:lnTo>
                  <a:lnTo>
                    <a:pt x="3118580" y="327015"/>
                  </a:lnTo>
                  <a:lnTo>
                    <a:pt x="3115951" y="324761"/>
                  </a:lnTo>
                  <a:lnTo>
                    <a:pt x="3112539" y="318133"/>
                  </a:lnTo>
                  <a:lnTo>
                    <a:pt x="3113317" y="311362"/>
                  </a:lnTo>
                  <a:lnTo>
                    <a:pt x="3117732" y="306092"/>
                  </a:lnTo>
                  <a:lnTo>
                    <a:pt x="3125231" y="303970"/>
                  </a:lnTo>
                  <a:lnTo>
                    <a:pt x="3125231" y="304761"/>
                  </a:lnTo>
                  <a:lnTo>
                    <a:pt x="3132787" y="304761"/>
                  </a:lnTo>
                  <a:lnTo>
                    <a:pt x="3137875" y="309965"/>
                  </a:lnTo>
                  <a:lnTo>
                    <a:pt x="3137875" y="323130"/>
                  </a:lnTo>
                  <a:lnTo>
                    <a:pt x="3131477" y="327998"/>
                  </a:lnTo>
                  <a:close/>
                </a:path>
                <a:path w="4122420" h="2482215">
                  <a:moveTo>
                    <a:pt x="3132787" y="304761"/>
                  </a:moveTo>
                  <a:lnTo>
                    <a:pt x="3125231" y="304761"/>
                  </a:lnTo>
                  <a:lnTo>
                    <a:pt x="3126090" y="304689"/>
                  </a:lnTo>
                  <a:lnTo>
                    <a:pt x="3132716" y="304689"/>
                  </a:lnTo>
                  <a:close/>
                </a:path>
                <a:path w="4122420" h="2482215">
                  <a:moveTo>
                    <a:pt x="3207011" y="327998"/>
                  </a:moveTo>
                  <a:lnTo>
                    <a:pt x="3197250" y="327998"/>
                  </a:lnTo>
                  <a:lnTo>
                    <a:pt x="3194240" y="327015"/>
                  </a:lnTo>
                  <a:lnTo>
                    <a:pt x="3191864" y="324761"/>
                  </a:lnTo>
                  <a:lnTo>
                    <a:pt x="3188101" y="318133"/>
                  </a:lnTo>
                  <a:lnTo>
                    <a:pt x="3188918" y="311362"/>
                  </a:lnTo>
                  <a:lnTo>
                    <a:pt x="3193528" y="306092"/>
                  </a:lnTo>
                  <a:lnTo>
                    <a:pt x="3201144" y="303970"/>
                  </a:lnTo>
                  <a:lnTo>
                    <a:pt x="3201144" y="304761"/>
                  </a:lnTo>
                  <a:lnTo>
                    <a:pt x="3208589" y="304761"/>
                  </a:lnTo>
                  <a:lnTo>
                    <a:pt x="3213004" y="309965"/>
                  </a:lnTo>
                  <a:lnTo>
                    <a:pt x="3213788" y="315960"/>
                  </a:lnTo>
                  <a:lnTo>
                    <a:pt x="3213788" y="323130"/>
                  </a:lnTo>
                  <a:lnTo>
                    <a:pt x="3207011" y="327998"/>
                  </a:lnTo>
                  <a:close/>
                </a:path>
                <a:path w="4122420" h="2482215">
                  <a:moveTo>
                    <a:pt x="3208589" y="304761"/>
                  </a:moveTo>
                  <a:lnTo>
                    <a:pt x="3201144" y="304761"/>
                  </a:lnTo>
                  <a:lnTo>
                    <a:pt x="3202004" y="304689"/>
                  </a:lnTo>
                  <a:lnTo>
                    <a:pt x="3208528" y="304689"/>
                  </a:lnTo>
                  <a:close/>
                </a:path>
                <a:path w="4122420" h="2482215">
                  <a:moveTo>
                    <a:pt x="3358382" y="327998"/>
                  </a:moveTo>
                  <a:lnTo>
                    <a:pt x="3349000" y="327998"/>
                  </a:lnTo>
                  <a:lnTo>
                    <a:pt x="3346067" y="327015"/>
                  </a:lnTo>
                  <a:lnTo>
                    <a:pt x="3343690" y="324761"/>
                  </a:lnTo>
                  <a:lnTo>
                    <a:pt x="3339913" y="318133"/>
                  </a:lnTo>
                  <a:lnTo>
                    <a:pt x="3340639" y="311362"/>
                  </a:lnTo>
                  <a:lnTo>
                    <a:pt x="3345002" y="306092"/>
                  </a:lnTo>
                  <a:lnTo>
                    <a:pt x="3352136" y="303970"/>
                  </a:lnTo>
                  <a:lnTo>
                    <a:pt x="3352136" y="304761"/>
                  </a:lnTo>
                  <a:lnTo>
                    <a:pt x="3359691" y="304761"/>
                  </a:lnTo>
                  <a:lnTo>
                    <a:pt x="3364780" y="309965"/>
                  </a:lnTo>
                  <a:lnTo>
                    <a:pt x="3364780" y="323130"/>
                  </a:lnTo>
                  <a:lnTo>
                    <a:pt x="3358382" y="327998"/>
                  </a:lnTo>
                  <a:close/>
                </a:path>
                <a:path w="4122420" h="2482215">
                  <a:moveTo>
                    <a:pt x="3359691" y="304761"/>
                  </a:moveTo>
                  <a:lnTo>
                    <a:pt x="3352136" y="304761"/>
                  </a:lnTo>
                  <a:lnTo>
                    <a:pt x="3352995" y="304689"/>
                  </a:lnTo>
                  <a:lnTo>
                    <a:pt x="3359621" y="304689"/>
                  </a:lnTo>
                  <a:close/>
                </a:path>
                <a:path w="4122420" h="2482215">
                  <a:moveTo>
                    <a:pt x="3510233" y="327998"/>
                  </a:moveTo>
                  <a:lnTo>
                    <a:pt x="3500447" y="327998"/>
                  </a:lnTo>
                  <a:lnTo>
                    <a:pt x="3497312" y="327015"/>
                  </a:lnTo>
                  <a:lnTo>
                    <a:pt x="3494681" y="324761"/>
                  </a:lnTo>
                  <a:lnTo>
                    <a:pt x="3491270" y="318133"/>
                  </a:lnTo>
                  <a:lnTo>
                    <a:pt x="3492048" y="311362"/>
                  </a:lnTo>
                  <a:lnTo>
                    <a:pt x="3496463" y="306092"/>
                  </a:lnTo>
                  <a:lnTo>
                    <a:pt x="3503962" y="303970"/>
                  </a:lnTo>
                  <a:lnTo>
                    <a:pt x="3503962" y="304761"/>
                  </a:lnTo>
                  <a:lnTo>
                    <a:pt x="3511517" y="304761"/>
                  </a:lnTo>
                  <a:lnTo>
                    <a:pt x="3516631" y="309965"/>
                  </a:lnTo>
                  <a:lnTo>
                    <a:pt x="3516631" y="323130"/>
                  </a:lnTo>
                  <a:lnTo>
                    <a:pt x="3510233" y="327998"/>
                  </a:lnTo>
                  <a:close/>
                </a:path>
                <a:path w="4122420" h="2482215">
                  <a:moveTo>
                    <a:pt x="3511517" y="304761"/>
                  </a:moveTo>
                  <a:lnTo>
                    <a:pt x="3503962" y="304761"/>
                  </a:lnTo>
                  <a:lnTo>
                    <a:pt x="3504847" y="304689"/>
                  </a:lnTo>
                  <a:lnTo>
                    <a:pt x="3511447" y="304689"/>
                  </a:lnTo>
                  <a:close/>
                </a:path>
                <a:path w="4122420" h="2482215">
                  <a:moveTo>
                    <a:pt x="3585388" y="327998"/>
                  </a:moveTo>
                  <a:lnTo>
                    <a:pt x="3575905" y="327998"/>
                  </a:lnTo>
                  <a:lnTo>
                    <a:pt x="3572972" y="327015"/>
                  </a:lnTo>
                  <a:lnTo>
                    <a:pt x="3570619" y="324761"/>
                  </a:lnTo>
                  <a:lnTo>
                    <a:pt x="3566842" y="318133"/>
                  </a:lnTo>
                  <a:lnTo>
                    <a:pt x="3567652" y="311362"/>
                  </a:lnTo>
                  <a:lnTo>
                    <a:pt x="3572259" y="306092"/>
                  </a:lnTo>
                  <a:lnTo>
                    <a:pt x="3579875" y="303970"/>
                  </a:lnTo>
                  <a:lnTo>
                    <a:pt x="3579875" y="304761"/>
                  </a:lnTo>
                  <a:lnTo>
                    <a:pt x="3587321" y="304761"/>
                  </a:lnTo>
                  <a:lnTo>
                    <a:pt x="3591760" y="309965"/>
                  </a:lnTo>
                  <a:lnTo>
                    <a:pt x="3592544" y="315960"/>
                  </a:lnTo>
                  <a:lnTo>
                    <a:pt x="3591963" y="323130"/>
                  </a:lnTo>
                  <a:lnTo>
                    <a:pt x="3585388" y="327998"/>
                  </a:lnTo>
                  <a:close/>
                </a:path>
                <a:path w="4122420" h="2482215">
                  <a:moveTo>
                    <a:pt x="3587321" y="304761"/>
                  </a:moveTo>
                  <a:lnTo>
                    <a:pt x="3579875" y="304761"/>
                  </a:lnTo>
                  <a:lnTo>
                    <a:pt x="3580760" y="304689"/>
                  </a:lnTo>
                  <a:lnTo>
                    <a:pt x="3587259" y="304689"/>
                  </a:lnTo>
                  <a:close/>
                </a:path>
                <a:path w="4122420" h="2482215">
                  <a:moveTo>
                    <a:pt x="3737138" y="327998"/>
                  </a:moveTo>
                  <a:lnTo>
                    <a:pt x="3727756" y="327998"/>
                  </a:lnTo>
                  <a:lnTo>
                    <a:pt x="3724798" y="327015"/>
                  </a:lnTo>
                  <a:lnTo>
                    <a:pt x="3722446" y="324761"/>
                  </a:lnTo>
                  <a:lnTo>
                    <a:pt x="3718659" y="318133"/>
                  </a:lnTo>
                  <a:lnTo>
                    <a:pt x="3719383" y="311362"/>
                  </a:lnTo>
                  <a:lnTo>
                    <a:pt x="3723744" y="306092"/>
                  </a:lnTo>
                  <a:lnTo>
                    <a:pt x="3730866" y="303970"/>
                  </a:lnTo>
                  <a:lnTo>
                    <a:pt x="3730866" y="304761"/>
                  </a:lnTo>
                  <a:lnTo>
                    <a:pt x="3738422" y="304761"/>
                  </a:lnTo>
                  <a:lnTo>
                    <a:pt x="3743536" y="309965"/>
                  </a:lnTo>
                  <a:lnTo>
                    <a:pt x="3743536" y="323130"/>
                  </a:lnTo>
                  <a:lnTo>
                    <a:pt x="3737138" y="327998"/>
                  </a:lnTo>
                  <a:close/>
                </a:path>
                <a:path w="4122420" h="2482215">
                  <a:moveTo>
                    <a:pt x="3738422" y="304761"/>
                  </a:moveTo>
                  <a:lnTo>
                    <a:pt x="3730866" y="304761"/>
                  </a:lnTo>
                  <a:lnTo>
                    <a:pt x="3731751" y="304689"/>
                  </a:lnTo>
                  <a:lnTo>
                    <a:pt x="3738351" y="304689"/>
                  </a:lnTo>
                  <a:close/>
                </a:path>
                <a:path w="4122420" h="2482215">
                  <a:moveTo>
                    <a:pt x="3888964" y="327998"/>
                  </a:moveTo>
                  <a:lnTo>
                    <a:pt x="3879178" y="327998"/>
                  </a:lnTo>
                  <a:lnTo>
                    <a:pt x="3876068" y="327015"/>
                  </a:lnTo>
                  <a:lnTo>
                    <a:pt x="3873438" y="324761"/>
                  </a:lnTo>
                  <a:lnTo>
                    <a:pt x="3870027" y="318133"/>
                  </a:lnTo>
                  <a:lnTo>
                    <a:pt x="3870804" y="311362"/>
                  </a:lnTo>
                  <a:lnTo>
                    <a:pt x="3875219" y="306092"/>
                  </a:lnTo>
                  <a:lnTo>
                    <a:pt x="3882718" y="303970"/>
                  </a:lnTo>
                  <a:lnTo>
                    <a:pt x="3882718" y="304761"/>
                  </a:lnTo>
                  <a:lnTo>
                    <a:pt x="3890273" y="304761"/>
                  </a:lnTo>
                  <a:lnTo>
                    <a:pt x="3895362" y="309965"/>
                  </a:lnTo>
                  <a:lnTo>
                    <a:pt x="3895362" y="323130"/>
                  </a:lnTo>
                  <a:lnTo>
                    <a:pt x="3888964" y="327998"/>
                  </a:lnTo>
                  <a:close/>
                </a:path>
                <a:path w="4122420" h="2482215">
                  <a:moveTo>
                    <a:pt x="3890273" y="304761"/>
                  </a:moveTo>
                  <a:lnTo>
                    <a:pt x="3882718" y="304761"/>
                  </a:lnTo>
                  <a:lnTo>
                    <a:pt x="3883578" y="304689"/>
                  </a:lnTo>
                  <a:lnTo>
                    <a:pt x="3890203" y="304689"/>
                  </a:lnTo>
                  <a:close/>
                </a:path>
                <a:path w="4122420" h="2482215">
                  <a:moveTo>
                    <a:pt x="3964043" y="327998"/>
                  </a:moveTo>
                  <a:lnTo>
                    <a:pt x="3954661" y="327998"/>
                  </a:lnTo>
                  <a:lnTo>
                    <a:pt x="3951702" y="327015"/>
                  </a:lnTo>
                  <a:lnTo>
                    <a:pt x="3949351" y="324761"/>
                  </a:lnTo>
                  <a:lnTo>
                    <a:pt x="3945564" y="318133"/>
                  </a:lnTo>
                  <a:lnTo>
                    <a:pt x="3946288" y="311362"/>
                  </a:lnTo>
                  <a:lnTo>
                    <a:pt x="3950649" y="306092"/>
                  </a:lnTo>
                  <a:lnTo>
                    <a:pt x="3957772" y="303970"/>
                  </a:lnTo>
                  <a:lnTo>
                    <a:pt x="3958631" y="304761"/>
                  </a:lnTo>
                  <a:lnTo>
                    <a:pt x="3966076" y="304761"/>
                  </a:lnTo>
                  <a:lnTo>
                    <a:pt x="3970440" y="309965"/>
                  </a:lnTo>
                  <a:lnTo>
                    <a:pt x="3970440" y="323130"/>
                  </a:lnTo>
                  <a:lnTo>
                    <a:pt x="3964043" y="327998"/>
                  </a:lnTo>
                  <a:close/>
                </a:path>
                <a:path w="4122420" h="2482215">
                  <a:moveTo>
                    <a:pt x="3966076" y="304761"/>
                  </a:moveTo>
                  <a:lnTo>
                    <a:pt x="3958631" y="304761"/>
                  </a:lnTo>
                  <a:lnTo>
                    <a:pt x="3959491" y="304689"/>
                  </a:lnTo>
                  <a:lnTo>
                    <a:pt x="3966015" y="304689"/>
                  </a:lnTo>
                  <a:close/>
                </a:path>
                <a:path w="4122420" h="2482215">
                  <a:moveTo>
                    <a:pt x="2669879" y="328022"/>
                  </a:moveTo>
                  <a:lnTo>
                    <a:pt x="2660590" y="324253"/>
                  </a:lnTo>
                  <a:lnTo>
                    <a:pt x="2657494" y="315960"/>
                  </a:lnTo>
                  <a:lnTo>
                    <a:pt x="2660590" y="307667"/>
                  </a:lnTo>
                  <a:lnTo>
                    <a:pt x="2669879" y="303898"/>
                  </a:lnTo>
                  <a:lnTo>
                    <a:pt x="2670359" y="303898"/>
                  </a:lnTo>
                  <a:lnTo>
                    <a:pt x="2671422" y="303970"/>
                  </a:lnTo>
                  <a:lnTo>
                    <a:pt x="2679956" y="308273"/>
                  </a:lnTo>
                  <a:lnTo>
                    <a:pt x="2682801" y="316257"/>
                  </a:lnTo>
                  <a:lnTo>
                    <a:pt x="2679956" y="324092"/>
                  </a:lnTo>
                  <a:lnTo>
                    <a:pt x="2671422" y="327950"/>
                  </a:lnTo>
                  <a:lnTo>
                    <a:pt x="2670890" y="327998"/>
                  </a:lnTo>
                  <a:lnTo>
                    <a:pt x="2669879" y="328022"/>
                  </a:lnTo>
                  <a:close/>
                </a:path>
                <a:path w="4122420" h="2482215">
                  <a:moveTo>
                    <a:pt x="2820871" y="328022"/>
                  </a:moveTo>
                  <a:lnTo>
                    <a:pt x="2811582" y="324253"/>
                  </a:lnTo>
                  <a:lnTo>
                    <a:pt x="2808486" y="315960"/>
                  </a:lnTo>
                  <a:lnTo>
                    <a:pt x="2811582" y="307667"/>
                  </a:lnTo>
                  <a:lnTo>
                    <a:pt x="2820871" y="303898"/>
                  </a:lnTo>
                  <a:lnTo>
                    <a:pt x="2821351" y="303898"/>
                  </a:lnTo>
                  <a:lnTo>
                    <a:pt x="2822413" y="303970"/>
                  </a:lnTo>
                  <a:lnTo>
                    <a:pt x="2830948" y="308162"/>
                  </a:lnTo>
                  <a:lnTo>
                    <a:pt x="2833793" y="315960"/>
                  </a:lnTo>
                  <a:lnTo>
                    <a:pt x="2830948" y="323758"/>
                  </a:lnTo>
                  <a:lnTo>
                    <a:pt x="2822413" y="327950"/>
                  </a:lnTo>
                  <a:lnTo>
                    <a:pt x="2821882" y="327998"/>
                  </a:lnTo>
                  <a:lnTo>
                    <a:pt x="2820871" y="328022"/>
                  </a:lnTo>
                  <a:close/>
                </a:path>
                <a:path w="4122420" h="2482215">
                  <a:moveTo>
                    <a:pt x="3653487" y="328022"/>
                  </a:moveTo>
                  <a:lnTo>
                    <a:pt x="3644625" y="324253"/>
                  </a:lnTo>
                  <a:lnTo>
                    <a:pt x="3641671" y="315960"/>
                  </a:lnTo>
                  <a:lnTo>
                    <a:pt x="3644625" y="307667"/>
                  </a:lnTo>
                  <a:lnTo>
                    <a:pt x="3653487" y="303898"/>
                  </a:lnTo>
                  <a:lnTo>
                    <a:pt x="3653967" y="303898"/>
                  </a:lnTo>
                  <a:lnTo>
                    <a:pt x="3654954" y="303970"/>
                  </a:lnTo>
                  <a:lnTo>
                    <a:pt x="3663972" y="308162"/>
                  </a:lnTo>
                  <a:lnTo>
                    <a:pt x="3666978" y="315960"/>
                  </a:lnTo>
                  <a:lnTo>
                    <a:pt x="3663972" y="323758"/>
                  </a:lnTo>
                  <a:lnTo>
                    <a:pt x="3654954" y="327950"/>
                  </a:lnTo>
                  <a:lnTo>
                    <a:pt x="3654448" y="327998"/>
                  </a:lnTo>
                  <a:lnTo>
                    <a:pt x="3653487" y="328022"/>
                  </a:lnTo>
                  <a:close/>
                </a:path>
                <a:path w="4122420" h="2482215">
                  <a:moveTo>
                    <a:pt x="4032116" y="328022"/>
                  </a:moveTo>
                  <a:lnTo>
                    <a:pt x="4022776" y="324260"/>
                  </a:lnTo>
                  <a:lnTo>
                    <a:pt x="4019789" y="315984"/>
                  </a:lnTo>
                  <a:lnTo>
                    <a:pt x="4023156" y="307708"/>
                  </a:lnTo>
                  <a:lnTo>
                    <a:pt x="4032876" y="303946"/>
                  </a:lnTo>
                  <a:lnTo>
                    <a:pt x="4033432" y="303946"/>
                  </a:lnTo>
                  <a:lnTo>
                    <a:pt x="4033710" y="303970"/>
                  </a:lnTo>
                  <a:lnTo>
                    <a:pt x="4042244" y="308273"/>
                  </a:lnTo>
                  <a:lnTo>
                    <a:pt x="4045089" y="316257"/>
                  </a:lnTo>
                  <a:lnTo>
                    <a:pt x="4042244" y="324092"/>
                  </a:lnTo>
                  <a:lnTo>
                    <a:pt x="4033710" y="327950"/>
                  </a:lnTo>
                  <a:lnTo>
                    <a:pt x="4033154" y="327998"/>
                  </a:lnTo>
                  <a:lnTo>
                    <a:pt x="4032116" y="328022"/>
                  </a:lnTo>
                  <a:close/>
                </a:path>
                <a:path w="4122420" h="2482215">
                  <a:moveTo>
                    <a:pt x="3047725" y="328022"/>
                  </a:moveTo>
                  <a:lnTo>
                    <a:pt x="3038479" y="324376"/>
                  </a:lnTo>
                  <a:lnTo>
                    <a:pt x="3035397" y="316356"/>
                  </a:lnTo>
                  <a:lnTo>
                    <a:pt x="3038479" y="308335"/>
                  </a:lnTo>
                  <a:lnTo>
                    <a:pt x="3047725" y="304689"/>
                  </a:lnTo>
                  <a:lnTo>
                    <a:pt x="3048230" y="304689"/>
                  </a:lnTo>
                  <a:lnTo>
                    <a:pt x="3049318" y="304761"/>
                  </a:lnTo>
                  <a:lnTo>
                    <a:pt x="3057852" y="308607"/>
                  </a:lnTo>
                  <a:lnTo>
                    <a:pt x="3060697" y="316356"/>
                  </a:lnTo>
                  <a:lnTo>
                    <a:pt x="3057852" y="324104"/>
                  </a:lnTo>
                  <a:lnTo>
                    <a:pt x="3049318" y="327950"/>
                  </a:lnTo>
                  <a:lnTo>
                    <a:pt x="3048762" y="327998"/>
                  </a:lnTo>
                  <a:lnTo>
                    <a:pt x="3047725" y="328022"/>
                  </a:lnTo>
                  <a:close/>
                </a:path>
                <a:path w="4122420" h="2482215">
                  <a:moveTo>
                    <a:pt x="3274705" y="328022"/>
                  </a:moveTo>
                  <a:lnTo>
                    <a:pt x="3265872" y="324376"/>
                  </a:lnTo>
                  <a:lnTo>
                    <a:pt x="3262928" y="316356"/>
                  </a:lnTo>
                  <a:lnTo>
                    <a:pt x="3265872" y="308335"/>
                  </a:lnTo>
                  <a:lnTo>
                    <a:pt x="3274705" y="304689"/>
                  </a:lnTo>
                  <a:lnTo>
                    <a:pt x="3275186" y="304689"/>
                  </a:lnTo>
                  <a:lnTo>
                    <a:pt x="3276223" y="304761"/>
                  </a:lnTo>
                  <a:lnTo>
                    <a:pt x="3285241" y="308607"/>
                  </a:lnTo>
                  <a:lnTo>
                    <a:pt x="3288247" y="316356"/>
                  </a:lnTo>
                  <a:lnTo>
                    <a:pt x="3285241" y="324104"/>
                  </a:lnTo>
                  <a:lnTo>
                    <a:pt x="3276223" y="327950"/>
                  </a:lnTo>
                  <a:lnTo>
                    <a:pt x="3275691" y="327998"/>
                  </a:lnTo>
                  <a:lnTo>
                    <a:pt x="3274705" y="328022"/>
                  </a:lnTo>
                  <a:close/>
                </a:path>
                <a:path w="4122420" h="2482215">
                  <a:moveTo>
                    <a:pt x="3427315" y="328022"/>
                  </a:moveTo>
                  <a:lnTo>
                    <a:pt x="3418070" y="324376"/>
                  </a:lnTo>
                  <a:lnTo>
                    <a:pt x="3414988" y="316356"/>
                  </a:lnTo>
                  <a:lnTo>
                    <a:pt x="3418070" y="308335"/>
                  </a:lnTo>
                  <a:lnTo>
                    <a:pt x="3427315" y="304689"/>
                  </a:lnTo>
                  <a:lnTo>
                    <a:pt x="3427821" y="304689"/>
                  </a:lnTo>
                  <a:lnTo>
                    <a:pt x="3428908" y="304761"/>
                  </a:lnTo>
                  <a:lnTo>
                    <a:pt x="3437443" y="308607"/>
                  </a:lnTo>
                  <a:lnTo>
                    <a:pt x="3440288" y="316356"/>
                  </a:lnTo>
                  <a:lnTo>
                    <a:pt x="3437443" y="324104"/>
                  </a:lnTo>
                  <a:lnTo>
                    <a:pt x="3428908" y="327950"/>
                  </a:lnTo>
                  <a:lnTo>
                    <a:pt x="3428352" y="327998"/>
                  </a:lnTo>
                  <a:lnTo>
                    <a:pt x="3427315" y="328022"/>
                  </a:lnTo>
                  <a:close/>
                </a:path>
                <a:path w="4122420" h="2482215">
                  <a:moveTo>
                    <a:pt x="2753833" y="328166"/>
                  </a:moveTo>
                  <a:lnTo>
                    <a:pt x="2744452" y="328166"/>
                  </a:lnTo>
                  <a:lnTo>
                    <a:pt x="2741367" y="327087"/>
                  </a:lnTo>
                  <a:lnTo>
                    <a:pt x="2738889" y="324761"/>
                  </a:lnTo>
                  <a:lnTo>
                    <a:pt x="2735113" y="318477"/>
                  </a:lnTo>
                  <a:lnTo>
                    <a:pt x="2735838" y="311668"/>
                  </a:lnTo>
                  <a:lnTo>
                    <a:pt x="2740201" y="306207"/>
                  </a:lnTo>
                  <a:lnTo>
                    <a:pt x="2747334" y="303970"/>
                  </a:lnTo>
                  <a:lnTo>
                    <a:pt x="2746500" y="304761"/>
                  </a:lnTo>
                  <a:lnTo>
                    <a:pt x="2754890" y="304761"/>
                  </a:lnTo>
                  <a:lnTo>
                    <a:pt x="2759978" y="309965"/>
                  </a:lnTo>
                  <a:lnTo>
                    <a:pt x="2759978" y="323538"/>
                  </a:lnTo>
                  <a:lnTo>
                    <a:pt x="2753833" y="328166"/>
                  </a:lnTo>
                  <a:close/>
                </a:path>
                <a:path w="4122420" h="2482215">
                  <a:moveTo>
                    <a:pt x="2754890" y="304761"/>
                  </a:moveTo>
                  <a:lnTo>
                    <a:pt x="2746500" y="304761"/>
                  </a:lnTo>
                  <a:lnTo>
                    <a:pt x="2747461" y="304689"/>
                  </a:lnTo>
                  <a:lnTo>
                    <a:pt x="2754819" y="304689"/>
                  </a:lnTo>
                  <a:close/>
                </a:path>
                <a:path w="4122420" h="2482215">
                  <a:moveTo>
                    <a:pt x="2526170" y="328549"/>
                  </a:moveTo>
                  <a:lnTo>
                    <a:pt x="2516409" y="328549"/>
                  </a:lnTo>
                  <a:lnTo>
                    <a:pt x="2513071" y="327398"/>
                  </a:lnTo>
                  <a:lnTo>
                    <a:pt x="2510315" y="324761"/>
                  </a:lnTo>
                  <a:lnTo>
                    <a:pt x="2507010" y="318601"/>
                  </a:lnTo>
                  <a:lnTo>
                    <a:pt x="2507985" y="312063"/>
                  </a:lnTo>
                  <a:lnTo>
                    <a:pt x="2512445" y="306875"/>
                  </a:lnTo>
                  <a:lnTo>
                    <a:pt x="2519595" y="304761"/>
                  </a:lnTo>
                  <a:lnTo>
                    <a:pt x="2518736" y="304761"/>
                  </a:lnTo>
                  <a:lnTo>
                    <a:pt x="2519216" y="304713"/>
                  </a:lnTo>
                  <a:lnTo>
                    <a:pt x="2520177" y="304689"/>
                  </a:lnTo>
                  <a:lnTo>
                    <a:pt x="2527055" y="304689"/>
                  </a:lnTo>
                  <a:lnTo>
                    <a:pt x="2532239" y="310013"/>
                  </a:lnTo>
                  <a:lnTo>
                    <a:pt x="2532239" y="323729"/>
                  </a:lnTo>
                  <a:lnTo>
                    <a:pt x="2526170" y="328549"/>
                  </a:lnTo>
                  <a:close/>
                </a:path>
                <a:path w="4122420" h="2482215">
                  <a:moveTo>
                    <a:pt x="2602083" y="328549"/>
                  </a:moveTo>
                  <a:lnTo>
                    <a:pt x="2592701" y="328549"/>
                  </a:lnTo>
                  <a:lnTo>
                    <a:pt x="2589566" y="327398"/>
                  </a:lnTo>
                  <a:lnTo>
                    <a:pt x="2587063" y="324761"/>
                  </a:lnTo>
                  <a:lnTo>
                    <a:pt x="2583287" y="318601"/>
                  </a:lnTo>
                  <a:lnTo>
                    <a:pt x="2584012" y="312063"/>
                  </a:lnTo>
                  <a:lnTo>
                    <a:pt x="2588375" y="306875"/>
                  </a:lnTo>
                  <a:lnTo>
                    <a:pt x="2595508" y="304761"/>
                  </a:lnTo>
                  <a:lnTo>
                    <a:pt x="2594649" y="304761"/>
                  </a:lnTo>
                  <a:lnTo>
                    <a:pt x="2595155" y="304713"/>
                  </a:lnTo>
                  <a:lnTo>
                    <a:pt x="2596090" y="304689"/>
                  </a:lnTo>
                  <a:lnTo>
                    <a:pt x="2602969" y="304689"/>
                  </a:lnTo>
                  <a:lnTo>
                    <a:pt x="2608152" y="310013"/>
                  </a:lnTo>
                  <a:lnTo>
                    <a:pt x="2608152" y="323729"/>
                  </a:lnTo>
                  <a:lnTo>
                    <a:pt x="2602083" y="328549"/>
                  </a:lnTo>
                  <a:close/>
                </a:path>
                <a:path w="4122420" h="2482215">
                  <a:moveTo>
                    <a:pt x="3813380" y="328549"/>
                  </a:moveTo>
                  <a:lnTo>
                    <a:pt x="3803619" y="328549"/>
                  </a:lnTo>
                  <a:lnTo>
                    <a:pt x="3800281" y="327398"/>
                  </a:lnTo>
                  <a:lnTo>
                    <a:pt x="3797525" y="324761"/>
                  </a:lnTo>
                  <a:lnTo>
                    <a:pt x="3794221" y="318601"/>
                  </a:lnTo>
                  <a:lnTo>
                    <a:pt x="3795195" y="312063"/>
                  </a:lnTo>
                  <a:lnTo>
                    <a:pt x="3799655" y="306875"/>
                  </a:lnTo>
                  <a:lnTo>
                    <a:pt x="3806805" y="304761"/>
                  </a:lnTo>
                  <a:lnTo>
                    <a:pt x="3813531" y="304761"/>
                  </a:lnTo>
                  <a:lnTo>
                    <a:pt x="3819449" y="309557"/>
                  </a:lnTo>
                  <a:lnTo>
                    <a:pt x="3819449" y="323729"/>
                  </a:lnTo>
                  <a:lnTo>
                    <a:pt x="3813380" y="328549"/>
                  </a:lnTo>
                  <a:close/>
                </a:path>
                <a:path w="4122420" h="2482215">
                  <a:moveTo>
                    <a:pt x="1229680" y="329365"/>
                  </a:moveTo>
                  <a:lnTo>
                    <a:pt x="1219919" y="329365"/>
                  </a:lnTo>
                  <a:lnTo>
                    <a:pt x="1216581" y="328190"/>
                  </a:lnTo>
                  <a:lnTo>
                    <a:pt x="1213825" y="325552"/>
                  </a:lnTo>
                  <a:lnTo>
                    <a:pt x="1210520" y="319392"/>
                  </a:lnTo>
                  <a:lnTo>
                    <a:pt x="1211495" y="312855"/>
                  </a:lnTo>
                  <a:lnTo>
                    <a:pt x="1215955" y="307666"/>
                  </a:lnTo>
                  <a:lnTo>
                    <a:pt x="1223105" y="305553"/>
                  </a:lnTo>
                  <a:lnTo>
                    <a:pt x="1223940" y="305553"/>
                  </a:lnTo>
                  <a:lnTo>
                    <a:pt x="1229832" y="306368"/>
                  </a:lnTo>
                  <a:lnTo>
                    <a:pt x="1235749" y="311164"/>
                  </a:lnTo>
                  <a:lnTo>
                    <a:pt x="1235749" y="324545"/>
                  </a:lnTo>
                  <a:lnTo>
                    <a:pt x="1229680" y="329365"/>
                  </a:lnTo>
                  <a:close/>
                </a:path>
                <a:path w="4122420" h="2482215">
                  <a:moveTo>
                    <a:pt x="1299018" y="329557"/>
                  </a:moveTo>
                  <a:lnTo>
                    <a:pt x="1292267" y="329557"/>
                  </a:lnTo>
                  <a:lnTo>
                    <a:pt x="1287209" y="323969"/>
                  </a:lnTo>
                  <a:lnTo>
                    <a:pt x="1287209" y="315169"/>
                  </a:lnTo>
                  <a:lnTo>
                    <a:pt x="1288044" y="313562"/>
                  </a:lnTo>
                  <a:lnTo>
                    <a:pt x="1301547" y="328765"/>
                  </a:lnTo>
                  <a:lnTo>
                    <a:pt x="1299018" y="328765"/>
                  </a:lnTo>
                  <a:lnTo>
                    <a:pt x="1299018" y="329557"/>
                  </a:lnTo>
                  <a:close/>
                </a:path>
                <a:path w="4122420" h="2482215">
                  <a:moveTo>
                    <a:pt x="1154526" y="329772"/>
                  </a:moveTo>
                  <a:lnTo>
                    <a:pt x="1144765" y="329772"/>
                  </a:lnTo>
                  <a:lnTo>
                    <a:pt x="1141477" y="328693"/>
                  </a:lnTo>
                  <a:lnTo>
                    <a:pt x="1138746" y="326367"/>
                  </a:lnTo>
                  <a:lnTo>
                    <a:pt x="1135335" y="320080"/>
                  </a:lnTo>
                  <a:lnTo>
                    <a:pt x="1136113" y="313262"/>
                  </a:lnTo>
                  <a:lnTo>
                    <a:pt x="1140528" y="307793"/>
                  </a:lnTo>
                  <a:lnTo>
                    <a:pt x="1148027" y="305553"/>
                  </a:lnTo>
                  <a:lnTo>
                    <a:pt x="1154778" y="305553"/>
                  </a:lnTo>
                  <a:lnTo>
                    <a:pt x="1160671" y="311164"/>
                  </a:lnTo>
                  <a:lnTo>
                    <a:pt x="1160671" y="325120"/>
                  </a:lnTo>
                  <a:lnTo>
                    <a:pt x="1154526" y="329772"/>
                  </a:lnTo>
                  <a:close/>
                </a:path>
                <a:path w="4122420" h="2482215">
                  <a:moveTo>
                    <a:pt x="1078360" y="330396"/>
                  </a:moveTo>
                  <a:lnTo>
                    <a:pt x="1068573" y="330396"/>
                  </a:lnTo>
                  <a:lnTo>
                    <a:pt x="1065463" y="329413"/>
                  </a:lnTo>
                  <a:lnTo>
                    <a:pt x="1062833" y="327159"/>
                  </a:lnTo>
                  <a:lnTo>
                    <a:pt x="1059422" y="320541"/>
                  </a:lnTo>
                  <a:lnTo>
                    <a:pt x="1060200" y="313769"/>
                  </a:lnTo>
                  <a:lnTo>
                    <a:pt x="1064615" y="308494"/>
                  </a:lnTo>
                  <a:lnTo>
                    <a:pt x="1072113" y="306368"/>
                  </a:lnTo>
                  <a:lnTo>
                    <a:pt x="1072113" y="305553"/>
                  </a:lnTo>
                  <a:lnTo>
                    <a:pt x="1078865" y="305553"/>
                  </a:lnTo>
                  <a:lnTo>
                    <a:pt x="1084757" y="311164"/>
                  </a:lnTo>
                  <a:lnTo>
                    <a:pt x="1084757" y="325528"/>
                  </a:lnTo>
                  <a:lnTo>
                    <a:pt x="1078360" y="330396"/>
                  </a:lnTo>
                  <a:close/>
                </a:path>
                <a:path w="4122420" h="2482215">
                  <a:moveTo>
                    <a:pt x="2715877" y="364160"/>
                  </a:moveTo>
                  <a:lnTo>
                    <a:pt x="2706495" y="364160"/>
                  </a:lnTo>
                  <a:lnTo>
                    <a:pt x="2703410" y="363105"/>
                  </a:lnTo>
                  <a:lnTo>
                    <a:pt x="2700932" y="360755"/>
                  </a:lnTo>
                  <a:lnTo>
                    <a:pt x="2697175" y="354222"/>
                  </a:lnTo>
                  <a:lnTo>
                    <a:pt x="2697822" y="347518"/>
                  </a:lnTo>
                  <a:lnTo>
                    <a:pt x="2702035" y="342235"/>
                  </a:lnTo>
                  <a:lnTo>
                    <a:pt x="2708973" y="339964"/>
                  </a:lnTo>
                  <a:lnTo>
                    <a:pt x="2716358" y="340156"/>
                  </a:lnTo>
                  <a:lnTo>
                    <a:pt x="2722022" y="344904"/>
                  </a:lnTo>
                  <a:lnTo>
                    <a:pt x="2722022" y="359532"/>
                  </a:lnTo>
                  <a:lnTo>
                    <a:pt x="2715877" y="364160"/>
                  </a:lnTo>
                  <a:close/>
                </a:path>
                <a:path w="4122420" h="2482215">
                  <a:moveTo>
                    <a:pt x="3397047" y="364160"/>
                  </a:moveTo>
                  <a:lnTo>
                    <a:pt x="3387311" y="364160"/>
                  </a:lnTo>
                  <a:lnTo>
                    <a:pt x="3384124" y="363105"/>
                  </a:lnTo>
                  <a:lnTo>
                    <a:pt x="3381672" y="360755"/>
                  </a:lnTo>
                  <a:lnTo>
                    <a:pt x="3377912" y="354545"/>
                  </a:lnTo>
                  <a:lnTo>
                    <a:pt x="3378643" y="347805"/>
                  </a:lnTo>
                  <a:lnTo>
                    <a:pt x="3383101" y="342342"/>
                  </a:lnTo>
                  <a:lnTo>
                    <a:pt x="3390523" y="339964"/>
                  </a:lnTo>
                  <a:lnTo>
                    <a:pt x="3397906" y="340180"/>
                  </a:lnTo>
                  <a:lnTo>
                    <a:pt x="3403596" y="345671"/>
                  </a:lnTo>
                  <a:lnTo>
                    <a:pt x="3403596" y="359532"/>
                  </a:lnTo>
                  <a:lnTo>
                    <a:pt x="3397047" y="364160"/>
                  </a:lnTo>
                  <a:close/>
                </a:path>
                <a:path w="4122420" h="2482215">
                  <a:moveTo>
                    <a:pt x="2564051" y="364160"/>
                  </a:moveTo>
                  <a:lnTo>
                    <a:pt x="2554669" y="364160"/>
                  </a:lnTo>
                  <a:lnTo>
                    <a:pt x="2551558" y="363105"/>
                  </a:lnTo>
                  <a:lnTo>
                    <a:pt x="2549106" y="360755"/>
                  </a:lnTo>
                  <a:lnTo>
                    <a:pt x="2545345" y="354559"/>
                  </a:lnTo>
                  <a:lnTo>
                    <a:pt x="2545986" y="347823"/>
                  </a:lnTo>
                  <a:lnTo>
                    <a:pt x="2550198" y="342356"/>
                  </a:lnTo>
                  <a:lnTo>
                    <a:pt x="2557148" y="339964"/>
                  </a:lnTo>
                  <a:lnTo>
                    <a:pt x="2564506" y="340180"/>
                  </a:lnTo>
                  <a:lnTo>
                    <a:pt x="2570196" y="345671"/>
                  </a:lnTo>
                  <a:lnTo>
                    <a:pt x="2570196" y="359532"/>
                  </a:lnTo>
                  <a:lnTo>
                    <a:pt x="2564051" y="364160"/>
                  </a:lnTo>
                  <a:close/>
                </a:path>
                <a:path w="4122420" h="2482215">
                  <a:moveTo>
                    <a:pt x="2488365" y="362361"/>
                  </a:moveTo>
                  <a:lnTo>
                    <a:pt x="2471498" y="345551"/>
                  </a:lnTo>
                  <a:lnTo>
                    <a:pt x="2474002" y="342002"/>
                  </a:lnTo>
                  <a:lnTo>
                    <a:pt x="2477795" y="340420"/>
                  </a:lnTo>
                  <a:lnTo>
                    <a:pt x="2487961" y="340420"/>
                  </a:lnTo>
                  <a:lnTo>
                    <a:pt x="2494283" y="344928"/>
                  </a:lnTo>
                  <a:lnTo>
                    <a:pt x="2494283" y="351954"/>
                  </a:lnTo>
                  <a:lnTo>
                    <a:pt x="2493423" y="351954"/>
                  </a:lnTo>
                  <a:lnTo>
                    <a:pt x="2493423" y="355959"/>
                  </a:lnTo>
                  <a:lnTo>
                    <a:pt x="2491754" y="359963"/>
                  </a:lnTo>
                  <a:lnTo>
                    <a:pt x="2488365" y="362361"/>
                  </a:lnTo>
                  <a:close/>
                </a:path>
                <a:path w="4122420" h="2482215">
                  <a:moveTo>
                    <a:pt x="2790652" y="363752"/>
                  </a:moveTo>
                  <a:lnTo>
                    <a:pt x="2780891" y="363752"/>
                  </a:lnTo>
                  <a:lnTo>
                    <a:pt x="2777680" y="362601"/>
                  </a:lnTo>
                  <a:lnTo>
                    <a:pt x="2775176" y="359963"/>
                  </a:lnTo>
                  <a:lnTo>
                    <a:pt x="2771765" y="353803"/>
                  </a:lnTo>
                  <a:lnTo>
                    <a:pt x="2772543" y="347266"/>
                  </a:lnTo>
                  <a:lnTo>
                    <a:pt x="2776958" y="342077"/>
                  </a:lnTo>
                  <a:lnTo>
                    <a:pt x="2784457" y="339964"/>
                  </a:lnTo>
                  <a:lnTo>
                    <a:pt x="2791208" y="339964"/>
                  </a:lnTo>
                  <a:lnTo>
                    <a:pt x="2796266" y="345551"/>
                  </a:lnTo>
                  <a:lnTo>
                    <a:pt x="2797101" y="351954"/>
                  </a:lnTo>
                  <a:lnTo>
                    <a:pt x="2797101" y="358932"/>
                  </a:lnTo>
                  <a:lnTo>
                    <a:pt x="2790652" y="363752"/>
                  </a:lnTo>
                  <a:close/>
                </a:path>
                <a:path w="4122420" h="2482215">
                  <a:moveTo>
                    <a:pt x="2941694" y="363992"/>
                  </a:moveTo>
                  <a:lnTo>
                    <a:pt x="2932313" y="363992"/>
                  </a:lnTo>
                  <a:lnTo>
                    <a:pt x="2929380" y="363009"/>
                  </a:lnTo>
                  <a:lnTo>
                    <a:pt x="2927002" y="360755"/>
                  </a:lnTo>
                  <a:lnTo>
                    <a:pt x="2923215" y="354137"/>
                  </a:lnTo>
                  <a:lnTo>
                    <a:pt x="2923942" y="347365"/>
                  </a:lnTo>
                  <a:lnTo>
                    <a:pt x="2928311" y="342090"/>
                  </a:lnTo>
                  <a:lnTo>
                    <a:pt x="2935448" y="339964"/>
                  </a:lnTo>
                  <a:lnTo>
                    <a:pt x="2942175" y="339964"/>
                  </a:lnTo>
                  <a:lnTo>
                    <a:pt x="2948092" y="345551"/>
                  </a:lnTo>
                  <a:lnTo>
                    <a:pt x="2948092" y="359124"/>
                  </a:lnTo>
                  <a:lnTo>
                    <a:pt x="2941694" y="363992"/>
                  </a:lnTo>
                  <a:close/>
                </a:path>
                <a:path w="4122420" h="2482215">
                  <a:moveTo>
                    <a:pt x="3093520" y="363992"/>
                  </a:moveTo>
                  <a:lnTo>
                    <a:pt x="3083734" y="363992"/>
                  </a:lnTo>
                  <a:lnTo>
                    <a:pt x="3080624" y="363009"/>
                  </a:lnTo>
                  <a:lnTo>
                    <a:pt x="3077994" y="360755"/>
                  </a:lnTo>
                  <a:lnTo>
                    <a:pt x="3074700" y="354137"/>
                  </a:lnTo>
                  <a:lnTo>
                    <a:pt x="3075674" y="347365"/>
                  </a:lnTo>
                  <a:lnTo>
                    <a:pt x="3080128" y="342090"/>
                  </a:lnTo>
                  <a:lnTo>
                    <a:pt x="3087275" y="339964"/>
                  </a:lnTo>
                  <a:lnTo>
                    <a:pt x="3094026" y="339964"/>
                  </a:lnTo>
                  <a:lnTo>
                    <a:pt x="3099919" y="345551"/>
                  </a:lnTo>
                  <a:lnTo>
                    <a:pt x="3099919" y="359124"/>
                  </a:lnTo>
                  <a:lnTo>
                    <a:pt x="3093520" y="363992"/>
                  </a:lnTo>
                  <a:close/>
                </a:path>
                <a:path w="4122420" h="2482215">
                  <a:moveTo>
                    <a:pt x="3169055" y="363992"/>
                  </a:moveTo>
                  <a:lnTo>
                    <a:pt x="3159294" y="363992"/>
                  </a:lnTo>
                  <a:lnTo>
                    <a:pt x="3156284" y="363009"/>
                  </a:lnTo>
                  <a:lnTo>
                    <a:pt x="3153907" y="360755"/>
                  </a:lnTo>
                  <a:lnTo>
                    <a:pt x="3150496" y="354137"/>
                  </a:lnTo>
                  <a:lnTo>
                    <a:pt x="3151274" y="347365"/>
                  </a:lnTo>
                  <a:lnTo>
                    <a:pt x="3155688" y="342090"/>
                  </a:lnTo>
                  <a:lnTo>
                    <a:pt x="3163188" y="339964"/>
                  </a:lnTo>
                  <a:lnTo>
                    <a:pt x="3169940" y="339964"/>
                  </a:lnTo>
                  <a:lnTo>
                    <a:pt x="3174997" y="345551"/>
                  </a:lnTo>
                  <a:lnTo>
                    <a:pt x="3175831" y="351954"/>
                  </a:lnTo>
                  <a:lnTo>
                    <a:pt x="3175831" y="359124"/>
                  </a:lnTo>
                  <a:lnTo>
                    <a:pt x="3169055" y="363992"/>
                  </a:lnTo>
                  <a:close/>
                </a:path>
                <a:path w="4122420" h="2482215">
                  <a:moveTo>
                    <a:pt x="3320425" y="363992"/>
                  </a:moveTo>
                  <a:lnTo>
                    <a:pt x="3311044" y="363992"/>
                  </a:lnTo>
                  <a:lnTo>
                    <a:pt x="3308110" y="363009"/>
                  </a:lnTo>
                  <a:lnTo>
                    <a:pt x="3305733" y="360755"/>
                  </a:lnTo>
                  <a:lnTo>
                    <a:pt x="3301957" y="354137"/>
                  </a:lnTo>
                  <a:lnTo>
                    <a:pt x="3302683" y="347365"/>
                  </a:lnTo>
                  <a:lnTo>
                    <a:pt x="3307046" y="342090"/>
                  </a:lnTo>
                  <a:lnTo>
                    <a:pt x="3314180" y="339964"/>
                  </a:lnTo>
                  <a:lnTo>
                    <a:pt x="3320931" y="339964"/>
                  </a:lnTo>
                  <a:lnTo>
                    <a:pt x="3326823" y="345551"/>
                  </a:lnTo>
                  <a:lnTo>
                    <a:pt x="3326823" y="359124"/>
                  </a:lnTo>
                  <a:lnTo>
                    <a:pt x="3320425" y="363992"/>
                  </a:lnTo>
                  <a:close/>
                </a:path>
                <a:path w="4122420" h="2482215">
                  <a:moveTo>
                    <a:pt x="3547785" y="363992"/>
                  </a:moveTo>
                  <a:lnTo>
                    <a:pt x="3538024" y="363992"/>
                  </a:lnTo>
                  <a:lnTo>
                    <a:pt x="3535015" y="363009"/>
                  </a:lnTo>
                  <a:lnTo>
                    <a:pt x="3532638" y="360755"/>
                  </a:lnTo>
                  <a:lnTo>
                    <a:pt x="3529227" y="354137"/>
                  </a:lnTo>
                  <a:lnTo>
                    <a:pt x="3530005" y="347365"/>
                  </a:lnTo>
                  <a:lnTo>
                    <a:pt x="3534420" y="342090"/>
                  </a:lnTo>
                  <a:lnTo>
                    <a:pt x="3541919" y="339964"/>
                  </a:lnTo>
                  <a:lnTo>
                    <a:pt x="3548670" y="339964"/>
                  </a:lnTo>
                  <a:lnTo>
                    <a:pt x="3553728" y="345551"/>
                  </a:lnTo>
                  <a:lnTo>
                    <a:pt x="3554588" y="351954"/>
                  </a:lnTo>
                  <a:lnTo>
                    <a:pt x="3554588" y="359124"/>
                  </a:lnTo>
                  <a:lnTo>
                    <a:pt x="3547785" y="363992"/>
                  </a:lnTo>
                  <a:close/>
                </a:path>
                <a:path w="4122420" h="2482215">
                  <a:moveTo>
                    <a:pt x="3699181" y="363992"/>
                  </a:moveTo>
                  <a:lnTo>
                    <a:pt x="3689800" y="363992"/>
                  </a:lnTo>
                  <a:lnTo>
                    <a:pt x="3686841" y="363009"/>
                  </a:lnTo>
                  <a:lnTo>
                    <a:pt x="3684490" y="360755"/>
                  </a:lnTo>
                  <a:lnTo>
                    <a:pt x="3680702" y="354137"/>
                  </a:lnTo>
                  <a:lnTo>
                    <a:pt x="3681427" y="347365"/>
                  </a:lnTo>
                  <a:lnTo>
                    <a:pt x="3685787" y="342090"/>
                  </a:lnTo>
                  <a:lnTo>
                    <a:pt x="3692910" y="339964"/>
                  </a:lnTo>
                  <a:lnTo>
                    <a:pt x="3699662" y="339964"/>
                  </a:lnTo>
                  <a:lnTo>
                    <a:pt x="3705579" y="345551"/>
                  </a:lnTo>
                  <a:lnTo>
                    <a:pt x="3705579" y="359124"/>
                  </a:lnTo>
                  <a:lnTo>
                    <a:pt x="3699181" y="363992"/>
                  </a:lnTo>
                  <a:close/>
                </a:path>
                <a:path w="4122420" h="2482215">
                  <a:moveTo>
                    <a:pt x="3926516" y="363992"/>
                  </a:moveTo>
                  <a:lnTo>
                    <a:pt x="3916780" y="363992"/>
                  </a:lnTo>
                  <a:lnTo>
                    <a:pt x="3913746" y="363009"/>
                  </a:lnTo>
                  <a:lnTo>
                    <a:pt x="3911394" y="360755"/>
                  </a:lnTo>
                  <a:lnTo>
                    <a:pt x="3907983" y="354137"/>
                  </a:lnTo>
                  <a:lnTo>
                    <a:pt x="3908761" y="347365"/>
                  </a:lnTo>
                  <a:lnTo>
                    <a:pt x="3913176" y="342090"/>
                  </a:lnTo>
                  <a:lnTo>
                    <a:pt x="3920675" y="339964"/>
                  </a:lnTo>
                  <a:lnTo>
                    <a:pt x="3927426" y="339964"/>
                  </a:lnTo>
                  <a:lnTo>
                    <a:pt x="3932484" y="345551"/>
                  </a:lnTo>
                  <a:lnTo>
                    <a:pt x="3933319" y="351954"/>
                  </a:lnTo>
                  <a:lnTo>
                    <a:pt x="3933319" y="359124"/>
                  </a:lnTo>
                  <a:lnTo>
                    <a:pt x="3926516" y="363992"/>
                  </a:lnTo>
                  <a:close/>
                </a:path>
                <a:path w="4122420" h="2482215">
                  <a:moveTo>
                    <a:pt x="2631923" y="364016"/>
                  </a:moveTo>
                  <a:lnTo>
                    <a:pt x="2622634" y="360247"/>
                  </a:lnTo>
                  <a:lnTo>
                    <a:pt x="2619538" y="351954"/>
                  </a:lnTo>
                  <a:lnTo>
                    <a:pt x="2622634" y="343661"/>
                  </a:lnTo>
                  <a:lnTo>
                    <a:pt x="2631923" y="339892"/>
                  </a:lnTo>
                  <a:lnTo>
                    <a:pt x="2632403" y="339892"/>
                  </a:lnTo>
                  <a:lnTo>
                    <a:pt x="2633465" y="339964"/>
                  </a:lnTo>
                  <a:lnTo>
                    <a:pt x="2642000" y="344166"/>
                  </a:lnTo>
                  <a:lnTo>
                    <a:pt x="2644844" y="351966"/>
                  </a:lnTo>
                  <a:lnTo>
                    <a:pt x="2642000" y="359765"/>
                  </a:lnTo>
                  <a:lnTo>
                    <a:pt x="2633465" y="363968"/>
                  </a:lnTo>
                  <a:lnTo>
                    <a:pt x="2631923" y="364016"/>
                  </a:lnTo>
                  <a:close/>
                </a:path>
                <a:path w="4122420" h="2482215">
                  <a:moveTo>
                    <a:pt x="2858044" y="364016"/>
                  </a:moveTo>
                  <a:lnTo>
                    <a:pt x="2849182" y="360247"/>
                  </a:lnTo>
                  <a:lnTo>
                    <a:pt x="2846228" y="351954"/>
                  </a:lnTo>
                  <a:lnTo>
                    <a:pt x="2849182" y="343661"/>
                  </a:lnTo>
                  <a:lnTo>
                    <a:pt x="2858044" y="339892"/>
                  </a:lnTo>
                  <a:lnTo>
                    <a:pt x="2858524" y="339892"/>
                  </a:lnTo>
                  <a:lnTo>
                    <a:pt x="2859510" y="339964"/>
                  </a:lnTo>
                  <a:lnTo>
                    <a:pt x="2868528" y="344166"/>
                  </a:lnTo>
                  <a:lnTo>
                    <a:pt x="2871534" y="351966"/>
                  </a:lnTo>
                  <a:lnTo>
                    <a:pt x="2868528" y="359765"/>
                  </a:lnTo>
                  <a:lnTo>
                    <a:pt x="2859510" y="363968"/>
                  </a:lnTo>
                  <a:lnTo>
                    <a:pt x="2858044" y="364016"/>
                  </a:lnTo>
                  <a:close/>
                </a:path>
                <a:path w="4122420" h="2482215">
                  <a:moveTo>
                    <a:pt x="3237558" y="364016"/>
                  </a:moveTo>
                  <a:lnTo>
                    <a:pt x="3228284" y="360247"/>
                  </a:lnTo>
                  <a:lnTo>
                    <a:pt x="3225193" y="351954"/>
                  </a:lnTo>
                  <a:lnTo>
                    <a:pt x="3228284" y="343661"/>
                  </a:lnTo>
                  <a:lnTo>
                    <a:pt x="3237558" y="339892"/>
                  </a:lnTo>
                  <a:lnTo>
                    <a:pt x="3238064" y="339892"/>
                  </a:lnTo>
                  <a:lnTo>
                    <a:pt x="3239101" y="339964"/>
                  </a:lnTo>
                  <a:lnTo>
                    <a:pt x="3247649" y="344278"/>
                  </a:lnTo>
                  <a:lnTo>
                    <a:pt x="3250499" y="352263"/>
                  </a:lnTo>
                  <a:lnTo>
                    <a:pt x="3247649" y="360099"/>
                  </a:lnTo>
                  <a:lnTo>
                    <a:pt x="3239101" y="363968"/>
                  </a:lnTo>
                  <a:lnTo>
                    <a:pt x="3237558" y="364016"/>
                  </a:lnTo>
                  <a:close/>
                </a:path>
                <a:path w="4122420" h="2482215">
                  <a:moveTo>
                    <a:pt x="3464463" y="364016"/>
                  </a:moveTo>
                  <a:lnTo>
                    <a:pt x="3455189" y="360247"/>
                  </a:lnTo>
                  <a:lnTo>
                    <a:pt x="3452098" y="351954"/>
                  </a:lnTo>
                  <a:lnTo>
                    <a:pt x="3455189" y="343661"/>
                  </a:lnTo>
                  <a:lnTo>
                    <a:pt x="3464463" y="339892"/>
                  </a:lnTo>
                  <a:lnTo>
                    <a:pt x="3464969" y="339892"/>
                  </a:lnTo>
                  <a:lnTo>
                    <a:pt x="3466005" y="339964"/>
                  </a:lnTo>
                  <a:lnTo>
                    <a:pt x="3474554" y="344166"/>
                  </a:lnTo>
                  <a:lnTo>
                    <a:pt x="3477403" y="351966"/>
                  </a:lnTo>
                  <a:lnTo>
                    <a:pt x="3474554" y="359765"/>
                  </a:lnTo>
                  <a:lnTo>
                    <a:pt x="3466005" y="363968"/>
                  </a:lnTo>
                  <a:lnTo>
                    <a:pt x="3464463" y="364016"/>
                  </a:lnTo>
                  <a:close/>
                </a:path>
                <a:path w="4122420" h="2482215">
                  <a:moveTo>
                    <a:pt x="3616289" y="364016"/>
                  </a:moveTo>
                  <a:lnTo>
                    <a:pt x="3607015" y="360247"/>
                  </a:lnTo>
                  <a:lnTo>
                    <a:pt x="3603923" y="351954"/>
                  </a:lnTo>
                  <a:lnTo>
                    <a:pt x="3607015" y="343661"/>
                  </a:lnTo>
                  <a:lnTo>
                    <a:pt x="3616289" y="339892"/>
                  </a:lnTo>
                  <a:lnTo>
                    <a:pt x="3616794" y="339892"/>
                  </a:lnTo>
                  <a:lnTo>
                    <a:pt x="3617857" y="339964"/>
                  </a:lnTo>
                  <a:lnTo>
                    <a:pt x="3626392" y="344166"/>
                  </a:lnTo>
                  <a:lnTo>
                    <a:pt x="3629237" y="351966"/>
                  </a:lnTo>
                  <a:lnTo>
                    <a:pt x="3626392" y="359765"/>
                  </a:lnTo>
                  <a:lnTo>
                    <a:pt x="3617857" y="363968"/>
                  </a:lnTo>
                  <a:lnTo>
                    <a:pt x="3616289" y="364016"/>
                  </a:lnTo>
                  <a:close/>
                </a:path>
                <a:path w="4122420" h="2482215">
                  <a:moveTo>
                    <a:pt x="3843194" y="364016"/>
                  </a:moveTo>
                  <a:lnTo>
                    <a:pt x="3833920" y="360247"/>
                  </a:lnTo>
                  <a:lnTo>
                    <a:pt x="3830828" y="351954"/>
                  </a:lnTo>
                  <a:lnTo>
                    <a:pt x="3833920" y="343661"/>
                  </a:lnTo>
                  <a:lnTo>
                    <a:pt x="3843194" y="339892"/>
                  </a:lnTo>
                  <a:lnTo>
                    <a:pt x="3843699" y="339892"/>
                  </a:lnTo>
                  <a:lnTo>
                    <a:pt x="3844762" y="339964"/>
                  </a:lnTo>
                  <a:lnTo>
                    <a:pt x="3853296" y="344166"/>
                  </a:lnTo>
                  <a:lnTo>
                    <a:pt x="3856141" y="351966"/>
                  </a:lnTo>
                  <a:lnTo>
                    <a:pt x="3853296" y="359765"/>
                  </a:lnTo>
                  <a:lnTo>
                    <a:pt x="3844762" y="363968"/>
                  </a:lnTo>
                  <a:lnTo>
                    <a:pt x="3843194" y="364016"/>
                  </a:lnTo>
                  <a:close/>
                </a:path>
                <a:path w="4122420" h="2482215">
                  <a:moveTo>
                    <a:pt x="4070124" y="364016"/>
                  </a:moveTo>
                  <a:lnTo>
                    <a:pt x="4060835" y="360247"/>
                  </a:lnTo>
                  <a:lnTo>
                    <a:pt x="4057739" y="351954"/>
                  </a:lnTo>
                  <a:lnTo>
                    <a:pt x="4060835" y="343661"/>
                  </a:lnTo>
                  <a:lnTo>
                    <a:pt x="4070124" y="339892"/>
                  </a:lnTo>
                  <a:lnTo>
                    <a:pt x="4070605" y="339892"/>
                  </a:lnTo>
                  <a:lnTo>
                    <a:pt x="4071666" y="339964"/>
                  </a:lnTo>
                  <a:lnTo>
                    <a:pt x="4080201" y="344278"/>
                  </a:lnTo>
                  <a:lnTo>
                    <a:pt x="4083046" y="352263"/>
                  </a:lnTo>
                  <a:lnTo>
                    <a:pt x="4080201" y="360099"/>
                  </a:lnTo>
                  <a:lnTo>
                    <a:pt x="4071666" y="363968"/>
                  </a:lnTo>
                  <a:lnTo>
                    <a:pt x="4070124" y="364016"/>
                  </a:lnTo>
                  <a:close/>
                </a:path>
                <a:path w="4122420" h="2482215">
                  <a:moveTo>
                    <a:pt x="3017101" y="364160"/>
                  </a:moveTo>
                  <a:lnTo>
                    <a:pt x="3007619" y="364160"/>
                  </a:lnTo>
                  <a:lnTo>
                    <a:pt x="3004533" y="363105"/>
                  </a:lnTo>
                  <a:lnTo>
                    <a:pt x="3002081" y="360755"/>
                  </a:lnTo>
                  <a:lnTo>
                    <a:pt x="2998307" y="354137"/>
                  </a:lnTo>
                  <a:lnTo>
                    <a:pt x="2999126" y="347365"/>
                  </a:lnTo>
                  <a:lnTo>
                    <a:pt x="3003742" y="342090"/>
                  </a:lnTo>
                  <a:lnTo>
                    <a:pt x="3011362" y="339964"/>
                  </a:lnTo>
                  <a:lnTo>
                    <a:pt x="3018113" y="340755"/>
                  </a:lnTo>
                  <a:lnTo>
                    <a:pt x="3024005" y="345551"/>
                  </a:lnTo>
                  <a:lnTo>
                    <a:pt x="3024005" y="351954"/>
                  </a:lnTo>
                  <a:lnTo>
                    <a:pt x="3023449" y="359532"/>
                  </a:lnTo>
                  <a:lnTo>
                    <a:pt x="3017101" y="364160"/>
                  </a:lnTo>
                  <a:close/>
                </a:path>
                <a:path w="4122420" h="2482215">
                  <a:moveTo>
                    <a:pt x="4002226" y="364160"/>
                  </a:moveTo>
                  <a:lnTo>
                    <a:pt x="3992845" y="364160"/>
                  </a:lnTo>
                  <a:lnTo>
                    <a:pt x="3989760" y="363105"/>
                  </a:lnTo>
                  <a:lnTo>
                    <a:pt x="3987307" y="360755"/>
                  </a:lnTo>
                  <a:lnTo>
                    <a:pt x="3983520" y="354471"/>
                  </a:lnTo>
                  <a:lnTo>
                    <a:pt x="3984247" y="347662"/>
                  </a:lnTo>
                  <a:lnTo>
                    <a:pt x="3988616" y="342201"/>
                  </a:lnTo>
                  <a:lnTo>
                    <a:pt x="3995753" y="339964"/>
                  </a:lnTo>
                  <a:lnTo>
                    <a:pt x="4003340" y="339964"/>
                  </a:lnTo>
                  <a:lnTo>
                    <a:pt x="4008397" y="345551"/>
                  </a:lnTo>
                  <a:lnTo>
                    <a:pt x="4008397" y="359532"/>
                  </a:lnTo>
                  <a:lnTo>
                    <a:pt x="4002226" y="364160"/>
                  </a:lnTo>
                  <a:close/>
                </a:path>
                <a:path w="4122420" h="2482215">
                  <a:moveTo>
                    <a:pt x="3775423" y="364543"/>
                  </a:moveTo>
                  <a:lnTo>
                    <a:pt x="3765663" y="364543"/>
                  </a:lnTo>
                  <a:lnTo>
                    <a:pt x="3762324" y="363392"/>
                  </a:lnTo>
                  <a:lnTo>
                    <a:pt x="3759568" y="360755"/>
                  </a:lnTo>
                  <a:lnTo>
                    <a:pt x="3756263" y="354595"/>
                  </a:lnTo>
                  <a:lnTo>
                    <a:pt x="3757235" y="348057"/>
                  </a:lnTo>
                  <a:lnTo>
                    <a:pt x="3761688" y="342868"/>
                  </a:lnTo>
                  <a:lnTo>
                    <a:pt x="3768823" y="340755"/>
                  </a:lnTo>
                  <a:lnTo>
                    <a:pt x="3768823" y="339964"/>
                  </a:lnTo>
                  <a:lnTo>
                    <a:pt x="3775575" y="339964"/>
                  </a:lnTo>
                  <a:lnTo>
                    <a:pt x="3781492" y="345551"/>
                  </a:lnTo>
                  <a:lnTo>
                    <a:pt x="3781492" y="359723"/>
                  </a:lnTo>
                  <a:lnTo>
                    <a:pt x="3775423" y="364543"/>
                  </a:lnTo>
                  <a:close/>
                </a:path>
                <a:path w="4122420" h="2482215">
                  <a:moveTo>
                    <a:pt x="1032589" y="364831"/>
                  </a:moveTo>
                  <a:lnTo>
                    <a:pt x="1023315" y="361058"/>
                  </a:lnTo>
                  <a:lnTo>
                    <a:pt x="1020224" y="352757"/>
                  </a:lnTo>
                  <a:lnTo>
                    <a:pt x="1023315" y="344456"/>
                  </a:lnTo>
                  <a:lnTo>
                    <a:pt x="1032589" y="340683"/>
                  </a:lnTo>
                  <a:lnTo>
                    <a:pt x="1033095" y="340683"/>
                  </a:lnTo>
                  <a:lnTo>
                    <a:pt x="1034157" y="340755"/>
                  </a:lnTo>
                  <a:lnTo>
                    <a:pt x="1042692" y="344958"/>
                  </a:lnTo>
                  <a:lnTo>
                    <a:pt x="1045537" y="352757"/>
                  </a:lnTo>
                  <a:lnTo>
                    <a:pt x="1042692" y="360557"/>
                  </a:lnTo>
                  <a:lnTo>
                    <a:pt x="1034157" y="364759"/>
                  </a:lnTo>
                  <a:lnTo>
                    <a:pt x="1033626" y="364807"/>
                  </a:lnTo>
                  <a:lnTo>
                    <a:pt x="1032589" y="364831"/>
                  </a:lnTo>
                  <a:close/>
                </a:path>
                <a:path w="4122420" h="2482215">
                  <a:moveTo>
                    <a:pt x="1259519" y="364831"/>
                  </a:moveTo>
                  <a:lnTo>
                    <a:pt x="1250231" y="361058"/>
                  </a:lnTo>
                  <a:lnTo>
                    <a:pt x="1247135" y="352757"/>
                  </a:lnTo>
                  <a:lnTo>
                    <a:pt x="1250231" y="344456"/>
                  </a:lnTo>
                  <a:lnTo>
                    <a:pt x="1259519" y="340683"/>
                  </a:lnTo>
                  <a:lnTo>
                    <a:pt x="1260000" y="340683"/>
                  </a:lnTo>
                  <a:lnTo>
                    <a:pt x="1261062" y="340755"/>
                  </a:lnTo>
                  <a:lnTo>
                    <a:pt x="1269596" y="345072"/>
                  </a:lnTo>
                  <a:lnTo>
                    <a:pt x="1272441" y="353063"/>
                  </a:lnTo>
                  <a:lnTo>
                    <a:pt x="1269596" y="360901"/>
                  </a:lnTo>
                  <a:lnTo>
                    <a:pt x="1261062" y="364759"/>
                  </a:lnTo>
                  <a:lnTo>
                    <a:pt x="1260531" y="364807"/>
                  </a:lnTo>
                  <a:lnTo>
                    <a:pt x="1259519" y="364831"/>
                  </a:lnTo>
                  <a:close/>
                </a:path>
                <a:path w="4122420" h="2482215">
                  <a:moveTo>
                    <a:pt x="1336975" y="365551"/>
                  </a:moveTo>
                  <a:lnTo>
                    <a:pt x="1329388" y="365551"/>
                  </a:lnTo>
                  <a:lnTo>
                    <a:pt x="1323471" y="359963"/>
                  </a:lnTo>
                  <a:lnTo>
                    <a:pt x="1324306" y="352769"/>
                  </a:lnTo>
                  <a:lnTo>
                    <a:pt x="1324306" y="351954"/>
                  </a:lnTo>
                  <a:lnTo>
                    <a:pt x="1325165" y="352769"/>
                  </a:lnTo>
                  <a:lnTo>
                    <a:pt x="1336115" y="364759"/>
                  </a:lnTo>
                  <a:lnTo>
                    <a:pt x="1336975" y="365551"/>
                  </a:lnTo>
                  <a:close/>
                </a:path>
                <a:path w="4122420" h="2482215">
                  <a:moveTo>
                    <a:pt x="1116569" y="365766"/>
                  </a:moveTo>
                  <a:lnTo>
                    <a:pt x="1106783" y="365766"/>
                  </a:lnTo>
                  <a:lnTo>
                    <a:pt x="1103521" y="364687"/>
                  </a:lnTo>
                  <a:lnTo>
                    <a:pt x="1100790" y="362361"/>
                  </a:lnTo>
                  <a:lnTo>
                    <a:pt x="1097379" y="355734"/>
                  </a:lnTo>
                  <a:lnTo>
                    <a:pt x="1098157" y="348962"/>
                  </a:lnTo>
                  <a:lnTo>
                    <a:pt x="1102571" y="343693"/>
                  </a:lnTo>
                  <a:lnTo>
                    <a:pt x="1110070" y="341571"/>
                  </a:lnTo>
                  <a:lnTo>
                    <a:pt x="1116822" y="341571"/>
                  </a:lnTo>
                  <a:lnTo>
                    <a:pt x="1122714" y="347158"/>
                  </a:lnTo>
                  <a:lnTo>
                    <a:pt x="1122714" y="361114"/>
                  </a:lnTo>
                  <a:lnTo>
                    <a:pt x="1116569" y="365766"/>
                  </a:lnTo>
                  <a:close/>
                </a:path>
                <a:path w="4122420" h="2482215">
                  <a:moveTo>
                    <a:pt x="1191623" y="365766"/>
                  </a:moveTo>
                  <a:lnTo>
                    <a:pt x="1182240" y="365766"/>
                  </a:lnTo>
                  <a:lnTo>
                    <a:pt x="1179156" y="364687"/>
                  </a:lnTo>
                  <a:lnTo>
                    <a:pt x="1176703" y="362361"/>
                  </a:lnTo>
                  <a:lnTo>
                    <a:pt x="1172929" y="355734"/>
                  </a:lnTo>
                  <a:lnTo>
                    <a:pt x="1173747" y="348962"/>
                  </a:lnTo>
                  <a:lnTo>
                    <a:pt x="1178363" y="343693"/>
                  </a:lnTo>
                  <a:lnTo>
                    <a:pt x="1185983" y="341571"/>
                  </a:lnTo>
                  <a:lnTo>
                    <a:pt x="1192735" y="341571"/>
                  </a:lnTo>
                  <a:lnTo>
                    <a:pt x="1198627" y="347158"/>
                  </a:lnTo>
                  <a:lnTo>
                    <a:pt x="1197792" y="353561"/>
                  </a:lnTo>
                  <a:lnTo>
                    <a:pt x="1197792" y="361114"/>
                  </a:lnTo>
                  <a:lnTo>
                    <a:pt x="1191623" y="365766"/>
                  </a:lnTo>
                  <a:close/>
                </a:path>
                <a:path w="4122420" h="2482215">
                  <a:moveTo>
                    <a:pt x="2677920" y="400154"/>
                  </a:moveTo>
                  <a:lnTo>
                    <a:pt x="2668159" y="400154"/>
                  </a:lnTo>
                  <a:lnTo>
                    <a:pt x="2664872" y="399099"/>
                  </a:lnTo>
                  <a:lnTo>
                    <a:pt x="2662141" y="396749"/>
                  </a:lnTo>
                  <a:lnTo>
                    <a:pt x="2658852" y="390216"/>
                  </a:lnTo>
                  <a:lnTo>
                    <a:pt x="2659742" y="383512"/>
                  </a:lnTo>
                  <a:lnTo>
                    <a:pt x="2664051" y="378229"/>
                  </a:lnTo>
                  <a:lnTo>
                    <a:pt x="2671017" y="375958"/>
                  </a:lnTo>
                  <a:lnTo>
                    <a:pt x="2678376" y="376174"/>
                  </a:lnTo>
                  <a:lnTo>
                    <a:pt x="2684065" y="381665"/>
                  </a:lnTo>
                  <a:lnTo>
                    <a:pt x="2684065" y="395526"/>
                  </a:lnTo>
                  <a:lnTo>
                    <a:pt x="2677920" y="400154"/>
                  </a:lnTo>
                  <a:close/>
                </a:path>
                <a:path w="4122420" h="2482215">
                  <a:moveTo>
                    <a:pt x="2602008" y="400154"/>
                  </a:moveTo>
                  <a:lnTo>
                    <a:pt x="2592626" y="400154"/>
                  </a:lnTo>
                  <a:lnTo>
                    <a:pt x="2589540" y="399099"/>
                  </a:lnTo>
                  <a:lnTo>
                    <a:pt x="2587063" y="396749"/>
                  </a:lnTo>
                  <a:lnTo>
                    <a:pt x="2583301" y="390216"/>
                  </a:lnTo>
                  <a:lnTo>
                    <a:pt x="2583939" y="383512"/>
                  </a:lnTo>
                  <a:lnTo>
                    <a:pt x="2588144" y="378229"/>
                  </a:lnTo>
                  <a:lnTo>
                    <a:pt x="2595079" y="375958"/>
                  </a:lnTo>
                  <a:lnTo>
                    <a:pt x="2602463" y="376174"/>
                  </a:lnTo>
                  <a:lnTo>
                    <a:pt x="2608152" y="381665"/>
                  </a:lnTo>
                  <a:lnTo>
                    <a:pt x="2608152" y="395526"/>
                  </a:lnTo>
                  <a:lnTo>
                    <a:pt x="2602008" y="400154"/>
                  </a:lnTo>
                  <a:close/>
                </a:path>
                <a:path w="4122420" h="2482215">
                  <a:moveTo>
                    <a:pt x="2525488" y="398355"/>
                  </a:moveTo>
                  <a:lnTo>
                    <a:pt x="2508621" y="382361"/>
                  </a:lnTo>
                  <a:lnTo>
                    <a:pt x="2511301" y="378236"/>
                  </a:lnTo>
                  <a:lnTo>
                    <a:pt x="2515549" y="376366"/>
                  </a:lnTo>
                  <a:lnTo>
                    <a:pt x="2526069" y="376366"/>
                  </a:lnTo>
                  <a:lnTo>
                    <a:pt x="2532239" y="380706"/>
                  </a:lnTo>
                  <a:lnTo>
                    <a:pt x="2532239" y="392744"/>
                  </a:lnTo>
                  <a:lnTo>
                    <a:pt x="2529710" y="396749"/>
                  </a:lnTo>
                  <a:lnTo>
                    <a:pt x="2525488" y="398355"/>
                  </a:lnTo>
                  <a:close/>
                </a:path>
                <a:path w="4122420" h="2482215">
                  <a:moveTo>
                    <a:pt x="2828154" y="399746"/>
                  </a:moveTo>
                  <a:lnTo>
                    <a:pt x="2818772" y="399746"/>
                  </a:lnTo>
                  <a:lnTo>
                    <a:pt x="2815636" y="398595"/>
                  </a:lnTo>
                  <a:lnTo>
                    <a:pt x="2813133" y="395957"/>
                  </a:lnTo>
                  <a:lnTo>
                    <a:pt x="2809359" y="389797"/>
                  </a:lnTo>
                  <a:lnTo>
                    <a:pt x="2810177" y="383260"/>
                  </a:lnTo>
                  <a:lnTo>
                    <a:pt x="2814793" y="378071"/>
                  </a:lnTo>
                  <a:lnTo>
                    <a:pt x="2822413" y="375958"/>
                  </a:lnTo>
                  <a:lnTo>
                    <a:pt x="2829165" y="375958"/>
                  </a:lnTo>
                  <a:lnTo>
                    <a:pt x="2834223" y="381545"/>
                  </a:lnTo>
                  <a:lnTo>
                    <a:pt x="2834223" y="394926"/>
                  </a:lnTo>
                  <a:lnTo>
                    <a:pt x="2828154" y="399746"/>
                  </a:lnTo>
                  <a:close/>
                </a:path>
                <a:path w="4122420" h="2482215">
                  <a:moveTo>
                    <a:pt x="2904066" y="399746"/>
                  </a:moveTo>
                  <a:lnTo>
                    <a:pt x="2894685" y="399746"/>
                  </a:lnTo>
                  <a:lnTo>
                    <a:pt x="2891549" y="398595"/>
                  </a:lnTo>
                  <a:lnTo>
                    <a:pt x="2889046" y="395957"/>
                  </a:lnTo>
                  <a:lnTo>
                    <a:pt x="2885259" y="389797"/>
                  </a:lnTo>
                  <a:lnTo>
                    <a:pt x="2885986" y="383260"/>
                  </a:lnTo>
                  <a:lnTo>
                    <a:pt x="2890355" y="378071"/>
                  </a:lnTo>
                  <a:lnTo>
                    <a:pt x="2897492" y="375958"/>
                  </a:lnTo>
                  <a:lnTo>
                    <a:pt x="2904219" y="375958"/>
                  </a:lnTo>
                  <a:lnTo>
                    <a:pt x="2910136" y="381545"/>
                  </a:lnTo>
                  <a:lnTo>
                    <a:pt x="2910136" y="394926"/>
                  </a:lnTo>
                  <a:lnTo>
                    <a:pt x="2904066" y="399746"/>
                  </a:lnTo>
                  <a:close/>
                </a:path>
                <a:path w="4122420" h="2482215">
                  <a:moveTo>
                    <a:pt x="2979980" y="399746"/>
                  </a:moveTo>
                  <a:lnTo>
                    <a:pt x="2970598" y="399746"/>
                  </a:lnTo>
                  <a:lnTo>
                    <a:pt x="2967463" y="398595"/>
                  </a:lnTo>
                  <a:lnTo>
                    <a:pt x="2964958" y="395957"/>
                  </a:lnTo>
                  <a:lnTo>
                    <a:pt x="2961183" y="389797"/>
                  </a:lnTo>
                  <a:lnTo>
                    <a:pt x="2961909" y="383260"/>
                  </a:lnTo>
                  <a:lnTo>
                    <a:pt x="2966271" y="378071"/>
                  </a:lnTo>
                  <a:lnTo>
                    <a:pt x="2973405" y="375958"/>
                  </a:lnTo>
                  <a:lnTo>
                    <a:pt x="2980157" y="375958"/>
                  </a:lnTo>
                  <a:lnTo>
                    <a:pt x="2986048" y="381545"/>
                  </a:lnTo>
                  <a:lnTo>
                    <a:pt x="2986048" y="394926"/>
                  </a:lnTo>
                  <a:lnTo>
                    <a:pt x="2979980" y="399746"/>
                  </a:lnTo>
                  <a:close/>
                </a:path>
                <a:path w="4122420" h="2482215">
                  <a:moveTo>
                    <a:pt x="3131806" y="399746"/>
                  </a:moveTo>
                  <a:lnTo>
                    <a:pt x="3122045" y="399746"/>
                  </a:lnTo>
                  <a:lnTo>
                    <a:pt x="3118732" y="398595"/>
                  </a:lnTo>
                  <a:lnTo>
                    <a:pt x="3115951" y="395957"/>
                  </a:lnTo>
                  <a:lnTo>
                    <a:pt x="3112539" y="389797"/>
                  </a:lnTo>
                  <a:lnTo>
                    <a:pt x="3113317" y="383260"/>
                  </a:lnTo>
                  <a:lnTo>
                    <a:pt x="3117732" y="378071"/>
                  </a:lnTo>
                  <a:lnTo>
                    <a:pt x="3125231" y="375958"/>
                  </a:lnTo>
                  <a:lnTo>
                    <a:pt x="3131983" y="375958"/>
                  </a:lnTo>
                  <a:lnTo>
                    <a:pt x="3137875" y="381545"/>
                  </a:lnTo>
                  <a:lnTo>
                    <a:pt x="3137875" y="394926"/>
                  </a:lnTo>
                  <a:lnTo>
                    <a:pt x="3131806" y="399746"/>
                  </a:lnTo>
                  <a:close/>
                </a:path>
                <a:path w="4122420" h="2482215">
                  <a:moveTo>
                    <a:pt x="3207340" y="399746"/>
                  </a:moveTo>
                  <a:lnTo>
                    <a:pt x="3197604" y="399746"/>
                  </a:lnTo>
                  <a:lnTo>
                    <a:pt x="3194367" y="398595"/>
                  </a:lnTo>
                  <a:lnTo>
                    <a:pt x="3191864" y="395957"/>
                  </a:lnTo>
                  <a:lnTo>
                    <a:pt x="3188101" y="389797"/>
                  </a:lnTo>
                  <a:lnTo>
                    <a:pt x="3188918" y="383260"/>
                  </a:lnTo>
                  <a:lnTo>
                    <a:pt x="3193528" y="378071"/>
                  </a:lnTo>
                  <a:lnTo>
                    <a:pt x="3201144" y="375958"/>
                  </a:lnTo>
                  <a:lnTo>
                    <a:pt x="3207896" y="375958"/>
                  </a:lnTo>
                  <a:lnTo>
                    <a:pt x="3212953" y="381545"/>
                  </a:lnTo>
                  <a:lnTo>
                    <a:pt x="3213788" y="387948"/>
                  </a:lnTo>
                  <a:lnTo>
                    <a:pt x="3213788" y="394926"/>
                  </a:lnTo>
                  <a:lnTo>
                    <a:pt x="3207340" y="399746"/>
                  </a:lnTo>
                  <a:close/>
                </a:path>
                <a:path w="4122420" h="2482215">
                  <a:moveTo>
                    <a:pt x="3358711" y="399746"/>
                  </a:moveTo>
                  <a:lnTo>
                    <a:pt x="3349329" y="399746"/>
                  </a:lnTo>
                  <a:lnTo>
                    <a:pt x="3346193" y="398595"/>
                  </a:lnTo>
                  <a:lnTo>
                    <a:pt x="3343690" y="395957"/>
                  </a:lnTo>
                  <a:lnTo>
                    <a:pt x="3339913" y="389797"/>
                  </a:lnTo>
                  <a:lnTo>
                    <a:pt x="3340639" y="383260"/>
                  </a:lnTo>
                  <a:lnTo>
                    <a:pt x="3345002" y="378071"/>
                  </a:lnTo>
                  <a:lnTo>
                    <a:pt x="3352136" y="375958"/>
                  </a:lnTo>
                  <a:lnTo>
                    <a:pt x="3358888" y="375958"/>
                  </a:lnTo>
                  <a:lnTo>
                    <a:pt x="3364780" y="381545"/>
                  </a:lnTo>
                  <a:lnTo>
                    <a:pt x="3364780" y="394926"/>
                  </a:lnTo>
                  <a:lnTo>
                    <a:pt x="3358711" y="399746"/>
                  </a:lnTo>
                  <a:close/>
                </a:path>
                <a:path w="4122420" h="2482215">
                  <a:moveTo>
                    <a:pt x="3510562" y="399746"/>
                  </a:moveTo>
                  <a:lnTo>
                    <a:pt x="3500801" y="399746"/>
                  </a:lnTo>
                  <a:lnTo>
                    <a:pt x="3497463" y="398595"/>
                  </a:lnTo>
                  <a:lnTo>
                    <a:pt x="3494681" y="395957"/>
                  </a:lnTo>
                  <a:lnTo>
                    <a:pt x="3491270" y="389797"/>
                  </a:lnTo>
                  <a:lnTo>
                    <a:pt x="3492048" y="383260"/>
                  </a:lnTo>
                  <a:lnTo>
                    <a:pt x="3496463" y="378071"/>
                  </a:lnTo>
                  <a:lnTo>
                    <a:pt x="3503962" y="375958"/>
                  </a:lnTo>
                  <a:lnTo>
                    <a:pt x="3510714" y="375958"/>
                  </a:lnTo>
                  <a:lnTo>
                    <a:pt x="3516631" y="381545"/>
                  </a:lnTo>
                  <a:lnTo>
                    <a:pt x="3516631" y="394926"/>
                  </a:lnTo>
                  <a:lnTo>
                    <a:pt x="3510562" y="399746"/>
                  </a:lnTo>
                  <a:close/>
                </a:path>
                <a:path w="4122420" h="2482215">
                  <a:moveTo>
                    <a:pt x="3585716" y="399746"/>
                  </a:moveTo>
                  <a:lnTo>
                    <a:pt x="3576259" y="399746"/>
                  </a:lnTo>
                  <a:lnTo>
                    <a:pt x="3573098" y="398595"/>
                  </a:lnTo>
                  <a:lnTo>
                    <a:pt x="3570619" y="395957"/>
                  </a:lnTo>
                  <a:lnTo>
                    <a:pt x="3566842" y="389797"/>
                  </a:lnTo>
                  <a:lnTo>
                    <a:pt x="3567652" y="383260"/>
                  </a:lnTo>
                  <a:lnTo>
                    <a:pt x="3572259" y="378071"/>
                  </a:lnTo>
                  <a:lnTo>
                    <a:pt x="3579875" y="375958"/>
                  </a:lnTo>
                  <a:lnTo>
                    <a:pt x="3586626" y="375958"/>
                  </a:lnTo>
                  <a:lnTo>
                    <a:pt x="3591684" y="381545"/>
                  </a:lnTo>
                  <a:lnTo>
                    <a:pt x="3592544" y="387948"/>
                  </a:lnTo>
                  <a:lnTo>
                    <a:pt x="3591963" y="394926"/>
                  </a:lnTo>
                  <a:lnTo>
                    <a:pt x="3585716" y="399746"/>
                  </a:lnTo>
                  <a:close/>
                </a:path>
                <a:path w="4122420" h="2482215">
                  <a:moveTo>
                    <a:pt x="3661528" y="399746"/>
                  </a:moveTo>
                  <a:lnTo>
                    <a:pt x="3652172" y="399746"/>
                  </a:lnTo>
                  <a:lnTo>
                    <a:pt x="3649037" y="398595"/>
                  </a:lnTo>
                  <a:lnTo>
                    <a:pt x="3646533" y="395957"/>
                  </a:lnTo>
                  <a:lnTo>
                    <a:pt x="3642746" y="389797"/>
                  </a:lnTo>
                  <a:lnTo>
                    <a:pt x="3643470" y="383260"/>
                  </a:lnTo>
                  <a:lnTo>
                    <a:pt x="3647831" y="378071"/>
                  </a:lnTo>
                  <a:lnTo>
                    <a:pt x="3654954" y="375958"/>
                  </a:lnTo>
                  <a:lnTo>
                    <a:pt x="3661705" y="375958"/>
                  </a:lnTo>
                  <a:lnTo>
                    <a:pt x="3667623" y="381545"/>
                  </a:lnTo>
                  <a:lnTo>
                    <a:pt x="3667623" y="394926"/>
                  </a:lnTo>
                  <a:lnTo>
                    <a:pt x="3661528" y="399746"/>
                  </a:lnTo>
                  <a:close/>
                </a:path>
                <a:path w="4122420" h="2482215">
                  <a:moveTo>
                    <a:pt x="3737467" y="399746"/>
                  </a:moveTo>
                  <a:lnTo>
                    <a:pt x="3728085" y="399746"/>
                  </a:lnTo>
                  <a:lnTo>
                    <a:pt x="3724949" y="398595"/>
                  </a:lnTo>
                  <a:lnTo>
                    <a:pt x="3722446" y="395957"/>
                  </a:lnTo>
                  <a:lnTo>
                    <a:pt x="3718659" y="389797"/>
                  </a:lnTo>
                  <a:lnTo>
                    <a:pt x="3719383" y="383260"/>
                  </a:lnTo>
                  <a:lnTo>
                    <a:pt x="3723744" y="378071"/>
                  </a:lnTo>
                  <a:lnTo>
                    <a:pt x="3730866" y="375958"/>
                  </a:lnTo>
                  <a:lnTo>
                    <a:pt x="3737619" y="375958"/>
                  </a:lnTo>
                  <a:lnTo>
                    <a:pt x="3743536" y="381545"/>
                  </a:lnTo>
                  <a:lnTo>
                    <a:pt x="3743536" y="394926"/>
                  </a:lnTo>
                  <a:lnTo>
                    <a:pt x="3737467" y="399746"/>
                  </a:lnTo>
                  <a:close/>
                </a:path>
                <a:path w="4122420" h="2482215">
                  <a:moveTo>
                    <a:pt x="3889293" y="399746"/>
                  </a:moveTo>
                  <a:lnTo>
                    <a:pt x="3879532" y="399746"/>
                  </a:lnTo>
                  <a:lnTo>
                    <a:pt x="3876219" y="398595"/>
                  </a:lnTo>
                  <a:lnTo>
                    <a:pt x="3873438" y="395957"/>
                  </a:lnTo>
                  <a:lnTo>
                    <a:pt x="3870027" y="389797"/>
                  </a:lnTo>
                  <a:lnTo>
                    <a:pt x="3870804" y="383260"/>
                  </a:lnTo>
                  <a:lnTo>
                    <a:pt x="3875219" y="378071"/>
                  </a:lnTo>
                  <a:lnTo>
                    <a:pt x="3882718" y="375958"/>
                  </a:lnTo>
                  <a:lnTo>
                    <a:pt x="3889470" y="375958"/>
                  </a:lnTo>
                  <a:lnTo>
                    <a:pt x="3895362" y="381545"/>
                  </a:lnTo>
                  <a:lnTo>
                    <a:pt x="3895362" y="394926"/>
                  </a:lnTo>
                  <a:lnTo>
                    <a:pt x="3889293" y="399746"/>
                  </a:lnTo>
                  <a:close/>
                </a:path>
                <a:path w="4122420" h="2482215">
                  <a:moveTo>
                    <a:pt x="3964372" y="399746"/>
                  </a:moveTo>
                  <a:lnTo>
                    <a:pt x="3954990" y="399746"/>
                  </a:lnTo>
                  <a:lnTo>
                    <a:pt x="3951854" y="398595"/>
                  </a:lnTo>
                  <a:lnTo>
                    <a:pt x="3949351" y="395957"/>
                  </a:lnTo>
                  <a:lnTo>
                    <a:pt x="3945564" y="389797"/>
                  </a:lnTo>
                  <a:lnTo>
                    <a:pt x="3946288" y="383260"/>
                  </a:lnTo>
                  <a:lnTo>
                    <a:pt x="3950649" y="378071"/>
                  </a:lnTo>
                  <a:lnTo>
                    <a:pt x="3957772" y="375958"/>
                  </a:lnTo>
                  <a:lnTo>
                    <a:pt x="3965383" y="375958"/>
                  </a:lnTo>
                  <a:lnTo>
                    <a:pt x="3970440" y="381545"/>
                  </a:lnTo>
                  <a:lnTo>
                    <a:pt x="3970440" y="394926"/>
                  </a:lnTo>
                  <a:lnTo>
                    <a:pt x="3964372" y="399746"/>
                  </a:lnTo>
                  <a:close/>
                </a:path>
                <a:path w="4122420" h="2482215">
                  <a:moveTo>
                    <a:pt x="2753580" y="399986"/>
                  </a:moveTo>
                  <a:lnTo>
                    <a:pt x="2744199" y="399986"/>
                  </a:lnTo>
                  <a:lnTo>
                    <a:pt x="2741265" y="399003"/>
                  </a:lnTo>
                  <a:lnTo>
                    <a:pt x="2738889" y="396749"/>
                  </a:lnTo>
                  <a:lnTo>
                    <a:pt x="2735113" y="390131"/>
                  </a:lnTo>
                  <a:lnTo>
                    <a:pt x="2735838" y="383359"/>
                  </a:lnTo>
                  <a:lnTo>
                    <a:pt x="2740201" y="378084"/>
                  </a:lnTo>
                  <a:lnTo>
                    <a:pt x="2747334" y="375958"/>
                  </a:lnTo>
                  <a:lnTo>
                    <a:pt x="2746500" y="375958"/>
                  </a:lnTo>
                  <a:lnTo>
                    <a:pt x="2746980" y="375910"/>
                  </a:lnTo>
                  <a:lnTo>
                    <a:pt x="2747916" y="375886"/>
                  </a:lnTo>
                  <a:lnTo>
                    <a:pt x="2754819" y="375886"/>
                  </a:lnTo>
                  <a:lnTo>
                    <a:pt x="2759978" y="381210"/>
                  </a:lnTo>
                  <a:lnTo>
                    <a:pt x="2759978" y="395118"/>
                  </a:lnTo>
                  <a:lnTo>
                    <a:pt x="2753580" y="399986"/>
                  </a:lnTo>
                  <a:close/>
                </a:path>
                <a:path w="4122420" h="2482215">
                  <a:moveTo>
                    <a:pt x="3054957" y="400154"/>
                  </a:moveTo>
                  <a:lnTo>
                    <a:pt x="3045576" y="400154"/>
                  </a:lnTo>
                  <a:lnTo>
                    <a:pt x="3042490" y="399099"/>
                  </a:lnTo>
                  <a:lnTo>
                    <a:pt x="3040038" y="396749"/>
                  </a:lnTo>
                  <a:lnTo>
                    <a:pt x="3036264" y="390131"/>
                  </a:lnTo>
                  <a:lnTo>
                    <a:pt x="3037082" y="383359"/>
                  </a:lnTo>
                  <a:lnTo>
                    <a:pt x="3041698" y="378084"/>
                  </a:lnTo>
                  <a:lnTo>
                    <a:pt x="3049318" y="375958"/>
                  </a:lnTo>
                  <a:lnTo>
                    <a:pt x="3056069" y="375958"/>
                  </a:lnTo>
                  <a:lnTo>
                    <a:pt x="3061127" y="381545"/>
                  </a:lnTo>
                  <a:lnTo>
                    <a:pt x="3061127" y="395526"/>
                  </a:lnTo>
                  <a:lnTo>
                    <a:pt x="3054957" y="400154"/>
                  </a:lnTo>
                  <a:close/>
                </a:path>
                <a:path w="4122420" h="2482215">
                  <a:moveTo>
                    <a:pt x="3282722" y="400154"/>
                  </a:moveTo>
                  <a:lnTo>
                    <a:pt x="3273340" y="400154"/>
                  </a:lnTo>
                  <a:lnTo>
                    <a:pt x="3270255" y="399099"/>
                  </a:lnTo>
                  <a:lnTo>
                    <a:pt x="3267776" y="396749"/>
                  </a:lnTo>
                  <a:lnTo>
                    <a:pt x="3264001" y="390131"/>
                  </a:lnTo>
                  <a:lnTo>
                    <a:pt x="3264726" y="383359"/>
                  </a:lnTo>
                  <a:lnTo>
                    <a:pt x="3269089" y="378084"/>
                  </a:lnTo>
                  <a:lnTo>
                    <a:pt x="3276223" y="375958"/>
                  </a:lnTo>
                  <a:lnTo>
                    <a:pt x="3283809" y="375958"/>
                  </a:lnTo>
                  <a:lnTo>
                    <a:pt x="3288866" y="381545"/>
                  </a:lnTo>
                  <a:lnTo>
                    <a:pt x="3288866" y="395526"/>
                  </a:lnTo>
                  <a:lnTo>
                    <a:pt x="3282722" y="400154"/>
                  </a:lnTo>
                  <a:close/>
                </a:path>
                <a:path w="4122420" h="2482215">
                  <a:moveTo>
                    <a:pt x="3434548" y="400154"/>
                  </a:moveTo>
                  <a:lnTo>
                    <a:pt x="3425166" y="400154"/>
                  </a:lnTo>
                  <a:lnTo>
                    <a:pt x="3422081" y="399099"/>
                  </a:lnTo>
                  <a:lnTo>
                    <a:pt x="3419628" y="396749"/>
                  </a:lnTo>
                  <a:lnTo>
                    <a:pt x="3415854" y="390131"/>
                  </a:lnTo>
                  <a:lnTo>
                    <a:pt x="3416672" y="383359"/>
                  </a:lnTo>
                  <a:lnTo>
                    <a:pt x="3421289" y="378084"/>
                  </a:lnTo>
                  <a:lnTo>
                    <a:pt x="3428908" y="375958"/>
                  </a:lnTo>
                  <a:lnTo>
                    <a:pt x="3435635" y="375958"/>
                  </a:lnTo>
                  <a:lnTo>
                    <a:pt x="3440718" y="381545"/>
                  </a:lnTo>
                  <a:lnTo>
                    <a:pt x="3440718" y="395526"/>
                  </a:lnTo>
                  <a:lnTo>
                    <a:pt x="3434548" y="400154"/>
                  </a:lnTo>
                  <a:close/>
                </a:path>
                <a:path w="4122420" h="2482215">
                  <a:moveTo>
                    <a:pt x="4040208" y="400154"/>
                  </a:moveTo>
                  <a:lnTo>
                    <a:pt x="4030827" y="400154"/>
                  </a:lnTo>
                  <a:lnTo>
                    <a:pt x="4027742" y="399099"/>
                  </a:lnTo>
                  <a:lnTo>
                    <a:pt x="4025264" y="396749"/>
                  </a:lnTo>
                  <a:lnTo>
                    <a:pt x="4021477" y="390131"/>
                  </a:lnTo>
                  <a:lnTo>
                    <a:pt x="4022204" y="383359"/>
                  </a:lnTo>
                  <a:lnTo>
                    <a:pt x="4026573" y="378084"/>
                  </a:lnTo>
                  <a:lnTo>
                    <a:pt x="4033710" y="375958"/>
                  </a:lnTo>
                  <a:lnTo>
                    <a:pt x="4041296" y="375958"/>
                  </a:lnTo>
                  <a:lnTo>
                    <a:pt x="4046354" y="381545"/>
                  </a:lnTo>
                  <a:lnTo>
                    <a:pt x="4046354" y="395526"/>
                  </a:lnTo>
                  <a:lnTo>
                    <a:pt x="4040208" y="400154"/>
                  </a:lnTo>
                  <a:close/>
                </a:path>
                <a:path w="4122420" h="2482215">
                  <a:moveTo>
                    <a:pt x="3813380" y="400537"/>
                  </a:moveTo>
                  <a:lnTo>
                    <a:pt x="3803619" y="400537"/>
                  </a:lnTo>
                  <a:lnTo>
                    <a:pt x="3800281" y="399386"/>
                  </a:lnTo>
                  <a:lnTo>
                    <a:pt x="3797525" y="396749"/>
                  </a:lnTo>
                  <a:lnTo>
                    <a:pt x="3794221" y="390589"/>
                  </a:lnTo>
                  <a:lnTo>
                    <a:pt x="3795195" y="384051"/>
                  </a:lnTo>
                  <a:lnTo>
                    <a:pt x="3799655" y="378863"/>
                  </a:lnTo>
                  <a:lnTo>
                    <a:pt x="3806805" y="376749"/>
                  </a:lnTo>
                  <a:lnTo>
                    <a:pt x="3806805" y="375958"/>
                  </a:lnTo>
                  <a:lnTo>
                    <a:pt x="3813531" y="375958"/>
                  </a:lnTo>
                  <a:lnTo>
                    <a:pt x="3819449" y="381545"/>
                  </a:lnTo>
                  <a:lnTo>
                    <a:pt x="3819449" y="395717"/>
                  </a:lnTo>
                  <a:lnTo>
                    <a:pt x="3813380" y="400537"/>
                  </a:lnTo>
                  <a:close/>
                </a:path>
                <a:path w="4122420" h="2482215">
                  <a:moveTo>
                    <a:pt x="1000398" y="400681"/>
                  </a:moveTo>
                  <a:lnTo>
                    <a:pt x="991927" y="400681"/>
                  </a:lnTo>
                  <a:lnTo>
                    <a:pt x="987476" y="398259"/>
                  </a:lnTo>
                  <a:lnTo>
                    <a:pt x="985226" y="393559"/>
                  </a:lnTo>
                  <a:lnTo>
                    <a:pt x="994506" y="376749"/>
                  </a:lnTo>
                  <a:lnTo>
                    <a:pt x="996201" y="376749"/>
                  </a:lnTo>
                  <a:lnTo>
                    <a:pt x="1002890" y="378500"/>
                  </a:lnTo>
                  <a:lnTo>
                    <a:pt x="1007365" y="382951"/>
                  </a:lnTo>
                  <a:lnTo>
                    <a:pt x="1008995" y="388899"/>
                  </a:lnTo>
                  <a:lnTo>
                    <a:pt x="1007150" y="395142"/>
                  </a:lnTo>
                  <a:lnTo>
                    <a:pt x="1004419" y="398859"/>
                  </a:lnTo>
                  <a:lnTo>
                    <a:pt x="1000398" y="400681"/>
                  </a:lnTo>
                  <a:close/>
                </a:path>
                <a:path w="4122420" h="2482215">
                  <a:moveTo>
                    <a:pt x="1369874" y="400753"/>
                  </a:moveTo>
                  <a:lnTo>
                    <a:pt x="1366485" y="399147"/>
                  </a:lnTo>
                  <a:lnTo>
                    <a:pt x="1363956" y="396749"/>
                  </a:lnTo>
                  <a:lnTo>
                    <a:pt x="1363122" y="392744"/>
                  </a:lnTo>
                  <a:lnTo>
                    <a:pt x="1369874" y="399962"/>
                  </a:lnTo>
                  <a:lnTo>
                    <a:pt x="1369874" y="400753"/>
                  </a:lnTo>
                  <a:close/>
                </a:path>
                <a:path w="4122420" h="2482215">
                  <a:moveTo>
                    <a:pt x="1221512" y="400825"/>
                  </a:moveTo>
                  <a:lnTo>
                    <a:pt x="1212266" y="397179"/>
                  </a:lnTo>
                  <a:lnTo>
                    <a:pt x="1209184" y="389159"/>
                  </a:lnTo>
                  <a:lnTo>
                    <a:pt x="1212266" y="381138"/>
                  </a:lnTo>
                  <a:lnTo>
                    <a:pt x="1221512" y="377493"/>
                  </a:lnTo>
                  <a:lnTo>
                    <a:pt x="1222018" y="377493"/>
                  </a:lnTo>
                  <a:lnTo>
                    <a:pt x="1223105" y="377565"/>
                  </a:lnTo>
                  <a:lnTo>
                    <a:pt x="1231640" y="381410"/>
                  </a:lnTo>
                  <a:lnTo>
                    <a:pt x="1234485" y="389159"/>
                  </a:lnTo>
                  <a:lnTo>
                    <a:pt x="1231640" y="396907"/>
                  </a:lnTo>
                  <a:lnTo>
                    <a:pt x="1223105" y="400753"/>
                  </a:lnTo>
                  <a:lnTo>
                    <a:pt x="1222549" y="400801"/>
                  </a:lnTo>
                  <a:lnTo>
                    <a:pt x="1221512" y="400825"/>
                  </a:lnTo>
                  <a:close/>
                </a:path>
                <a:path w="4122420" h="2482215">
                  <a:moveTo>
                    <a:pt x="1305517" y="400969"/>
                  </a:moveTo>
                  <a:lnTo>
                    <a:pt x="1295731" y="400969"/>
                  </a:lnTo>
                  <a:lnTo>
                    <a:pt x="1292469" y="399890"/>
                  </a:lnTo>
                  <a:lnTo>
                    <a:pt x="1289738" y="397564"/>
                  </a:lnTo>
                  <a:lnTo>
                    <a:pt x="1286327" y="390933"/>
                  </a:lnTo>
                  <a:lnTo>
                    <a:pt x="1287105" y="384153"/>
                  </a:lnTo>
                  <a:lnTo>
                    <a:pt x="1291519" y="378875"/>
                  </a:lnTo>
                  <a:lnTo>
                    <a:pt x="1299018" y="376749"/>
                  </a:lnTo>
                  <a:lnTo>
                    <a:pt x="1299018" y="377565"/>
                  </a:lnTo>
                  <a:lnTo>
                    <a:pt x="1305770" y="377565"/>
                  </a:lnTo>
                  <a:lnTo>
                    <a:pt x="1310828" y="382361"/>
                  </a:lnTo>
                  <a:lnTo>
                    <a:pt x="1311662" y="388763"/>
                  </a:lnTo>
                  <a:lnTo>
                    <a:pt x="1311662" y="396317"/>
                  </a:lnTo>
                  <a:lnTo>
                    <a:pt x="1305517" y="400969"/>
                  </a:lnTo>
                  <a:close/>
                </a:path>
                <a:path w="4122420" h="2482215">
                  <a:moveTo>
                    <a:pt x="1078688" y="401353"/>
                  </a:moveTo>
                  <a:lnTo>
                    <a:pt x="1068927" y="401353"/>
                  </a:lnTo>
                  <a:lnTo>
                    <a:pt x="1065615" y="400178"/>
                  </a:lnTo>
                  <a:lnTo>
                    <a:pt x="1062833" y="397564"/>
                  </a:lnTo>
                  <a:lnTo>
                    <a:pt x="1059539" y="391394"/>
                  </a:lnTo>
                  <a:lnTo>
                    <a:pt x="1060513" y="384858"/>
                  </a:lnTo>
                  <a:lnTo>
                    <a:pt x="1064967" y="379674"/>
                  </a:lnTo>
                  <a:lnTo>
                    <a:pt x="1072113" y="377565"/>
                  </a:lnTo>
                  <a:lnTo>
                    <a:pt x="1078865" y="377565"/>
                  </a:lnTo>
                  <a:lnTo>
                    <a:pt x="1084757" y="383152"/>
                  </a:lnTo>
                  <a:lnTo>
                    <a:pt x="1084757" y="396533"/>
                  </a:lnTo>
                  <a:lnTo>
                    <a:pt x="1078688" y="401353"/>
                  </a:lnTo>
                  <a:close/>
                </a:path>
                <a:path w="4122420" h="2482215">
                  <a:moveTo>
                    <a:pt x="1154222" y="402144"/>
                  </a:moveTo>
                  <a:lnTo>
                    <a:pt x="1144461" y="402144"/>
                  </a:lnTo>
                  <a:lnTo>
                    <a:pt x="1141249" y="400993"/>
                  </a:lnTo>
                  <a:lnTo>
                    <a:pt x="1138746" y="398355"/>
                  </a:lnTo>
                  <a:lnTo>
                    <a:pt x="1135335" y="392195"/>
                  </a:lnTo>
                  <a:lnTo>
                    <a:pt x="1136113" y="385658"/>
                  </a:lnTo>
                  <a:lnTo>
                    <a:pt x="1140528" y="380469"/>
                  </a:lnTo>
                  <a:lnTo>
                    <a:pt x="1148027" y="378356"/>
                  </a:lnTo>
                  <a:lnTo>
                    <a:pt x="1148027" y="377565"/>
                  </a:lnTo>
                  <a:lnTo>
                    <a:pt x="1154778" y="377565"/>
                  </a:lnTo>
                  <a:lnTo>
                    <a:pt x="1160671" y="383152"/>
                  </a:lnTo>
                  <a:lnTo>
                    <a:pt x="1160671" y="397324"/>
                  </a:lnTo>
                  <a:lnTo>
                    <a:pt x="1154222" y="402144"/>
                  </a:lnTo>
                  <a:close/>
                </a:path>
                <a:path w="4122420" h="2482215">
                  <a:moveTo>
                    <a:pt x="2639711" y="436004"/>
                  </a:moveTo>
                  <a:lnTo>
                    <a:pt x="2629925" y="436004"/>
                  </a:lnTo>
                  <a:lnTo>
                    <a:pt x="2626815" y="434997"/>
                  </a:lnTo>
                  <a:lnTo>
                    <a:pt x="2624184" y="432743"/>
                  </a:lnTo>
                  <a:lnTo>
                    <a:pt x="2620899" y="426210"/>
                  </a:lnTo>
                  <a:lnTo>
                    <a:pt x="2621795" y="419506"/>
                  </a:lnTo>
                  <a:lnTo>
                    <a:pt x="2626105" y="414223"/>
                  </a:lnTo>
                  <a:lnTo>
                    <a:pt x="2633060" y="411952"/>
                  </a:lnTo>
                  <a:lnTo>
                    <a:pt x="2640444" y="412144"/>
                  </a:lnTo>
                  <a:lnTo>
                    <a:pt x="2646108" y="416892"/>
                  </a:lnTo>
                  <a:lnTo>
                    <a:pt x="2646108" y="431112"/>
                  </a:lnTo>
                  <a:lnTo>
                    <a:pt x="2639711" y="436004"/>
                  </a:lnTo>
                  <a:close/>
                </a:path>
                <a:path w="4122420" h="2482215">
                  <a:moveTo>
                    <a:pt x="2563444" y="435141"/>
                  </a:moveTo>
                  <a:lnTo>
                    <a:pt x="2546577" y="419146"/>
                  </a:lnTo>
                  <a:lnTo>
                    <a:pt x="2549030" y="414182"/>
                  </a:lnTo>
                  <a:lnTo>
                    <a:pt x="2553480" y="411952"/>
                  </a:lnTo>
                  <a:lnTo>
                    <a:pt x="2564101" y="411952"/>
                  </a:lnTo>
                  <a:lnTo>
                    <a:pt x="2570196" y="416436"/>
                  </a:lnTo>
                  <a:lnTo>
                    <a:pt x="2570196" y="423942"/>
                  </a:lnTo>
                  <a:lnTo>
                    <a:pt x="2569362" y="423942"/>
                  </a:lnTo>
                  <a:lnTo>
                    <a:pt x="2569362" y="428738"/>
                  </a:lnTo>
                  <a:lnTo>
                    <a:pt x="2566833" y="432743"/>
                  </a:lnTo>
                  <a:lnTo>
                    <a:pt x="2563444" y="435141"/>
                  </a:lnTo>
                  <a:close/>
                </a:path>
                <a:path w="4122420" h="2482215">
                  <a:moveTo>
                    <a:pt x="2866110" y="435740"/>
                  </a:moveTo>
                  <a:lnTo>
                    <a:pt x="2856728" y="435740"/>
                  </a:lnTo>
                  <a:lnTo>
                    <a:pt x="2853593" y="434589"/>
                  </a:lnTo>
                  <a:lnTo>
                    <a:pt x="2851089" y="431951"/>
                  </a:lnTo>
                  <a:lnTo>
                    <a:pt x="2847302" y="425791"/>
                  </a:lnTo>
                  <a:lnTo>
                    <a:pt x="2848026" y="419254"/>
                  </a:lnTo>
                  <a:lnTo>
                    <a:pt x="2852387" y="414065"/>
                  </a:lnTo>
                  <a:lnTo>
                    <a:pt x="2859510" y="411952"/>
                  </a:lnTo>
                  <a:lnTo>
                    <a:pt x="2867122" y="411952"/>
                  </a:lnTo>
                  <a:lnTo>
                    <a:pt x="2872179" y="417539"/>
                  </a:lnTo>
                  <a:lnTo>
                    <a:pt x="2872179" y="430920"/>
                  </a:lnTo>
                  <a:lnTo>
                    <a:pt x="2866110" y="435740"/>
                  </a:lnTo>
                  <a:close/>
                </a:path>
                <a:path w="4122420" h="2482215">
                  <a:moveTo>
                    <a:pt x="3472580" y="435740"/>
                  </a:moveTo>
                  <a:lnTo>
                    <a:pt x="3462844" y="435740"/>
                  </a:lnTo>
                  <a:lnTo>
                    <a:pt x="3459506" y="434589"/>
                  </a:lnTo>
                  <a:lnTo>
                    <a:pt x="3456725" y="431951"/>
                  </a:lnTo>
                  <a:lnTo>
                    <a:pt x="3453314" y="425791"/>
                  </a:lnTo>
                  <a:lnTo>
                    <a:pt x="3454092" y="419254"/>
                  </a:lnTo>
                  <a:lnTo>
                    <a:pt x="3458506" y="414065"/>
                  </a:lnTo>
                  <a:lnTo>
                    <a:pt x="3466005" y="411952"/>
                  </a:lnTo>
                  <a:lnTo>
                    <a:pt x="3472757" y="411952"/>
                  </a:lnTo>
                  <a:lnTo>
                    <a:pt x="3478674" y="417539"/>
                  </a:lnTo>
                  <a:lnTo>
                    <a:pt x="3478674" y="430920"/>
                  </a:lnTo>
                  <a:lnTo>
                    <a:pt x="3472580" y="435740"/>
                  </a:lnTo>
                  <a:close/>
                </a:path>
                <a:path w="4122420" h="2482215">
                  <a:moveTo>
                    <a:pt x="3623572" y="435740"/>
                  </a:moveTo>
                  <a:lnTo>
                    <a:pt x="3614215" y="435740"/>
                  </a:lnTo>
                  <a:lnTo>
                    <a:pt x="3611055" y="434589"/>
                  </a:lnTo>
                  <a:lnTo>
                    <a:pt x="3608576" y="431951"/>
                  </a:lnTo>
                  <a:lnTo>
                    <a:pt x="3604803" y="425791"/>
                  </a:lnTo>
                  <a:lnTo>
                    <a:pt x="3605621" y="419254"/>
                  </a:lnTo>
                  <a:lnTo>
                    <a:pt x="3610237" y="414065"/>
                  </a:lnTo>
                  <a:lnTo>
                    <a:pt x="3617857" y="411952"/>
                  </a:lnTo>
                  <a:lnTo>
                    <a:pt x="3624583" y="411952"/>
                  </a:lnTo>
                  <a:lnTo>
                    <a:pt x="3629666" y="417539"/>
                  </a:lnTo>
                  <a:lnTo>
                    <a:pt x="3629666" y="430920"/>
                  </a:lnTo>
                  <a:lnTo>
                    <a:pt x="3623572" y="435740"/>
                  </a:lnTo>
                  <a:close/>
                </a:path>
                <a:path w="4122420" h="2482215">
                  <a:moveTo>
                    <a:pt x="3851337" y="435740"/>
                  </a:moveTo>
                  <a:lnTo>
                    <a:pt x="3841576" y="435740"/>
                  </a:lnTo>
                  <a:lnTo>
                    <a:pt x="3838263" y="434589"/>
                  </a:lnTo>
                  <a:lnTo>
                    <a:pt x="3835481" y="431951"/>
                  </a:lnTo>
                  <a:lnTo>
                    <a:pt x="3832059" y="425791"/>
                  </a:lnTo>
                  <a:lnTo>
                    <a:pt x="3832839" y="419254"/>
                  </a:lnTo>
                  <a:lnTo>
                    <a:pt x="3837259" y="414065"/>
                  </a:lnTo>
                  <a:lnTo>
                    <a:pt x="3844762" y="411952"/>
                  </a:lnTo>
                  <a:lnTo>
                    <a:pt x="3851488" y="411952"/>
                  </a:lnTo>
                  <a:lnTo>
                    <a:pt x="3857405" y="417539"/>
                  </a:lnTo>
                  <a:lnTo>
                    <a:pt x="3857405" y="430920"/>
                  </a:lnTo>
                  <a:lnTo>
                    <a:pt x="3851337" y="435740"/>
                  </a:lnTo>
                  <a:close/>
                </a:path>
                <a:path w="4122420" h="2482215">
                  <a:moveTo>
                    <a:pt x="4074195" y="435956"/>
                  </a:moveTo>
                  <a:lnTo>
                    <a:pt x="4064915" y="435956"/>
                  </a:lnTo>
                  <a:lnTo>
                    <a:pt x="4058998" y="430345"/>
                  </a:lnTo>
                  <a:lnTo>
                    <a:pt x="4058998" y="423942"/>
                  </a:lnTo>
                  <a:lnTo>
                    <a:pt x="4059655" y="416652"/>
                  </a:lnTo>
                  <a:lnTo>
                    <a:pt x="4065648" y="412144"/>
                  </a:lnTo>
                  <a:lnTo>
                    <a:pt x="4073765" y="412144"/>
                  </a:lnTo>
                  <a:lnTo>
                    <a:pt x="4075738" y="412599"/>
                  </a:lnTo>
                  <a:lnTo>
                    <a:pt x="4077558" y="413559"/>
                  </a:lnTo>
                  <a:lnTo>
                    <a:pt x="4075030" y="435141"/>
                  </a:lnTo>
                  <a:lnTo>
                    <a:pt x="4074195" y="435956"/>
                  </a:lnTo>
                  <a:close/>
                </a:path>
                <a:path w="4122420" h="2482215">
                  <a:moveTo>
                    <a:pt x="2715624" y="436004"/>
                  </a:moveTo>
                  <a:lnTo>
                    <a:pt x="2706242" y="436004"/>
                  </a:lnTo>
                  <a:lnTo>
                    <a:pt x="2703309" y="434997"/>
                  </a:lnTo>
                  <a:lnTo>
                    <a:pt x="2700932" y="432743"/>
                  </a:lnTo>
                  <a:lnTo>
                    <a:pt x="2697156" y="426125"/>
                  </a:lnTo>
                  <a:lnTo>
                    <a:pt x="2697882" y="419353"/>
                  </a:lnTo>
                  <a:lnTo>
                    <a:pt x="2702244" y="414078"/>
                  </a:lnTo>
                  <a:lnTo>
                    <a:pt x="2709378" y="411952"/>
                  </a:lnTo>
                  <a:lnTo>
                    <a:pt x="2708544" y="411952"/>
                  </a:lnTo>
                  <a:lnTo>
                    <a:pt x="2709024" y="411904"/>
                  </a:lnTo>
                  <a:lnTo>
                    <a:pt x="2709960" y="411880"/>
                  </a:lnTo>
                  <a:lnTo>
                    <a:pt x="2716863" y="411880"/>
                  </a:lnTo>
                  <a:lnTo>
                    <a:pt x="2722022" y="417203"/>
                  </a:lnTo>
                  <a:lnTo>
                    <a:pt x="2722022" y="431112"/>
                  </a:lnTo>
                  <a:lnTo>
                    <a:pt x="2715624" y="436004"/>
                  </a:lnTo>
                  <a:close/>
                </a:path>
                <a:path w="4122420" h="2482215">
                  <a:moveTo>
                    <a:pt x="3093520" y="436004"/>
                  </a:moveTo>
                  <a:lnTo>
                    <a:pt x="3083734" y="436004"/>
                  </a:lnTo>
                  <a:lnTo>
                    <a:pt x="3080624" y="434997"/>
                  </a:lnTo>
                  <a:lnTo>
                    <a:pt x="3077994" y="432743"/>
                  </a:lnTo>
                  <a:lnTo>
                    <a:pt x="3074583" y="426125"/>
                  </a:lnTo>
                  <a:lnTo>
                    <a:pt x="3075361" y="419353"/>
                  </a:lnTo>
                  <a:lnTo>
                    <a:pt x="3079776" y="414078"/>
                  </a:lnTo>
                  <a:lnTo>
                    <a:pt x="3087275" y="411952"/>
                  </a:lnTo>
                  <a:lnTo>
                    <a:pt x="3094026" y="411952"/>
                  </a:lnTo>
                  <a:lnTo>
                    <a:pt x="3099919" y="417539"/>
                  </a:lnTo>
                  <a:lnTo>
                    <a:pt x="3099919" y="431112"/>
                  </a:lnTo>
                  <a:lnTo>
                    <a:pt x="3093520" y="436004"/>
                  </a:lnTo>
                  <a:close/>
                </a:path>
                <a:path w="4122420" h="2482215">
                  <a:moveTo>
                    <a:pt x="3320425" y="436004"/>
                  </a:moveTo>
                  <a:lnTo>
                    <a:pt x="3311044" y="436004"/>
                  </a:lnTo>
                  <a:lnTo>
                    <a:pt x="3308110" y="434997"/>
                  </a:lnTo>
                  <a:lnTo>
                    <a:pt x="3305733" y="432743"/>
                  </a:lnTo>
                  <a:lnTo>
                    <a:pt x="3301957" y="426125"/>
                  </a:lnTo>
                  <a:lnTo>
                    <a:pt x="3302683" y="419353"/>
                  </a:lnTo>
                  <a:lnTo>
                    <a:pt x="3307046" y="414078"/>
                  </a:lnTo>
                  <a:lnTo>
                    <a:pt x="3314180" y="411952"/>
                  </a:lnTo>
                  <a:lnTo>
                    <a:pt x="3320931" y="411952"/>
                  </a:lnTo>
                  <a:lnTo>
                    <a:pt x="3326823" y="417539"/>
                  </a:lnTo>
                  <a:lnTo>
                    <a:pt x="3326823" y="431112"/>
                  </a:lnTo>
                  <a:lnTo>
                    <a:pt x="3320425" y="436004"/>
                  </a:lnTo>
                  <a:close/>
                </a:path>
                <a:path w="4122420" h="2482215">
                  <a:moveTo>
                    <a:pt x="3699181" y="436004"/>
                  </a:moveTo>
                  <a:lnTo>
                    <a:pt x="3689800" y="436004"/>
                  </a:lnTo>
                  <a:lnTo>
                    <a:pt x="3686841" y="434997"/>
                  </a:lnTo>
                  <a:lnTo>
                    <a:pt x="3684490" y="432743"/>
                  </a:lnTo>
                  <a:lnTo>
                    <a:pt x="3680702" y="426125"/>
                  </a:lnTo>
                  <a:lnTo>
                    <a:pt x="3681427" y="419353"/>
                  </a:lnTo>
                  <a:lnTo>
                    <a:pt x="3685787" y="414078"/>
                  </a:lnTo>
                  <a:lnTo>
                    <a:pt x="3692910" y="411952"/>
                  </a:lnTo>
                  <a:lnTo>
                    <a:pt x="3699662" y="411952"/>
                  </a:lnTo>
                  <a:lnTo>
                    <a:pt x="3705579" y="417539"/>
                  </a:lnTo>
                  <a:lnTo>
                    <a:pt x="3705579" y="431112"/>
                  </a:lnTo>
                  <a:lnTo>
                    <a:pt x="3699181" y="436004"/>
                  </a:lnTo>
                  <a:close/>
                </a:path>
                <a:path w="4122420" h="2482215">
                  <a:moveTo>
                    <a:pt x="3926921" y="436004"/>
                  </a:moveTo>
                  <a:lnTo>
                    <a:pt x="3917134" y="436004"/>
                  </a:lnTo>
                  <a:lnTo>
                    <a:pt x="3914024" y="434997"/>
                  </a:lnTo>
                  <a:lnTo>
                    <a:pt x="3911394" y="432743"/>
                  </a:lnTo>
                  <a:lnTo>
                    <a:pt x="3907983" y="426125"/>
                  </a:lnTo>
                  <a:lnTo>
                    <a:pt x="3908761" y="419353"/>
                  </a:lnTo>
                  <a:lnTo>
                    <a:pt x="3913176" y="414078"/>
                  </a:lnTo>
                  <a:lnTo>
                    <a:pt x="3920675" y="411952"/>
                  </a:lnTo>
                  <a:lnTo>
                    <a:pt x="3927426" y="411952"/>
                  </a:lnTo>
                  <a:lnTo>
                    <a:pt x="3932484" y="417539"/>
                  </a:lnTo>
                  <a:lnTo>
                    <a:pt x="3933319" y="423942"/>
                  </a:lnTo>
                  <a:lnTo>
                    <a:pt x="3933319" y="431112"/>
                  </a:lnTo>
                  <a:lnTo>
                    <a:pt x="3926921" y="436004"/>
                  </a:lnTo>
                  <a:close/>
                </a:path>
                <a:path w="4122420" h="2482215">
                  <a:moveTo>
                    <a:pt x="2785923" y="436028"/>
                  </a:moveTo>
                  <a:lnTo>
                    <a:pt x="2785443" y="436028"/>
                  </a:lnTo>
                  <a:lnTo>
                    <a:pt x="2784457" y="435956"/>
                  </a:lnTo>
                  <a:lnTo>
                    <a:pt x="2775439" y="431639"/>
                  </a:lnTo>
                  <a:lnTo>
                    <a:pt x="2772432" y="423648"/>
                  </a:lnTo>
                  <a:lnTo>
                    <a:pt x="2775439" y="415810"/>
                  </a:lnTo>
                  <a:lnTo>
                    <a:pt x="2784457" y="411952"/>
                  </a:lnTo>
                  <a:lnTo>
                    <a:pt x="2784963" y="411904"/>
                  </a:lnTo>
                  <a:lnTo>
                    <a:pt x="2785923" y="411880"/>
                  </a:lnTo>
                  <a:lnTo>
                    <a:pt x="2794785" y="415653"/>
                  </a:lnTo>
                  <a:lnTo>
                    <a:pt x="2797739" y="423954"/>
                  </a:lnTo>
                  <a:lnTo>
                    <a:pt x="2794785" y="432255"/>
                  </a:lnTo>
                  <a:lnTo>
                    <a:pt x="2785923" y="436028"/>
                  </a:lnTo>
                  <a:close/>
                </a:path>
                <a:path w="4122420" h="2482215">
                  <a:moveTo>
                    <a:pt x="2936990" y="436028"/>
                  </a:moveTo>
                  <a:lnTo>
                    <a:pt x="2936485" y="436028"/>
                  </a:lnTo>
                  <a:lnTo>
                    <a:pt x="2935448" y="435956"/>
                  </a:lnTo>
                  <a:lnTo>
                    <a:pt x="2926900" y="431753"/>
                  </a:lnTo>
                  <a:lnTo>
                    <a:pt x="2924050" y="423954"/>
                  </a:lnTo>
                  <a:lnTo>
                    <a:pt x="2926900" y="416154"/>
                  </a:lnTo>
                  <a:lnTo>
                    <a:pt x="2935448" y="411952"/>
                  </a:lnTo>
                  <a:lnTo>
                    <a:pt x="2935980" y="411904"/>
                  </a:lnTo>
                  <a:lnTo>
                    <a:pt x="2936990" y="411880"/>
                  </a:lnTo>
                  <a:lnTo>
                    <a:pt x="2946264" y="415653"/>
                  </a:lnTo>
                  <a:lnTo>
                    <a:pt x="2949356" y="423954"/>
                  </a:lnTo>
                  <a:lnTo>
                    <a:pt x="2946264" y="432255"/>
                  </a:lnTo>
                  <a:lnTo>
                    <a:pt x="2936990" y="436028"/>
                  </a:lnTo>
                  <a:close/>
                </a:path>
                <a:path w="4122420" h="2482215">
                  <a:moveTo>
                    <a:pt x="3164655" y="436028"/>
                  </a:moveTo>
                  <a:lnTo>
                    <a:pt x="3164199" y="436028"/>
                  </a:lnTo>
                  <a:lnTo>
                    <a:pt x="3163188" y="435956"/>
                  </a:lnTo>
                  <a:lnTo>
                    <a:pt x="3154169" y="431753"/>
                  </a:lnTo>
                  <a:lnTo>
                    <a:pt x="3151163" y="423954"/>
                  </a:lnTo>
                  <a:lnTo>
                    <a:pt x="3154169" y="416154"/>
                  </a:lnTo>
                  <a:lnTo>
                    <a:pt x="3163188" y="411952"/>
                  </a:lnTo>
                  <a:lnTo>
                    <a:pt x="3163694" y="411904"/>
                  </a:lnTo>
                  <a:lnTo>
                    <a:pt x="3164655" y="411880"/>
                  </a:lnTo>
                  <a:lnTo>
                    <a:pt x="3173516" y="415653"/>
                  </a:lnTo>
                  <a:lnTo>
                    <a:pt x="3176470" y="423954"/>
                  </a:lnTo>
                  <a:lnTo>
                    <a:pt x="3173516" y="432255"/>
                  </a:lnTo>
                  <a:lnTo>
                    <a:pt x="3164655" y="436028"/>
                  </a:lnTo>
                  <a:close/>
                </a:path>
                <a:path w="4122420" h="2482215">
                  <a:moveTo>
                    <a:pt x="3392419" y="436028"/>
                  </a:moveTo>
                  <a:lnTo>
                    <a:pt x="3391938" y="436028"/>
                  </a:lnTo>
                  <a:lnTo>
                    <a:pt x="3390926" y="435956"/>
                  </a:lnTo>
                  <a:lnTo>
                    <a:pt x="3381923" y="431753"/>
                  </a:lnTo>
                  <a:lnTo>
                    <a:pt x="3378922" y="423954"/>
                  </a:lnTo>
                  <a:lnTo>
                    <a:pt x="3381923" y="416154"/>
                  </a:lnTo>
                  <a:lnTo>
                    <a:pt x="3390926" y="411952"/>
                  </a:lnTo>
                  <a:lnTo>
                    <a:pt x="3391458" y="411904"/>
                  </a:lnTo>
                  <a:lnTo>
                    <a:pt x="3392419" y="411880"/>
                  </a:lnTo>
                  <a:lnTo>
                    <a:pt x="3401280" y="415653"/>
                  </a:lnTo>
                  <a:lnTo>
                    <a:pt x="3404234" y="423954"/>
                  </a:lnTo>
                  <a:lnTo>
                    <a:pt x="3401280" y="432255"/>
                  </a:lnTo>
                  <a:lnTo>
                    <a:pt x="3392419" y="436028"/>
                  </a:lnTo>
                  <a:close/>
                </a:path>
                <a:path w="4122420" h="2482215">
                  <a:moveTo>
                    <a:pt x="3543410" y="436028"/>
                  </a:moveTo>
                  <a:lnTo>
                    <a:pt x="3542930" y="436028"/>
                  </a:lnTo>
                  <a:lnTo>
                    <a:pt x="3541919" y="435956"/>
                  </a:lnTo>
                  <a:lnTo>
                    <a:pt x="3532915" y="431753"/>
                  </a:lnTo>
                  <a:lnTo>
                    <a:pt x="3529913" y="423954"/>
                  </a:lnTo>
                  <a:lnTo>
                    <a:pt x="3532915" y="416154"/>
                  </a:lnTo>
                  <a:lnTo>
                    <a:pt x="3541919" y="411952"/>
                  </a:lnTo>
                  <a:lnTo>
                    <a:pt x="3542424" y="411904"/>
                  </a:lnTo>
                  <a:lnTo>
                    <a:pt x="3543410" y="411880"/>
                  </a:lnTo>
                  <a:lnTo>
                    <a:pt x="3552258" y="415653"/>
                  </a:lnTo>
                  <a:lnTo>
                    <a:pt x="3555207" y="423954"/>
                  </a:lnTo>
                  <a:lnTo>
                    <a:pt x="3552258" y="432255"/>
                  </a:lnTo>
                  <a:lnTo>
                    <a:pt x="3543410" y="436028"/>
                  </a:lnTo>
                  <a:close/>
                </a:path>
                <a:path w="4122420" h="2482215">
                  <a:moveTo>
                    <a:pt x="3770416" y="436028"/>
                  </a:moveTo>
                  <a:lnTo>
                    <a:pt x="3769911" y="436028"/>
                  </a:lnTo>
                  <a:lnTo>
                    <a:pt x="3768823" y="435956"/>
                  </a:lnTo>
                  <a:lnTo>
                    <a:pt x="3760289" y="432100"/>
                  </a:lnTo>
                  <a:lnTo>
                    <a:pt x="3757444" y="424350"/>
                  </a:lnTo>
                  <a:lnTo>
                    <a:pt x="3760289" y="416600"/>
                  </a:lnTo>
                  <a:lnTo>
                    <a:pt x="3768823" y="412743"/>
                  </a:lnTo>
                  <a:lnTo>
                    <a:pt x="3769380" y="412695"/>
                  </a:lnTo>
                  <a:lnTo>
                    <a:pt x="3770416" y="412671"/>
                  </a:lnTo>
                  <a:lnTo>
                    <a:pt x="3779662" y="416321"/>
                  </a:lnTo>
                  <a:lnTo>
                    <a:pt x="3782744" y="424350"/>
                  </a:lnTo>
                  <a:lnTo>
                    <a:pt x="3779662" y="432378"/>
                  </a:lnTo>
                  <a:lnTo>
                    <a:pt x="3770416" y="436028"/>
                  </a:lnTo>
                  <a:close/>
                </a:path>
                <a:path w="4122420" h="2482215">
                  <a:moveTo>
                    <a:pt x="3017455" y="436148"/>
                  </a:moveTo>
                  <a:lnTo>
                    <a:pt x="3007720" y="436148"/>
                  </a:lnTo>
                  <a:lnTo>
                    <a:pt x="3004533" y="435093"/>
                  </a:lnTo>
                  <a:lnTo>
                    <a:pt x="3002081" y="432743"/>
                  </a:lnTo>
                  <a:lnTo>
                    <a:pt x="2998307" y="426125"/>
                  </a:lnTo>
                  <a:lnTo>
                    <a:pt x="2999126" y="419353"/>
                  </a:lnTo>
                  <a:lnTo>
                    <a:pt x="3003742" y="414078"/>
                  </a:lnTo>
                  <a:lnTo>
                    <a:pt x="3011362" y="411952"/>
                  </a:lnTo>
                  <a:lnTo>
                    <a:pt x="3018113" y="412743"/>
                  </a:lnTo>
                  <a:lnTo>
                    <a:pt x="3024005" y="417539"/>
                  </a:lnTo>
                  <a:lnTo>
                    <a:pt x="3024005" y="431520"/>
                  </a:lnTo>
                  <a:lnTo>
                    <a:pt x="3017455" y="436148"/>
                  </a:lnTo>
                  <a:close/>
                </a:path>
                <a:path w="4122420" h="2482215">
                  <a:moveTo>
                    <a:pt x="3244765" y="436148"/>
                  </a:moveTo>
                  <a:lnTo>
                    <a:pt x="3235383" y="436148"/>
                  </a:lnTo>
                  <a:lnTo>
                    <a:pt x="3232298" y="435093"/>
                  </a:lnTo>
                  <a:lnTo>
                    <a:pt x="3229820" y="432743"/>
                  </a:lnTo>
                  <a:lnTo>
                    <a:pt x="3226057" y="426125"/>
                  </a:lnTo>
                  <a:lnTo>
                    <a:pt x="3226874" y="419353"/>
                  </a:lnTo>
                  <a:lnTo>
                    <a:pt x="3231484" y="414078"/>
                  </a:lnTo>
                  <a:lnTo>
                    <a:pt x="3239101" y="411952"/>
                  </a:lnTo>
                  <a:lnTo>
                    <a:pt x="3245852" y="411952"/>
                  </a:lnTo>
                  <a:lnTo>
                    <a:pt x="3250910" y="417539"/>
                  </a:lnTo>
                  <a:lnTo>
                    <a:pt x="3250910" y="431520"/>
                  </a:lnTo>
                  <a:lnTo>
                    <a:pt x="3244765" y="436148"/>
                  </a:lnTo>
                  <a:close/>
                </a:path>
                <a:path w="4122420" h="2482215">
                  <a:moveTo>
                    <a:pt x="4002226" y="436148"/>
                  </a:moveTo>
                  <a:lnTo>
                    <a:pt x="3992845" y="436148"/>
                  </a:lnTo>
                  <a:lnTo>
                    <a:pt x="3989760" y="435093"/>
                  </a:lnTo>
                  <a:lnTo>
                    <a:pt x="3987307" y="432743"/>
                  </a:lnTo>
                  <a:lnTo>
                    <a:pt x="3983520" y="426125"/>
                  </a:lnTo>
                  <a:lnTo>
                    <a:pt x="3984247" y="419353"/>
                  </a:lnTo>
                  <a:lnTo>
                    <a:pt x="3988616" y="414078"/>
                  </a:lnTo>
                  <a:lnTo>
                    <a:pt x="3995753" y="411952"/>
                  </a:lnTo>
                  <a:lnTo>
                    <a:pt x="4003340" y="411952"/>
                  </a:lnTo>
                  <a:lnTo>
                    <a:pt x="4008397" y="417539"/>
                  </a:lnTo>
                  <a:lnTo>
                    <a:pt x="4008397" y="431520"/>
                  </a:lnTo>
                  <a:lnTo>
                    <a:pt x="4002226" y="436148"/>
                  </a:lnTo>
                  <a:close/>
                </a:path>
                <a:path w="4122420" h="2482215">
                  <a:moveTo>
                    <a:pt x="959913" y="436747"/>
                  </a:moveTo>
                  <a:lnTo>
                    <a:pt x="966665" y="424757"/>
                  </a:lnTo>
                  <a:lnTo>
                    <a:pt x="969194" y="419961"/>
                  </a:lnTo>
                  <a:lnTo>
                    <a:pt x="970888" y="423151"/>
                  </a:lnTo>
                  <a:lnTo>
                    <a:pt x="970888" y="431160"/>
                  </a:lnTo>
                  <a:lnTo>
                    <a:pt x="966665" y="435956"/>
                  </a:lnTo>
                  <a:lnTo>
                    <a:pt x="959913" y="436747"/>
                  </a:lnTo>
                  <a:close/>
                </a:path>
                <a:path w="4122420" h="2482215">
                  <a:moveTo>
                    <a:pt x="1040403" y="436795"/>
                  </a:moveTo>
                  <a:lnTo>
                    <a:pt x="1030617" y="436795"/>
                  </a:lnTo>
                  <a:lnTo>
                    <a:pt x="1027506" y="435788"/>
                  </a:lnTo>
                  <a:lnTo>
                    <a:pt x="1024876" y="433558"/>
                  </a:lnTo>
                  <a:lnTo>
                    <a:pt x="1021572" y="426927"/>
                  </a:lnTo>
                  <a:lnTo>
                    <a:pt x="1022547" y="420147"/>
                  </a:lnTo>
                  <a:lnTo>
                    <a:pt x="1027007" y="414869"/>
                  </a:lnTo>
                  <a:lnTo>
                    <a:pt x="1034157" y="412743"/>
                  </a:lnTo>
                  <a:lnTo>
                    <a:pt x="1034157" y="413559"/>
                  </a:lnTo>
                  <a:lnTo>
                    <a:pt x="1040883" y="413559"/>
                  </a:lnTo>
                  <a:lnTo>
                    <a:pt x="1045966" y="418355"/>
                  </a:lnTo>
                  <a:lnTo>
                    <a:pt x="1046801" y="424757"/>
                  </a:lnTo>
                  <a:lnTo>
                    <a:pt x="1046801" y="431903"/>
                  </a:lnTo>
                  <a:lnTo>
                    <a:pt x="1040403" y="436795"/>
                  </a:lnTo>
                  <a:close/>
                </a:path>
                <a:path w="4122420" h="2482215">
                  <a:moveTo>
                    <a:pt x="1267561" y="436963"/>
                  </a:moveTo>
                  <a:lnTo>
                    <a:pt x="1257774" y="436963"/>
                  </a:lnTo>
                  <a:lnTo>
                    <a:pt x="1254512" y="435884"/>
                  </a:lnTo>
                  <a:lnTo>
                    <a:pt x="1251781" y="433558"/>
                  </a:lnTo>
                  <a:lnTo>
                    <a:pt x="1248370" y="426927"/>
                  </a:lnTo>
                  <a:lnTo>
                    <a:pt x="1249148" y="420147"/>
                  </a:lnTo>
                  <a:lnTo>
                    <a:pt x="1253563" y="414869"/>
                  </a:lnTo>
                  <a:lnTo>
                    <a:pt x="1261062" y="412743"/>
                  </a:lnTo>
                  <a:lnTo>
                    <a:pt x="1261062" y="413559"/>
                  </a:lnTo>
                  <a:lnTo>
                    <a:pt x="1267813" y="413559"/>
                  </a:lnTo>
                  <a:lnTo>
                    <a:pt x="1272871" y="418355"/>
                  </a:lnTo>
                  <a:lnTo>
                    <a:pt x="1273706" y="424757"/>
                  </a:lnTo>
                  <a:lnTo>
                    <a:pt x="1273706" y="432311"/>
                  </a:lnTo>
                  <a:lnTo>
                    <a:pt x="1267561" y="436963"/>
                  </a:lnTo>
                  <a:close/>
                </a:path>
                <a:path w="4122420" h="2482215">
                  <a:moveTo>
                    <a:pt x="1343474" y="437323"/>
                  </a:moveTo>
                  <a:lnTo>
                    <a:pt x="1334092" y="437323"/>
                  </a:lnTo>
                  <a:lnTo>
                    <a:pt x="1331007" y="436148"/>
                  </a:lnTo>
                  <a:lnTo>
                    <a:pt x="1328529" y="433558"/>
                  </a:lnTo>
                  <a:lnTo>
                    <a:pt x="1324753" y="427261"/>
                  </a:lnTo>
                  <a:lnTo>
                    <a:pt x="1325479" y="420444"/>
                  </a:lnTo>
                  <a:lnTo>
                    <a:pt x="1329841" y="414981"/>
                  </a:lnTo>
                  <a:lnTo>
                    <a:pt x="1336975" y="412743"/>
                  </a:lnTo>
                  <a:lnTo>
                    <a:pt x="1336975" y="413559"/>
                  </a:lnTo>
                  <a:lnTo>
                    <a:pt x="1343727" y="413559"/>
                  </a:lnTo>
                  <a:lnTo>
                    <a:pt x="1349619" y="418355"/>
                  </a:lnTo>
                  <a:lnTo>
                    <a:pt x="1349619" y="432311"/>
                  </a:lnTo>
                  <a:lnTo>
                    <a:pt x="1343474" y="437323"/>
                  </a:lnTo>
                  <a:close/>
                </a:path>
                <a:path w="4122420" h="2482215">
                  <a:moveTo>
                    <a:pt x="1116316" y="437586"/>
                  </a:moveTo>
                  <a:lnTo>
                    <a:pt x="1106530" y="437586"/>
                  </a:lnTo>
                  <a:lnTo>
                    <a:pt x="1103419" y="436579"/>
                  </a:lnTo>
                  <a:lnTo>
                    <a:pt x="1100790" y="434349"/>
                  </a:lnTo>
                  <a:lnTo>
                    <a:pt x="1097379" y="427722"/>
                  </a:lnTo>
                  <a:lnTo>
                    <a:pt x="1098157" y="420950"/>
                  </a:lnTo>
                  <a:lnTo>
                    <a:pt x="1102571" y="415681"/>
                  </a:lnTo>
                  <a:lnTo>
                    <a:pt x="1110070" y="413559"/>
                  </a:lnTo>
                  <a:lnTo>
                    <a:pt x="1116822" y="413559"/>
                  </a:lnTo>
                  <a:lnTo>
                    <a:pt x="1122714" y="419146"/>
                  </a:lnTo>
                  <a:lnTo>
                    <a:pt x="1122714" y="432719"/>
                  </a:lnTo>
                  <a:lnTo>
                    <a:pt x="1116316" y="437586"/>
                  </a:lnTo>
                  <a:close/>
                </a:path>
                <a:path w="4122420" h="2482215">
                  <a:moveTo>
                    <a:pt x="1191723" y="438138"/>
                  </a:moveTo>
                  <a:lnTo>
                    <a:pt x="1182342" y="438138"/>
                  </a:lnTo>
                  <a:lnTo>
                    <a:pt x="1179206" y="436987"/>
                  </a:lnTo>
                  <a:lnTo>
                    <a:pt x="1176703" y="434349"/>
                  </a:lnTo>
                  <a:lnTo>
                    <a:pt x="1172929" y="428066"/>
                  </a:lnTo>
                  <a:lnTo>
                    <a:pt x="1173747" y="421256"/>
                  </a:lnTo>
                  <a:lnTo>
                    <a:pt x="1178363" y="415795"/>
                  </a:lnTo>
                  <a:lnTo>
                    <a:pt x="1185983" y="413559"/>
                  </a:lnTo>
                  <a:lnTo>
                    <a:pt x="1192735" y="413559"/>
                  </a:lnTo>
                  <a:lnTo>
                    <a:pt x="1198627" y="419146"/>
                  </a:lnTo>
                  <a:lnTo>
                    <a:pt x="1197792" y="426340"/>
                  </a:lnTo>
                  <a:lnTo>
                    <a:pt x="1197792" y="433318"/>
                  </a:lnTo>
                  <a:lnTo>
                    <a:pt x="1191723" y="438138"/>
                  </a:lnTo>
                  <a:close/>
                </a:path>
                <a:path w="4122420" h="2482215">
                  <a:moveTo>
                    <a:pt x="2677668" y="471998"/>
                  </a:moveTo>
                  <a:lnTo>
                    <a:pt x="2667881" y="471998"/>
                  </a:lnTo>
                  <a:lnTo>
                    <a:pt x="2664771" y="470991"/>
                  </a:lnTo>
                  <a:lnTo>
                    <a:pt x="2662141" y="468736"/>
                  </a:lnTo>
                  <a:lnTo>
                    <a:pt x="2658855" y="462203"/>
                  </a:lnTo>
                  <a:lnTo>
                    <a:pt x="2659751" y="455500"/>
                  </a:lnTo>
                  <a:lnTo>
                    <a:pt x="2664061" y="450216"/>
                  </a:lnTo>
                  <a:lnTo>
                    <a:pt x="2671017" y="447946"/>
                  </a:lnTo>
                  <a:lnTo>
                    <a:pt x="2678401" y="448138"/>
                  </a:lnTo>
                  <a:lnTo>
                    <a:pt x="2684065" y="452886"/>
                  </a:lnTo>
                  <a:lnTo>
                    <a:pt x="2684065" y="467106"/>
                  </a:lnTo>
                  <a:lnTo>
                    <a:pt x="2677668" y="471998"/>
                  </a:lnTo>
                  <a:close/>
                </a:path>
                <a:path w="4122420" h="2482215">
                  <a:moveTo>
                    <a:pt x="2599706" y="471135"/>
                  </a:moveTo>
                  <a:lnTo>
                    <a:pt x="2583699" y="455955"/>
                  </a:lnTo>
                  <a:lnTo>
                    <a:pt x="2585874" y="450416"/>
                  </a:lnTo>
                  <a:lnTo>
                    <a:pt x="2590755" y="447874"/>
                  </a:lnTo>
                  <a:lnTo>
                    <a:pt x="2601906" y="447874"/>
                  </a:lnTo>
                  <a:lnTo>
                    <a:pt x="2608152" y="452238"/>
                  </a:lnTo>
                  <a:lnTo>
                    <a:pt x="2608152" y="459936"/>
                  </a:lnTo>
                  <a:lnTo>
                    <a:pt x="2607318" y="459936"/>
                  </a:lnTo>
                  <a:lnTo>
                    <a:pt x="2607318" y="464756"/>
                  </a:lnTo>
                  <a:lnTo>
                    <a:pt x="2604789" y="469552"/>
                  </a:lnTo>
                  <a:lnTo>
                    <a:pt x="2599706" y="471135"/>
                  </a:lnTo>
                  <a:close/>
                </a:path>
                <a:path w="4122420" h="2482215">
                  <a:moveTo>
                    <a:pt x="2828508" y="471734"/>
                  </a:moveTo>
                  <a:lnTo>
                    <a:pt x="2818848" y="471734"/>
                  </a:lnTo>
                  <a:lnTo>
                    <a:pt x="2815636" y="470583"/>
                  </a:lnTo>
                  <a:lnTo>
                    <a:pt x="2813133" y="467945"/>
                  </a:lnTo>
                  <a:lnTo>
                    <a:pt x="2809359" y="461785"/>
                  </a:lnTo>
                  <a:lnTo>
                    <a:pt x="2810177" y="455248"/>
                  </a:lnTo>
                  <a:lnTo>
                    <a:pt x="2814793" y="450059"/>
                  </a:lnTo>
                  <a:lnTo>
                    <a:pt x="2822413" y="447946"/>
                  </a:lnTo>
                  <a:lnTo>
                    <a:pt x="2829165" y="447946"/>
                  </a:lnTo>
                  <a:lnTo>
                    <a:pt x="2834223" y="452742"/>
                  </a:lnTo>
                  <a:lnTo>
                    <a:pt x="2834223" y="459936"/>
                  </a:lnTo>
                  <a:lnTo>
                    <a:pt x="2834779" y="466914"/>
                  </a:lnTo>
                  <a:lnTo>
                    <a:pt x="2828508" y="471734"/>
                  </a:lnTo>
                  <a:close/>
                </a:path>
                <a:path w="4122420" h="2482215">
                  <a:moveTo>
                    <a:pt x="2904066" y="471734"/>
                  </a:moveTo>
                  <a:lnTo>
                    <a:pt x="2894685" y="471734"/>
                  </a:lnTo>
                  <a:lnTo>
                    <a:pt x="2891549" y="470583"/>
                  </a:lnTo>
                  <a:lnTo>
                    <a:pt x="2889046" y="467945"/>
                  </a:lnTo>
                  <a:lnTo>
                    <a:pt x="2885259" y="461785"/>
                  </a:lnTo>
                  <a:lnTo>
                    <a:pt x="2885986" y="455248"/>
                  </a:lnTo>
                  <a:lnTo>
                    <a:pt x="2890355" y="450059"/>
                  </a:lnTo>
                  <a:lnTo>
                    <a:pt x="2897492" y="447946"/>
                  </a:lnTo>
                  <a:lnTo>
                    <a:pt x="2904219" y="447946"/>
                  </a:lnTo>
                  <a:lnTo>
                    <a:pt x="2910136" y="452742"/>
                  </a:lnTo>
                  <a:lnTo>
                    <a:pt x="2910136" y="466914"/>
                  </a:lnTo>
                  <a:lnTo>
                    <a:pt x="2904066" y="471734"/>
                  </a:lnTo>
                  <a:close/>
                </a:path>
                <a:path w="4122420" h="2482215">
                  <a:moveTo>
                    <a:pt x="3131806" y="471734"/>
                  </a:moveTo>
                  <a:lnTo>
                    <a:pt x="3122045" y="471734"/>
                  </a:lnTo>
                  <a:lnTo>
                    <a:pt x="3118732" y="470583"/>
                  </a:lnTo>
                  <a:lnTo>
                    <a:pt x="3115951" y="467945"/>
                  </a:lnTo>
                  <a:lnTo>
                    <a:pt x="3112539" y="461785"/>
                  </a:lnTo>
                  <a:lnTo>
                    <a:pt x="3113317" y="455248"/>
                  </a:lnTo>
                  <a:lnTo>
                    <a:pt x="3117732" y="450059"/>
                  </a:lnTo>
                  <a:lnTo>
                    <a:pt x="3125231" y="447946"/>
                  </a:lnTo>
                  <a:lnTo>
                    <a:pt x="3131983" y="447946"/>
                  </a:lnTo>
                  <a:lnTo>
                    <a:pt x="3137875" y="453557"/>
                  </a:lnTo>
                  <a:lnTo>
                    <a:pt x="3137875" y="466914"/>
                  </a:lnTo>
                  <a:lnTo>
                    <a:pt x="3131806" y="471734"/>
                  </a:lnTo>
                  <a:close/>
                </a:path>
                <a:path w="4122420" h="2482215">
                  <a:moveTo>
                    <a:pt x="3207340" y="471734"/>
                  </a:moveTo>
                  <a:lnTo>
                    <a:pt x="3197604" y="471734"/>
                  </a:lnTo>
                  <a:lnTo>
                    <a:pt x="3194367" y="470583"/>
                  </a:lnTo>
                  <a:lnTo>
                    <a:pt x="3191864" y="467945"/>
                  </a:lnTo>
                  <a:lnTo>
                    <a:pt x="3188101" y="461785"/>
                  </a:lnTo>
                  <a:lnTo>
                    <a:pt x="3188918" y="455248"/>
                  </a:lnTo>
                  <a:lnTo>
                    <a:pt x="3193528" y="450059"/>
                  </a:lnTo>
                  <a:lnTo>
                    <a:pt x="3201144" y="447946"/>
                  </a:lnTo>
                  <a:lnTo>
                    <a:pt x="3207896" y="447946"/>
                  </a:lnTo>
                  <a:lnTo>
                    <a:pt x="3212953" y="453557"/>
                  </a:lnTo>
                  <a:lnTo>
                    <a:pt x="3213788" y="459936"/>
                  </a:lnTo>
                  <a:lnTo>
                    <a:pt x="3213788" y="466914"/>
                  </a:lnTo>
                  <a:lnTo>
                    <a:pt x="3207340" y="471734"/>
                  </a:lnTo>
                  <a:close/>
                </a:path>
                <a:path w="4122420" h="2482215">
                  <a:moveTo>
                    <a:pt x="3510562" y="471734"/>
                  </a:moveTo>
                  <a:lnTo>
                    <a:pt x="3500801" y="471734"/>
                  </a:lnTo>
                  <a:lnTo>
                    <a:pt x="3497463" y="470583"/>
                  </a:lnTo>
                  <a:lnTo>
                    <a:pt x="3494681" y="467945"/>
                  </a:lnTo>
                  <a:lnTo>
                    <a:pt x="3491270" y="461785"/>
                  </a:lnTo>
                  <a:lnTo>
                    <a:pt x="3492048" y="455248"/>
                  </a:lnTo>
                  <a:lnTo>
                    <a:pt x="3496463" y="450059"/>
                  </a:lnTo>
                  <a:lnTo>
                    <a:pt x="3503962" y="447946"/>
                  </a:lnTo>
                  <a:lnTo>
                    <a:pt x="3510714" y="447946"/>
                  </a:lnTo>
                  <a:lnTo>
                    <a:pt x="3516631" y="453557"/>
                  </a:lnTo>
                  <a:lnTo>
                    <a:pt x="3516631" y="466914"/>
                  </a:lnTo>
                  <a:lnTo>
                    <a:pt x="3510562" y="471734"/>
                  </a:lnTo>
                  <a:close/>
                </a:path>
                <a:path w="4122420" h="2482215">
                  <a:moveTo>
                    <a:pt x="3661528" y="471734"/>
                  </a:moveTo>
                  <a:lnTo>
                    <a:pt x="3652172" y="471734"/>
                  </a:lnTo>
                  <a:lnTo>
                    <a:pt x="3649037" y="470583"/>
                  </a:lnTo>
                  <a:lnTo>
                    <a:pt x="3646533" y="467945"/>
                  </a:lnTo>
                  <a:lnTo>
                    <a:pt x="3642746" y="461785"/>
                  </a:lnTo>
                  <a:lnTo>
                    <a:pt x="3643470" y="455248"/>
                  </a:lnTo>
                  <a:lnTo>
                    <a:pt x="3647831" y="450059"/>
                  </a:lnTo>
                  <a:lnTo>
                    <a:pt x="3654954" y="447946"/>
                  </a:lnTo>
                  <a:lnTo>
                    <a:pt x="3661705" y="447946"/>
                  </a:lnTo>
                  <a:lnTo>
                    <a:pt x="3667623" y="453557"/>
                  </a:lnTo>
                  <a:lnTo>
                    <a:pt x="3667623" y="466914"/>
                  </a:lnTo>
                  <a:lnTo>
                    <a:pt x="3661528" y="471734"/>
                  </a:lnTo>
                  <a:close/>
                </a:path>
                <a:path w="4122420" h="2482215">
                  <a:moveTo>
                    <a:pt x="3889293" y="471734"/>
                  </a:moveTo>
                  <a:lnTo>
                    <a:pt x="3879532" y="471734"/>
                  </a:lnTo>
                  <a:lnTo>
                    <a:pt x="3876219" y="470583"/>
                  </a:lnTo>
                  <a:lnTo>
                    <a:pt x="3873438" y="467945"/>
                  </a:lnTo>
                  <a:lnTo>
                    <a:pt x="3870027" y="461785"/>
                  </a:lnTo>
                  <a:lnTo>
                    <a:pt x="3870804" y="455248"/>
                  </a:lnTo>
                  <a:lnTo>
                    <a:pt x="3875219" y="450059"/>
                  </a:lnTo>
                  <a:lnTo>
                    <a:pt x="3882718" y="447946"/>
                  </a:lnTo>
                  <a:lnTo>
                    <a:pt x="3889470" y="447946"/>
                  </a:lnTo>
                  <a:lnTo>
                    <a:pt x="3895362" y="453557"/>
                  </a:lnTo>
                  <a:lnTo>
                    <a:pt x="3895362" y="466914"/>
                  </a:lnTo>
                  <a:lnTo>
                    <a:pt x="3889293" y="471734"/>
                  </a:lnTo>
                  <a:close/>
                </a:path>
                <a:path w="4122420" h="2482215">
                  <a:moveTo>
                    <a:pt x="3054730" y="471998"/>
                  </a:moveTo>
                  <a:lnTo>
                    <a:pt x="3045348" y="471998"/>
                  </a:lnTo>
                  <a:lnTo>
                    <a:pt x="3042389" y="470991"/>
                  </a:lnTo>
                  <a:lnTo>
                    <a:pt x="3040038" y="468736"/>
                  </a:lnTo>
                  <a:lnTo>
                    <a:pt x="3036264" y="462119"/>
                  </a:lnTo>
                  <a:lnTo>
                    <a:pt x="3037082" y="455347"/>
                  </a:lnTo>
                  <a:lnTo>
                    <a:pt x="3041698" y="450071"/>
                  </a:lnTo>
                  <a:lnTo>
                    <a:pt x="3049318" y="447946"/>
                  </a:lnTo>
                  <a:lnTo>
                    <a:pt x="3056069" y="447946"/>
                  </a:lnTo>
                  <a:lnTo>
                    <a:pt x="3061127" y="453557"/>
                  </a:lnTo>
                  <a:lnTo>
                    <a:pt x="3061127" y="467106"/>
                  </a:lnTo>
                  <a:lnTo>
                    <a:pt x="3054730" y="471998"/>
                  </a:lnTo>
                  <a:close/>
                </a:path>
                <a:path w="4122420" h="2482215">
                  <a:moveTo>
                    <a:pt x="3282469" y="471998"/>
                  </a:moveTo>
                  <a:lnTo>
                    <a:pt x="3273088" y="471998"/>
                  </a:lnTo>
                  <a:lnTo>
                    <a:pt x="3270154" y="470991"/>
                  </a:lnTo>
                  <a:lnTo>
                    <a:pt x="3267776" y="468736"/>
                  </a:lnTo>
                  <a:lnTo>
                    <a:pt x="3264001" y="462119"/>
                  </a:lnTo>
                  <a:lnTo>
                    <a:pt x="3264726" y="455347"/>
                  </a:lnTo>
                  <a:lnTo>
                    <a:pt x="3269089" y="450071"/>
                  </a:lnTo>
                  <a:lnTo>
                    <a:pt x="3276223" y="447946"/>
                  </a:lnTo>
                  <a:lnTo>
                    <a:pt x="3283809" y="447946"/>
                  </a:lnTo>
                  <a:lnTo>
                    <a:pt x="3288866" y="453557"/>
                  </a:lnTo>
                  <a:lnTo>
                    <a:pt x="3288866" y="467106"/>
                  </a:lnTo>
                  <a:lnTo>
                    <a:pt x="3282469" y="471998"/>
                  </a:lnTo>
                  <a:close/>
                </a:path>
                <a:path w="4122420" h="2482215">
                  <a:moveTo>
                    <a:pt x="4039956" y="471998"/>
                  </a:moveTo>
                  <a:lnTo>
                    <a:pt x="4030574" y="471998"/>
                  </a:lnTo>
                  <a:lnTo>
                    <a:pt x="4027640" y="470991"/>
                  </a:lnTo>
                  <a:lnTo>
                    <a:pt x="4025264" y="468736"/>
                  </a:lnTo>
                  <a:lnTo>
                    <a:pt x="4021477" y="462119"/>
                  </a:lnTo>
                  <a:lnTo>
                    <a:pt x="4022204" y="455347"/>
                  </a:lnTo>
                  <a:lnTo>
                    <a:pt x="4026573" y="450071"/>
                  </a:lnTo>
                  <a:lnTo>
                    <a:pt x="4033710" y="447946"/>
                  </a:lnTo>
                  <a:lnTo>
                    <a:pt x="4041296" y="447946"/>
                  </a:lnTo>
                  <a:lnTo>
                    <a:pt x="4046354" y="453557"/>
                  </a:lnTo>
                  <a:lnTo>
                    <a:pt x="4046354" y="467106"/>
                  </a:lnTo>
                  <a:lnTo>
                    <a:pt x="4039956" y="471998"/>
                  </a:lnTo>
                  <a:close/>
                </a:path>
                <a:path w="4122420" h="2482215">
                  <a:moveTo>
                    <a:pt x="2748877" y="472022"/>
                  </a:moveTo>
                  <a:lnTo>
                    <a:pt x="2748372" y="472022"/>
                  </a:lnTo>
                  <a:lnTo>
                    <a:pt x="2747334" y="471950"/>
                  </a:lnTo>
                  <a:lnTo>
                    <a:pt x="2738800" y="467747"/>
                  </a:lnTo>
                  <a:lnTo>
                    <a:pt x="2735956" y="459948"/>
                  </a:lnTo>
                  <a:lnTo>
                    <a:pt x="2738800" y="452148"/>
                  </a:lnTo>
                  <a:lnTo>
                    <a:pt x="2747334" y="447946"/>
                  </a:lnTo>
                  <a:lnTo>
                    <a:pt x="2747865" y="447898"/>
                  </a:lnTo>
                  <a:lnTo>
                    <a:pt x="2748877" y="447874"/>
                  </a:lnTo>
                  <a:lnTo>
                    <a:pt x="2758151" y="451647"/>
                  </a:lnTo>
                  <a:lnTo>
                    <a:pt x="2761243" y="459948"/>
                  </a:lnTo>
                  <a:lnTo>
                    <a:pt x="2758151" y="468249"/>
                  </a:lnTo>
                  <a:lnTo>
                    <a:pt x="2748877" y="472022"/>
                  </a:lnTo>
                  <a:close/>
                </a:path>
                <a:path w="4122420" h="2482215">
                  <a:moveTo>
                    <a:pt x="2974948" y="472022"/>
                  </a:moveTo>
                  <a:lnTo>
                    <a:pt x="2974441" y="472022"/>
                  </a:lnTo>
                  <a:lnTo>
                    <a:pt x="2973405" y="471950"/>
                  </a:lnTo>
                  <a:lnTo>
                    <a:pt x="2964856" y="467633"/>
                  </a:lnTo>
                  <a:lnTo>
                    <a:pt x="2962006" y="459642"/>
                  </a:lnTo>
                  <a:lnTo>
                    <a:pt x="2964856" y="451804"/>
                  </a:lnTo>
                  <a:lnTo>
                    <a:pt x="2973405" y="447946"/>
                  </a:lnTo>
                  <a:lnTo>
                    <a:pt x="2973936" y="447898"/>
                  </a:lnTo>
                  <a:lnTo>
                    <a:pt x="2974948" y="447874"/>
                  </a:lnTo>
                  <a:lnTo>
                    <a:pt x="2984222" y="451647"/>
                  </a:lnTo>
                  <a:lnTo>
                    <a:pt x="2987313" y="459948"/>
                  </a:lnTo>
                  <a:lnTo>
                    <a:pt x="2984222" y="468249"/>
                  </a:lnTo>
                  <a:lnTo>
                    <a:pt x="2974948" y="472022"/>
                  </a:lnTo>
                  <a:close/>
                </a:path>
                <a:path w="4122420" h="2482215">
                  <a:moveTo>
                    <a:pt x="3353678" y="472022"/>
                  </a:moveTo>
                  <a:lnTo>
                    <a:pt x="3353173" y="472022"/>
                  </a:lnTo>
                  <a:lnTo>
                    <a:pt x="3352136" y="471950"/>
                  </a:lnTo>
                  <a:lnTo>
                    <a:pt x="3343601" y="467633"/>
                  </a:lnTo>
                  <a:lnTo>
                    <a:pt x="3340756" y="459642"/>
                  </a:lnTo>
                  <a:lnTo>
                    <a:pt x="3343601" y="451804"/>
                  </a:lnTo>
                  <a:lnTo>
                    <a:pt x="3352136" y="447946"/>
                  </a:lnTo>
                  <a:lnTo>
                    <a:pt x="3352667" y="447898"/>
                  </a:lnTo>
                  <a:lnTo>
                    <a:pt x="3353678" y="447874"/>
                  </a:lnTo>
                  <a:lnTo>
                    <a:pt x="3362967" y="451647"/>
                  </a:lnTo>
                  <a:lnTo>
                    <a:pt x="3366063" y="459948"/>
                  </a:lnTo>
                  <a:lnTo>
                    <a:pt x="3362967" y="468249"/>
                  </a:lnTo>
                  <a:lnTo>
                    <a:pt x="3353678" y="472022"/>
                  </a:lnTo>
                  <a:close/>
                </a:path>
                <a:path w="4122420" h="2482215">
                  <a:moveTo>
                    <a:pt x="3581367" y="472022"/>
                  </a:moveTo>
                  <a:lnTo>
                    <a:pt x="3580887" y="472022"/>
                  </a:lnTo>
                  <a:lnTo>
                    <a:pt x="3579875" y="471950"/>
                  </a:lnTo>
                  <a:lnTo>
                    <a:pt x="3570871" y="467633"/>
                  </a:lnTo>
                  <a:lnTo>
                    <a:pt x="3567870" y="459642"/>
                  </a:lnTo>
                  <a:lnTo>
                    <a:pt x="3570871" y="451804"/>
                  </a:lnTo>
                  <a:lnTo>
                    <a:pt x="3579875" y="447946"/>
                  </a:lnTo>
                  <a:lnTo>
                    <a:pt x="3580406" y="447898"/>
                  </a:lnTo>
                  <a:lnTo>
                    <a:pt x="3581367" y="447874"/>
                  </a:lnTo>
                  <a:lnTo>
                    <a:pt x="3590229" y="451647"/>
                  </a:lnTo>
                  <a:lnTo>
                    <a:pt x="3593183" y="459948"/>
                  </a:lnTo>
                  <a:lnTo>
                    <a:pt x="3590229" y="468249"/>
                  </a:lnTo>
                  <a:lnTo>
                    <a:pt x="3581367" y="472022"/>
                  </a:lnTo>
                  <a:close/>
                </a:path>
                <a:path w="4122420" h="2482215">
                  <a:moveTo>
                    <a:pt x="3732434" y="472022"/>
                  </a:moveTo>
                  <a:lnTo>
                    <a:pt x="3731929" y="472022"/>
                  </a:lnTo>
                  <a:lnTo>
                    <a:pt x="3730866" y="471950"/>
                  </a:lnTo>
                  <a:lnTo>
                    <a:pt x="3722332" y="467633"/>
                  </a:lnTo>
                  <a:lnTo>
                    <a:pt x="3719487" y="459642"/>
                  </a:lnTo>
                  <a:lnTo>
                    <a:pt x="3722332" y="451804"/>
                  </a:lnTo>
                  <a:lnTo>
                    <a:pt x="3730866" y="447946"/>
                  </a:lnTo>
                  <a:lnTo>
                    <a:pt x="3731398" y="447898"/>
                  </a:lnTo>
                  <a:lnTo>
                    <a:pt x="3732434" y="447874"/>
                  </a:lnTo>
                  <a:lnTo>
                    <a:pt x="3741708" y="451647"/>
                  </a:lnTo>
                  <a:lnTo>
                    <a:pt x="3744800" y="459948"/>
                  </a:lnTo>
                  <a:lnTo>
                    <a:pt x="3741708" y="468249"/>
                  </a:lnTo>
                  <a:lnTo>
                    <a:pt x="3732434" y="472022"/>
                  </a:lnTo>
                  <a:close/>
                </a:path>
                <a:path w="4122420" h="2482215">
                  <a:moveTo>
                    <a:pt x="3959339" y="472022"/>
                  </a:moveTo>
                  <a:lnTo>
                    <a:pt x="3958833" y="472022"/>
                  </a:lnTo>
                  <a:lnTo>
                    <a:pt x="3957772" y="471950"/>
                  </a:lnTo>
                  <a:lnTo>
                    <a:pt x="3949237" y="467633"/>
                  </a:lnTo>
                  <a:lnTo>
                    <a:pt x="3946392" y="459642"/>
                  </a:lnTo>
                  <a:lnTo>
                    <a:pt x="3949237" y="451804"/>
                  </a:lnTo>
                  <a:lnTo>
                    <a:pt x="3957772" y="447946"/>
                  </a:lnTo>
                  <a:lnTo>
                    <a:pt x="3958302" y="447898"/>
                  </a:lnTo>
                  <a:lnTo>
                    <a:pt x="3959339" y="447874"/>
                  </a:lnTo>
                  <a:lnTo>
                    <a:pt x="3968613" y="451647"/>
                  </a:lnTo>
                  <a:lnTo>
                    <a:pt x="3971705" y="459948"/>
                  </a:lnTo>
                  <a:lnTo>
                    <a:pt x="3968613" y="468249"/>
                  </a:lnTo>
                  <a:lnTo>
                    <a:pt x="3959339" y="472022"/>
                  </a:lnTo>
                  <a:close/>
                </a:path>
                <a:path w="4122420" h="2482215">
                  <a:moveTo>
                    <a:pt x="3434548" y="472142"/>
                  </a:moveTo>
                  <a:lnTo>
                    <a:pt x="3425166" y="472142"/>
                  </a:lnTo>
                  <a:lnTo>
                    <a:pt x="3422081" y="471087"/>
                  </a:lnTo>
                  <a:lnTo>
                    <a:pt x="3419628" y="468736"/>
                  </a:lnTo>
                  <a:lnTo>
                    <a:pt x="3415854" y="462119"/>
                  </a:lnTo>
                  <a:lnTo>
                    <a:pt x="3416672" y="455347"/>
                  </a:lnTo>
                  <a:lnTo>
                    <a:pt x="3421289" y="450071"/>
                  </a:lnTo>
                  <a:lnTo>
                    <a:pt x="3428908" y="447946"/>
                  </a:lnTo>
                  <a:lnTo>
                    <a:pt x="3435635" y="447946"/>
                  </a:lnTo>
                  <a:lnTo>
                    <a:pt x="3440718" y="453557"/>
                  </a:lnTo>
                  <a:lnTo>
                    <a:pt x="3440718" y="467514"/>
                  </a:lnTo>
                  <a:lnTo>
                    <a:pt x="3434548" y="472142"/>
                  </a:lnTo>
                  <a:close/>
                </a:path>
                <a:path w="4122420" h="2482215">
                  <a:moveTo>
                    <a:pt x="3813304" y="472501"/>
                  </a:moveTo>
                  <a:lnTo>
                    <a:pt x="3803543" y="472501"/>
                  </a:lnTo>
                  <a:lnTo>
                    <a:pt x="3800255" y="471350"/>
                  </a:lnTo>
                  <a:lnTo>
                    <a:pt x="3797525" y="468736"/>
                  </a:lnTo>
                  <a:lnTo>
                    <a:pt x="3794221" y="462453"/>
                  </a:lnTo>
                  <a:lnTo>
                    <a:pt x="3795195" y="455643"/>
                  </a:lnTo>
                  <a:lnTo>
                    <a:pt x="3799655" y="450183"/>
                  </a:lnTo>
                  <a:lnTo>
                    <a:pt x="3806805" y="447946"/>
                  </a:lnTo>
                  <a:lnTo>
                    <a:pt x="3813531" y="447946"/>
                  </a:lnTo>
                  <a:lnTo>
                    <a:pt x="3819449" y="453557"/>
                  </a:lnTo>
                  <a:lnTo>
                    <a:pt x="3819449" y="467514"/>
                  </a:lnTo>
                  <a:lnTo>
                    <a:pt x="3813304" y="472501"/>
                  </a:lnTo>
                  <a:close/>
                </a:path>
                <a:path w="4122420" h="2482215">
                  <a:moveTo>
                    <a:pt x="1305264" y="472789"/>
                  </a:moveTo>
                  <a:lnTo>
                    <a:pt x="1295478" y="472789"/>
                  </a:lnTo>
                  <a:lnTo>
                    <a:pt x="1292368" y="471782"/>
                  </a:lnTo>
                  <a:lnTo>
                    <a:pt x="1289738" y="469552"/>
                  </a:lnTo>
                  <a:lnTo>
                    <a:pt x="1286327" y="462921"/>
                  </a:lnTo>
                  <a:lnTo>
                    <a:pt x="1287105" y="456141"/>
                  </a:lnTo>
                  <a:lnTo>
                    <a:pt x="1291519" y="450863"/>
                  </a:lnTo>
                  <a:lnTo>
                    <a:pt x="1299018" y="448737"/>
                  </a:lnTo>
                  <a:lnTo>
                    <a:pt x="1299018" y="449552"/>
                  </a:lnTo>
                  <a:lnTo>
                    <a:pt x="1305770" y="449552"/>
                  </a:lnTo>
                  <a:lnTo>
                    <a:pt x="1311662" y="454348"/>
                  </a:lnTo>
                  <a:lnTo>
                    <a:pt x="1311662" y="467897"/>
                  </a:lnTo>
                  <a:lnTo>
                    <a:pt x="1305264" y="472789"/>
                  </a:lnTo>
                  <a:close/>
                </a:path>
                <a:path w="4122420" h="2482215">
                  <a:moveTo>
                    <a:pt x="1376524" y="472813"/>
                  </a:moveTo>
                  <a:lnTo>
                    <a:pt x="1375994" y="472813"/>
                  </a:lnTo>
                  <a:lnTo>
                    <a:pt x="1374931" y="472741"/>
                  </a:lnTo>
                  <a:lnTo>
                    <a:pt x="1366383" y="468883"/>
                  </a:lnTo>
                  <a:lnTo>
                    <a:pt x="1363533" y="461045"/>
                  </a:lnTo>
                  <a:lnTo>
                    <a:pt x="1366383" y="453054"/>
                  </a:lnTo>
                  <a:lnTo>
                    <a:pt x="1374931" y="448737"/>
                  </a:lnTo>
                  <a:lnTo>
                    <a:pt x="1375740" y="448737"/>
                  </a:lnTo>
                  <a:lnTo>
                    <a:pt x="1385475" y="452499"/>
                  </a:lnTo>
                  <a:lnTo>
                    <a:pt x="1388849" y="460775"/>
                  </a:lnTo>
                  <a:lnTo>
                    <a:pt x="1385865" y="469051"/>
                  </a:lnTo>
                  <a:lnTo>
                    <a:pt x="1376524" y="472813"/>
                  </a:lnTo>
                  <a:close/>
                </a:path>
                <a:path w="4122420" h="2482215">
                  <a:moveTo>
                    <a:pt x="1002674" y="472957"/>
                  </a:moveTo>
                  <a:lnTo>
                    <a:pt x="992913" y="472957"/>
                  </a:lnTo>
                  <a:lnTo>
                    <a:pt x="989651" y="471878"/>
                  </a:lnTo>
                  <a:lnTo>
                    <a:pt x="986920" y="469552"/>
                  </a:lnTo>
                  <a:lnTo>
                    <a:pt x="983616" y="462921"/>
                  </a:lnTo>
                  <a:lnTo>
                    <a:pt x="984590" y="456141"/>
                  </a:lnTo>
                  <a:lnTo>
                    <a:pt x="989050" y="450863"/>
                  </a:lnTo>
                  <a:lnTo>
                    <a:pt x="996201" y="448737"/>
                  </a:lnTo>
                  <a:lnTo>
                    <a:pt x="996201" y="449552"/>
                  </a:lnTo>
                  <a:lnTo>
                    <a:pt x="1003731" y="449552"/>
                  </a:lnTo>
                  <a:lnTo>
                    <a:pt x="1008844" y="454756"/>
                  </a:lnTo>
                  <a:lnTo>
                    <a:pt x="1008844" y="468305"/>
                  </a:lnTo>
                  <a:lnTo>
                    <a:pt x="1002674" y="472957"/>
                  </a:lnTo>
                  <a:close/>
                </a:path>
                <a:path w="4122420" h="2482215">
                  <a:moveTo>
                    <a:pt x="1003731" y="449552"/>
                  </a:moveTo>
                  <a:lnTo>
                    <a:pt x="996201" y="449552"/>
                  </a:lnTo>
                  <a:lnTo>
                    <a:pt x="997060" y="449481"/>
                  </a:lnTo>
                  <a:lnTo>
                    <a:pt x="1003660" y="449481"/>
                  </a:lnTo>
                  <a:close/>
                </a:path>
                <a:path w="4122420" h="2482215">
                  <a:moveTo>
                    <a:pt x="1078612" y="473317"/>
                  </a:moveTo>
                  <a:lnTo>
                    <a:pt x="1068851" y="473317"/>
                  </a:lnTo>
                  <a:lnTo>
                    <a:pt x="1065564" y="472142"/>
                  </a:lnTo>
                  <a:lnTo>
                    <a:pt x="1062833" y="469552"/>
                  </a:lnTo>
                  <a:lnTo>
                    <a:pt x="1059422" y="463382"/>
                  </a:lnTo>
                  <a:lnTo>
                    <a:pt x="1060200" y="456845"/>
                  </a:lnTo>
                  <a:lnTo>
                    <a:pt x="1064615" y="451662"/>
                  </a:lnTo>
                  <a:lnTo>
                    <a:pt x="1072113" y="449552"/>
                  </a:lnTo>
                  <a:lnTo>
                    <a:pt x="1072544" y="449505"/>
                  </a:lnTo>
                  <a:lnTo>
                    <a:pt x="1073403" y="449481"/>
                  </a:lnTo>
                  <a:lnTo>
                    <a:pt x="1079599" y="449481"/>
                  </a:lnTo>
                  <a:lnTo>
                    <a:pt x="1084757" y="454756"/>
                  </a:lnTo>
                  <a:lnTo>
                    <a:pt x="1084757" y="468305"/>
                  </a:lnTo>
                  <a:lnTo>
                    <a:pt x="1078612" y="473317"/>
                  </a:lnTo>
                  <a:close/>
                </a:path>
                <a:path w="4122420" h="2482215">
                  <a:moveTo>
                    <a:pt x="1229604" y="473317"/>
                  </a:moveTo>
                  <a:lnTo>
                    <a:pt x="1219843" y="473317"/>
                  </a:lnTo>
                  <a:lnTo>
                    <a:pt x="1216556" y="472142"/>
                  </a:lnTo>
                  <a:lnTo>
                    <a:pt x="1213825" y="469552"/>
                  </a:lnTo>
                  <a:lnTo>
                    <a:pt x="1210520" y="463254"/>
                  </a:lnTo>
                  <a:lnTo>
                    <a:pt x="1211495" y="456438"/>
                  </a:lnTo>
                  <a:lnTo>
                    <a:pt x="1215955" y="450974"/>
                  </a:lnTo>
                  <a:lnTo>
                    <a:pt x="1223105" y="448737"/>
                  </a:lnTo>
                  <a:lnTo>
                    <a:pt x="1223940" y="449552"/>
                  </a:lnTo>
                  <a:lnTo>
                    <a:pt x="1230692" y="449552"/>
                  </a:lnTo>
                  <a:lnTo>
                    <a:pt x="1235749" y="454348"/>
                  </a:lnTo>
                  <a:lnTo>
                    <a:pt x="1235749" y="468305"/>
                  </a:lnTo>
                  <a:lnTo>
                    <a:pt x="1229604" y="473317"/>
                  </a:lnTo>
                  <a:close/>
                </a:path>
                <a:path w="4122420" h="2482215">
                  <a:moveTo>
                    <a:pt x="1149544" y="473604"/>
                  </a:moveTo>
                  <a:lnTo>
                    <a:pt x="1149038" y="473604"/>
                  </a:lnTo>
                  <a:lnTo>
                    <a:pt x="1148027" y="473532"/>
                  </a:lnTo>
                  <a:lnTo>
                    <a:pt x="1139009" y="469674"/>
                  </a:lnTo>
                  <a:lnTo>
                    <a:pt x="1136003" y="461839"/>
                  </a:lnTo>
                  <a:lnTo>
                    <a:pt x="1139009" y="453856"/>
                  </a:lnTo>
                  <a:lnTo>
                    <a:pt x="1148027" y="449552"/>
                  </a:lnTo>
                  <a:lnTo>
                    <a:pt x="1148280" y="449529"/>
                  </a:lnTo>
                  <a:lnTo>
                    <a:pt x="1148810" y="449529"/>
                  </a:lnTo>
                  <a:lnTo>
                    <a:pt x="1158089" y="453290"/>
                  </a:lnTo>
                  <a:lnTo>
                    <a:pt x="1161306" y="461567"/>
                  </a:lnTo>
                  <a:lnTo>
                    <a:pt x="1158458" y="469843"/>
                  </a:lnTo>
                  <a:lnTo>
                    <a:pt x="1149544" y="473604"/>
                  </a:lnTo>
                  <a:close/>
                </a:path>
                <a:path w="4122420" h="2482215">
                  <a:moveTo>
                    <a:pt x="3396794" y="507992"/>
                  </a:moveTo>
                  <a:lnTo>
                    <a:pt x="3387058" y="507992"/>
                  </a:lnTo>
                  <a:lnTo>
                    <a:pt x="3384023" y="506985"/>
                  </a:lnTo>
                  <a:lnTo>
                    <a:pt x="3381672" y="504731"/>
                  </a:lnTo>
                  <a:lnTo>
                    <a:pt x="3377912" y="498197"/>
                  </a:lnTo>
                  <a:lnTo>
                    <a:pt x="3378643" y="491494"/>
                  </a:lnTo>
                  <a:lnTo>
                    <a:pt x="3383101" y="486210"/>
                  </a:lnTo>
                  <a:lnTo>
                    <a:pt x="3390523" y="483940"/>
                  </a:lnTo>
                  <a:lnTo>
                    <a:pt x="3397906" y="484156"/>
                  </a:lnTo>
                  <a:lnTo>
                    <a:pt x="3403596" y="489647"/>
                  </a:lnTo>
                  <a:lnTo>
                    <a:pt x="3403596" y="503100"/>
                  </a:lnTo>
                  <a:lnTo>
                    <a:pt x="3396794" y="507992"/>
                  </a:lnTo>
                  <a:close/>
                </a:path>
                <a:path w="4122420" h="2482215">
                  <a:moveTo>
                    <a:pt x="4064915" y="505546"/>
                  </a:moveTo>
                  <a:lnTo>
                    <a:pt x="4061526" y="503939"/>
                  </a:lnTo>
                  <a:lnTo>
                    <a:pt x="4058998" y="499935"/>
                  </a:lnTo>
                  <a:lnTo>
                    <a:pt x="4058998" y="491134"/>
                  </a:lnTo>
                  <a:lnTo>
                    <a:pt x="4063220" y="486338"/>
                  </a:lnTo>
                  <a:lnTo>
                    <a:pt x="4068278" y="484731"/>
                  </a:lnTo>
                  <a:lnTo>
                    <a:pt x="4064915" y="505546"/>
                  </a:lnTo>
                  <a:close/>
                </a:path>
                <a:path w="4122420" h="2482215">
                  <a:moveTo>
                    <a:pt x="2636828" y="507128"/>
                  </a:moveTo>
                  <a:lnTo>
                    <a:pt x="2621656" y="492740"/>
                  </a:lnTo>
                  <a:lnTo>
                    <a:pt x="2623173" y="486626"/>
                  </a:lnTo>
                  <a:lnTo>
                    <a:pt x="2628458" y="483748"/>
                  </a:lnTo>
                  <a:lnTo>
                    <a:pt x="2640166" y="483748"/>
                  </a:lnTo>
                  <a:lnTo>
                    <a:pt x="2646564" y="488016"/>
                  </a:lnTo>
                  <a:lnTo>
                    <a:pt x="2646108" y="495930"/>
                  </a:lnTo>
                  <a:lnTo>
                    <a:pt x="2645274" y="495930"/>
                  </a:lnTo>
                  <a:lnTo>
                    <a:pt x="2645274" y="500750"/>
                  </a:lnTo>
                  <a:lnTo>
                    <a:pt x="2641886" y="505546"/>
                  </a:lnTo>
                  <a:lnTo>
                    <a:pt x="2636828" y="507128"/>
                  </a:lnTo>
                  <a:close/>
                </a:path>
                <a:path w="4122420" h="2482215">
                  <a:moveTo>
                    <a:pt x="2715953" y="507728"/>
                  </a:moveTo>
                  <a:lnTo>
                    <a:pt x="2706571" y="507728"/>
                  </a:lnTo>
                  <a:lnTo>
                    <a:pt x="2703436" y="506577"/>
                  </a:lnTo>
                  <a:lnTo>
                    <a:pt x="2700932" y="503939"/>
                  </a:lnTo>
                  <a:lnTo>
                    <a:pt x="2697156" y="497779"/>
                  </a:lnTo>
                  <a:lnTo>
                    <a:pt x="2697882" y="491242"/>
                  </a:lnTo>
                  <a:lnTo>
                    <a:pt x="2702244" y="486053"/>
                  </a:lnTo>
                  <a:lnTo>
                    <a:pt x="2709378" y="483940"/>
                  </a:lnTo>
                  <a:lnTo>
                    <a:pt x="2708544" y="483940"/>
                  </a:lnTo>
                  <a:lnTo>
                    <a:pt x="2709024" y="483892"/>
                  </a:lnTo>
                  <a:lnTo>
                    <a:pt x="2709960" y="483868"/>
                  </a:lnTo>
                  <a:lnTo>
                    <a:pt x="2716863" y="483868"/>
                  </a:lnTo>
                  <a:lnTo>
                    <a:pt x="2722022" y="489191"/>
                  </a:lnTo>
                  <a:lnTo>
                    <a:pt x="2722022" y="502908"/>
                  </a:lnTo>
                  <a:lnTo>
                    <a:pt x="2715953" y="507728"/>
                  </a:lnTo>
                  <a:close/>
                </a:path>
                <a:path w="4122420" h="2482215">
                  <a:moveTo>
                    <a:pt x="2790652" y="507728"/>
                  </a:moveTo>
                  <a:lnTo>
                    <a:pt x="2780891" y="507728"/>
                  </a:lnTo>
                  <a:lnTo>
                    <a:pt x="2777680" y="506577"/>
                  </a:lnTo>
                  <a:lnTo>
                    <a:pt x="2775176" y="503939"/>
                  </a:lnTo>
                  <a:lnTo>
                    <a:pt x="2771765" y="497779"/>
                  </a:lnTo>
                  <a:lnTo>
                    <a:pt x="2772543" y="491242"/>
                  </a:lnTo>
                  <a:lnTo>
                    <a:pt x="2776958" y="486053"/>
                  </a:lnTo>
                  <a:lnTo>
                    <a:pt x="2784457" y="483940"/>
                  </a:lnTo>
                  <a:lnTo>
                    <a:pt x="2791208" y="483940"/>
                  </a:lnTo>
                  <a:lnTo>
                    <a:pt x="2796266" y="488736"/>
                  </a:lnTo>
                  <a:lnTo>
                    <a:pt x="2797101" y="495930"/>
                  </a:lnTo>
                  <a:lnTo>
                    <a:pt x="2797101" y="502908"/>
                  </a:lnTo>
                  <a:lnTo>
                    <a:pt x="2790652" y="507728"/>
                  </a:lnTo>
                  <a:close/>
                </a:path>
                <a:path w="4122420" h="2482215">
                  <a:moveTo>
                    <a:pt x="2866110" y="507728"/>
                  </a:moveTo>
                  <a:lnTo>
                    <a:pt x="2856728" y="507728"/>
                  </a:lnTo>
                  <a:lnTo>
                    <a:pt x="2853593" y="506577"/>
                  </a:lnTo>
                  <a:lnTo>
                    <a:pt x="2851089" y="503939"/>
                  </a:lnTo>
                  <a:lnTo>
                    <a:pt x="2847348" y="497856"/>
                  </a:lnTo>
                  <a:lnTo>
                    <a:pt x="2847884" y="491302"/>
                  </a:lnTo>
                  <a:lnTo>
                    <a:pt x="2851900" y="486060"/>
                  </a:lnTo>
                  <a:lnTo>
                    <a:pt x="2858600" y="483916"/>
                  </a:lnTo>
                  <a:lnTo>
                    <a:pt x="2859207" y="483916"/>
                  </a:lnTo>
                  <a:lnTo>
                    <a:pt x="2859510" y="483940"/>
                  </a:lnTo>
                  <a:lnTo>
                    <a:pt x="2867122" y="483940"/>
                  </a:lnTo>
                  <a:lnTo>
                    <a:pt x="2872179" y="488736"/>
                  </a:lnTo>
                  <a:lnTo>
                    <a:pt x="2872179" y="502908"/>
                  </a:lnTo>
                  <a:lnTo>
                    <a:pt x="2866110" y="507728"/>
                  </a:lnTo>
                  <a:close/>
                </a:path>
                <a:path w="4122420" h="2482215">
                  <a:moveTo>
                    <a:pt x="2942023" y="507728"/>
                  </a:moveTo>
                  <a:lnTo>
                    <a:pt x="2932641" y="507728"/>
                  </a:lnTo>
                  <a:lnTo>
                    <a:pt x="2929506" y="506577"/>
                  </a:lnTo>
                  <a:lnTo>
                    <a:pt x="2927002" y="503939"/>
                  </a:lnTo>
                  <a:lnTo>
                    <a:pt x="2923215" y="497779"/>
                  </a:lnTo>
                  <a:lnTo>
                    <a:pt x="2923942" y="491242"/>
                  </a:lnTo>
                  <a:lnTo>
                    <a:pt x="2928311" y="486053"/>
                  </a:lnTo>
                  <a:lnTo>
                    <a:pt x="2935448" y="483940"/>
                  </a:lnTo>
                  <a:lnTo>
                    <a:pt x="2942175" y="483940"/>
                  </a:lnTo>
                  <a:lnTo>
                    <a:pt x="2948092" y="488736"/>
                  </a:lnTo>
                  <a:lnTo>
                    <a:pt x="2948092" y="502908"/>
                  </a:lnTo>
                  <a:lnTo>
                    <a:pt x="2942023" y="507728"/>
                  </a:lnTo>
                  <a:close/>
                </a:path>
                <a:path w="4122420" h="2482215">
                  <a:moveTo>
                    <a:pt x="3093849" y="507728"/>
                  </a:moveTo>
                  <a:lnTo>
                    <a:pt x="3084088" y="507728"/>
                  </a:lnTo>
                  <a:lnTo>
                    <a:pt x="3080776" y="506577"/>
                  </a:lnTo>
                  <a:lnTo>
                    <a:pt x="3077994" y="503939"/>
                  </a:lnTo>
                  <a:lnTo>
                    <a:pt x="3074700" y="497779"/>
                  </a:lnTo>
                  <a:lnTo>
                    <a:pt x="3075674" y="491242"/>
                  </a:lnTo>
                  <a:lnTo>
                    <a:pt x="3080128" y="486053"/>
                  </a:lnTo>
                  <a:lnTo>
                    <a:pt x="3087275" y="483940"/>
                  </a:lnTo>
                  <a:lnTo>
                    <a:pt x="3094026" y="483940"/>
                  </a:lnTo>
                  <a:lnTo>
                    <a:pt x="3099919" y="488736"/>
                  </a:lnTo>
                  <a:lnTo>
                    <a:pt x="3099919" y="502908"/>
                  </a:lnTo>
                  <a:lnTo>
                    <a:pt x="3093849" y="507728"/>
                  </a:lnTo>
                  <a:close/>
                </a:path>
                <a:path w="4122420" h="2482215">
                  <a:moveTo>
                    <a:pt x="3169383" y="507728"/>
                  </a:moveTo>
                  <a:lnTo>
                    <a:pt x="3159648" y="507728"/>
                  </a:lnTo>
                  <a:lnTo>
                    <a:pt x="3156411" y="506577"/>
                  </a:lnTo>
                  <a:lnTo>
                    <a:pt x="3153907" y="503939"/>
                  </a:lnTo>
                  <a:lnTo>
                    <a:pt x="3150496" y="497779"/>
                  </a:lnTo>
                  <a:lnTo>
                    <a:pt x="3151274" y="491242"/>
                  </a:lnTo>
                  <a:lnTo>
                    <a:pt x="3155688" y="486053"/>
                  </a:lnTo>
                  <a:lnTo>
                    <a:pt x="3163188" y="483940"/>
                  </a:lnTo>
                  <a:lnTo>
                    <a:pt x="3169940" y="483940"/>
                  </a:lnTo>
                  <a:lnTo>
                    <a:pt x="3174997" y="488736"/>
                  </a:lnTo>
                  <a:lnTo>
                    <a:pt x="3175831" y="495930"/>
                  </a:lnTo>
                  <a:lnTo>
                    <a:pt x="3175831" y="502908"/>
                  </a:lnTo>
                  <a:lnTo>
                    <a:pt x="3169383" y="507728"/>
                  </a:lnTo>
                  <a:close/>
                </a:path>
                <a:path w="4122420" h="2482215">
                  <a:moveTo>
                    <a:pt x="3320754" y="507728"/>
                  </a:moveTo>
                  <a:lnTo>
                    <a:pt x="3311373" y="507728"/>
                  </a:lnTo>
                  <a:lnTo>
                    <a:pt x="3308237" y="506577"/>
                  </a:lnTo>
                  <a:lnTo>
                    <a:pt x="3305733" y="503939"/>
                  </a:lnTo>
                  <a:lnTo>
                    <a:pt x="3301957" y="497779"/>
                  </a:lnTo>
                  <a:lnTo>
                    <a:pt x="3302683" y="491242"/>
                  </a:lnTo>
                  <a:lnTo>
                    <a:pt x="3307046" y="486053"/>
                  </a:lnTo>
                  <a:lnTo>
                    <a:pt x="3314180" y="483940"/>
                  </a:lnTo>
                  <a:lnTo>
                    <a:pt x="3320931" y="483940"/>
                  </a:lnTo>
                  <a:lnTo>
                    <a:pt x="3326823" y="488736"/>
                  </a:lnTo>
                  <a:lnTo>
                    <a:pt x="3326823" y="502908"/>
                  </a:lnTo>
                  <a:lnTo>
                    <a:pt x="3320754" y="507728"/>
                  </a:lnTo>
                  <a:close/>
                </a:path>
                <a:path w="4122420" h="2482215">
                  <a:moveTo>
                    <a:pt x="3472580" y="507728"/>
                  </a:moveTo>
                  <a:lnTo>
                    <a:pt x="3462844" y="507728"/>
                  </a:lnTo>
                  <a:lnTo>
                    <a:pt x="3459506" y="506577"/>
                  </a:lnTo>
                  <a:lnTo>
                    <a:pt x="3456725" y="503939"/>
                  </a:lnTo>
                  <a:lnTo>
                    <a:pt x="3453314" y="497779"/>
                  </a:lnTo>
                  <a:lnTo>
                    <a:pt x="3454092" y="491242"/>
                  </a:lnTo>
                  <a:lnTo>
                    <a:pt x="3458506" y="486053"/>
                  </a:lnTo>
                  <a:lnTo>
                    <a:pt x="3466005" y="483940"/>
                  </a:lnTo>
                  <a:lnTo>
                    <a:pt x="3472757" y="483940"/>
                  </a:lnTo>
                  <a:lnTo>
                    <a:pt x="3478674" y="489551"/>
                  </a:lnTo>
                  <a:lnTo>
                    <a:pt x="3478674" y="502908"/>
                  </a:lnTo>
                  <a:lnTo>
                    <a:pt x="3472580" y="507728"/>
                  </a:lnTo>
                  <a:close/>
                </a:path>
                <a:path w="4122420" h="2482215">
                  <a:moveTo>
                    <a:pt x="3548139" y="507728"/>
                  </a:moveTo>
                  <a:lnTo>
                    <a:pt x="3538378" y="507728"/>
                  </a:lnTo>
                  <a:lnTo>
                    <a:pt x="3535141" y="506577"/>
                  </a:lnTo>
                  <a:lnTo>
                    <a:pt x="3532638" y="503939"/>
                  </a:lnTo>
                  <a:lnTo>
                    <a:pt x="3529227" y="497779"/>
                  </a:lnTo>
                  <a:lnTo>
                    <a:pt x="3530005" y="491242"/>
                  </a:lnTo>
                  <a:lnTo>
                    <a:pt x="3534420" y="486053"/>
                  </a:lnTo>
                  <a:lnTo>
                    <a:pt x="3541919" y="483940"/>
                  </a:lnTo>
                  <a:lnTo>
                    <a:pt x="3548670" y="483940"/>
                  </a:lnTo>
                  <a:lnTo>
                    <a:pt x="3553728" y="488736"/>
                  </a:lnTo>
                  <a:lnTo>
                    <a:pt x="3554588" y="495930"/>
                  </a:lnTo>
                  <a:lnTo>
                    <a:pt x="3554588" y="502908"/>
                  </a:lnTo>
                  <a:lnTo>
                    <a:pt x="3548139" y="507728"/>
                  </a:lnTo>
                  <a:close/>
                </a:path>
                <a:path w="4122420" h="2482215">
                  <a:moveTo>
                    <a:pt x="3623572" y="507728"/>
                  </a:moveTo>
                  <a:lnTo>
                    <a:pt x="3614215" y="507728"/>
                  </a:lnTo>
                  <a:lnTo>
                    <a:pt x="3611055" y="506577"/>
                  </a:lnTo>
                  <a:lnTo>
                    <a:pt x="3608576" y="503939"/>
                  </a:lnTo>
                  <a:lnTo>
                    <a:pt x="3604803" y="497779"/>
                  </a:lnTo>
                  <a:lnTo>
                    <a:pt x="3605621" y="491242"/>
                  </a:lnTo>
                  <a:lnTo>
                    <a:pt x="3610237" y="486053"/>
                  </a:lnTo>
                  <a:lnTo>
                    <a:pt x="3617857" y="483940"/>
                  </a:lnTo>
                  <a:lnTo>
                    <a:pt x="3624583" y="483940"/>
                  </a:lnTo>
                  <a:lnTo>
                    <a:pt x="3629666" y="489551"/>
                  </a:lnTo>
                  <a:lnTo>
                    <a:pt x="3629666" y="502908"/>
                  </a:lnTo>
                  <a:lnTo>
                    <a:pt x="3623572" y="507728"/>
                  </a:lnTo>
                  <a:close/>
                </a:path>
                <a:path w="4122420" h="2482215">
                  <a:moveTo>
                    <a:pt x="3699510" y="507728"/>
                  </a:moveTo>
                  <a:lnTo>
                    <a:pt x="3690129" y="507728"/>
                  </a:lnTo>
                  <a:lnTo>
                    <a:pt x="3686993" y="506577"/>
                  </a:lnTo>
                  <a:lnTo>
                    <a:pt x="3684490" y="503939"/>
                  </a:lnTo>
                  <a:lnTo>
                    <a:pt x="3680702" y="497779"/>
                  </a:lnTo>
                  <a:lnTo>
                    <a:pt x="3681427" y="491242"/>
                  </a:lnTo>
                  <a:lnTo>
                    <a:pt x="3685787" y="486053"/>
                  </a:lnTo>
                  <a:lnTo>
                    <a:pt x="3692910" y="483940"/>
                  </a:lnTo>
                  <a:lnTo>
                    <a:pt x="3699662" y="483940"/>
                  </a:lnTo>
                  <a:lnTo>
                    <a:pt x="3705579" y="488736"/>
                  </a:lnTo>
                  <a:lnTo>
                    <a:pt x="3705579" y="502908"/>
                  </a:lnTo>
                  <a:lnTo>
                    <a:pt x="3699510" y="507728"/>
                  </a:lnTo>
                  <a:close/>
                </a:path>
                <a:path w="4122420" h="2482215">
                  <a:moveTo>
                    <a:pt x="3851337" y="507728"/>
                  </a:moveTo>
                  <a:lnTo>
                    <a:pt x="3841576" y="507728"/>
                  </a:lnTo>
                  <a:lnTo>
                    <a:pt x="3838263" y="506577"/>
                  </a:lnTo>
                  <a:lnTo>
                    <a:pt x="3835481" y="503939"/>
                  </a:lnTo>
                  <a:lnTo>
                    <a:pt x="3832059" y="497779"/>
                  </a:lnTo>
                  <a:lnTo>
                    <a:pt x="3832839" y="491242"/>
                  </a:lnTo>
                  <a:lnTo>
                    <a:pt x="3837259" y="486053"/>
                  </a:lnTo>
                  <a:lnTo>
                    <a:pt x="3844762" y="483940"/>
                  </a:lnTo>
                  <a:lnTo>
                    <a:pt x="3851488" y="483940"/>
                  </a:lnTo>
                  <a:lnTo>
                    <a:pt x="3857405" y="489551"/>
                  </a:lnTo>
                  <a:lnTo>
                    <a:pt x="3857405" y="502908"/>
                  </a:lnTo>
                  <a:lnTo>
                    <a:pt x="3851337" y="507728"/>
                  </a:lnTo>
                  <a:close/>
                </a:path>
                <a:path w="4122420" h="2482215">
                  <a:moveTo>
                    <a:pt x="3926870" y="507728"/>
                  </a:moveTo>
                  <a:lnTo>
                    <a:pt x="3917109" y="507728"/>
                  </a:lnTo>
                  <a:lnTo>
                    <a:pt x="3913898" y="506577"/>
                  </a:lnTo>
                  <a:lnTo>
                    <a:pt x="3911394" y="503939"/>
                  </a:lnTo>
                  <a:lnTo>
                    <a:pt x="3907983" y="497779"/>
                  </a:lnTo>
                  <a:lnTo>
                    <a:pt x="3908761" y="491242"/>
                  </a:lnTo>
                  <a:lnTo>
                    <a:pt x="3913176" y="486053"/>
                  </a:lnTo>
                  <a:lnTo>
                    <a:pt x="3920675" y="483940"/>
                  </a:lnTo>
                  <a:lnTo>
                    <a:pt x="3927426" y="483940"/>
                  </a:lnTo>
                  <a:lnTo>
                    <a:pt x="3932484" y="488736"/>
                  </a:lnTo>
                  <a:lnTo>
                    <a:pt x="3933319" y="495930"/>
                  </a:lnTo>
                  <a:lnTo>
                    <a:pt x="3933319" y="502908"/>
                  </a:lnTo>
                  <a:lnTo>
                    <a:pt x="3926870" y="507728"/>
                  </a:lnTo>
                  <a:close/>
                </a:path>
                <a:path w="4122420" h="2482215">
                  <a:moveTo>
                    <a:pt x="3016849" y="507992"/>
                  </a:moveTo>
                  <a:lnTo>
                    <a:pt x="3007391" y="507992"/>
                  </a:lnTo>
                  <a:lnTo>
                    <a:pt x="3004433" y="506985"/>
                  </a:lnTo>
                  <a:lnTo>
                    <a:pt x="3002081" y="504731"/>
                  </a:lnTo>
                  <a:lnTo>
                    <a:pt x="2998307" y="498113"/>
                  </a:lnTo>
                  <a:lnTo>
                    <a:pt x="2999126" y="491341"/>
                  </a:lnTo>
                  <a:lnTo>
                    <a:pt x="3003742" y="486065"/>
                  </a:lnTo>
                  <a:lnTo>
                    <a:pt x="3011362" y="483940"/>
                  </a:lnTo>
                  <a:lnTo>
                    <a:pt x="3018113" y="483940"/>
                  </a:lnTo>
                  <a:lnTo>
                    <a:pt x="3024005" y="489551"/>
                  </a:lnTo>
                  <a:lnTo>
                    <a:pt x="3024005" y="495930"/>
                  </a:lnTo>
                  <a:lnTo>
                    <a:pt x="3023423" y="503100"/>
                  </a:lnTo>
                  <a:lnTo>
                    <a:pt x="3016849" y="507992"/>
                  </a:lnTo>
                  <a:close/>
                </a:path>
                <a:path w="4122420" h="2482215">
                  <a:moveTo>
                    <a:pt x="3244513" y="507992"/>
                  </a:moveTo>
                  <a:lnTo>
                    <a:pt x="3235130" y="507992"/>
                  </a:lnTo>
                  <a:lnTo>
                    <a:pt x="3232198" y="506985"/>
                  </a:lnTo>
                  <a:lnTo>
                    <a:pt x="3229820" y="504731"/>
                  </a:lnTo>
                  <a:lnTo>
                    <a:pt x="3226057" y="498113"/>
                  </a:lnTo>
                  <a:lnTo>
                    <a:pt x="3226874" y="491341"/>
                  </a:lnTo>
                  <a:lnTo>
                    <a:pt x="3231484" y="486065"/>
                  </a:lnTo>
                  <a:lnTo>
                    <a:pt x="3239101" y="483940"/>
                  </a:lnTo>
                  <a:lnTo>
                    <a:pt x="3245852" y="483940"/>
                  </a:lnTo>
                  <a:lnTo>
                    <a:pt x="3250910" y="489551"/>
                  </a:lnTo>
                  <a:lnTo>
                    <a:pt x="3250910" y="503100"/>
                  </a:lnTo>
                  <a:lnTo>
                    <a:pt x="3244513" y="507992"/>
                  </a:lnTo>
                  <a:close/>
                </a:path>
                <a:path w="4122420" h="2482215">
                  <a:moveTo>
                    <a:pt x="4001999" y="507992"/>
                  </a:moveTo>
                  <a:lnTo>
                    <a:pt x="3992618" y="507992"/>
                  </a:lnTo>
                  <a:lnTo>
                    <a:pt x="3989684" y="506985"/>
                  </a:lnTo>
                  <a:lnTo>
                    <a:pt x="3987307" y="504731"/>
                  </a:lnTo>
                  <a:lnTo>
                    <a:pt x="3983520" y="498113"/>
                  </a:lnTo>
                  <a:lnTo>
                    <a:pt x="3984247" y="491341"/>
                  </a:lnTo>
                  <a:lnTo>
                    <a:pt x="3988616" y="486065"/>
                  </a:lnTo>
                  <a:lnTo>
                    <a:pt x="3995753" y="483940"/>
                  </a:lnTo>
                  <a:lnTo>
                    <a:pt x="4003340" y="483940"/>
                  </a:lnTo>
                  <a:lnTo>
                    <a:pt x="4008397" y="489551"/>
                  </a:lnTo>
                  <a:lnTo>
                    <a:pt x="4008397" y="503100"/>
                  </a:lnTo>
                  <a:lnTo>
                    <a:pt x="4001999" y="507992"/>
                  </a:lnTo>
                  <a:close/>
                </a:path>
                <a:path w="4122420" h="2482215">
                  <a:moveTo>
                    <a:pt x="3775322" y="508160"/>
                  </a:moveTo>
                  <a:lnTo>
                    <a:pt x="3765561" y="508160"/>
                  </a:lnTo>
                  <a:lnTo>
                    <a:pt x="3762299" y="507081"/>
                  </a:lnTo>
                  <a:lnTo>
                    <a:pt x="3759568" y="504731"/>
                  </a:lnTo>
                  <a:lnTo>
                    <a:pt x="3756263" y="498447"/>
                  </a:lnTo>
                  <a:lnTo>
                    <a:pt x="3757235" y="491637"/>
                  </a:lnTo>
                  <a:lnTo>
                    <a:pt x="3761688" y="486177"/>
                  </a:lnTo>
                  <a:lnTo>
                    <a:pt x="3768823" y="483940"/>
                  </a:lnTo>
                  <a:lnTo>
                    <a:pt x="3775575" y="483940"/>
                  </a:lnTo>
                  <a:lnTo>
                    <a:pt x="3781492" y="489551"/>
                  </a:lnTo>
                  <a:lnTo>
                    <a:pt x="3781492" y="503507"/>
                  </a:lnTo>
                  <a:lnTo>
                    <a:pt x="3775322" y="508160"/>
                  </a:lnTo>
                  <a:close/>
                </a:path>
                <a:path w="4122420" h="2482215">
                  <a:moveTo>
                    <a:pt x="1040732" y="508543"/>
                  </a:moveTo>
                  <a:lnTo>
                    <a:pt x="1030971" y="508543"/>
                  </a:lnTo>
                  <a:lnTo>
                    <a:pt x="1027633" y="507368"/>
                  </a:lnTo>
                  <a:lnTo>
                    <a:pt x="1024876" y="504731"/>
                  </a:lnTo>
                  <a:lnTo>
                    <a:pt x="1021572" y="498571"/>
                  </a:lnTo>
                  <a:lnTo>
                    <a:pt x="1022547" y="492033"/>
                  </a:lnTo>
                  <a:lnTo>
                    <a:pt x="1027007" y="486844"/>
                  </a:lnTo>
                  <a:lnTo>
                    <a:pt x="1034157" y="484731"/>
                  </a:lnTo>
                  <a:lnTo>
                    <a:pt x="1034157" y="485547"/>
                  </a:lnTo>
                  <a:lnTo>
                    <a:pt x="1040883" y="485547"/>
                  </a:lnTo>
                  <a:lnTo>
                    <a:pt x="1045966" y="490343"/>
                  </a:lnTo>
                  <a:lnTo>
                    <a:pt x="1046801" y="496745"/>
                  </a:lnTo>
                  <a:lnTo>
                    <a:pt x="1046801" y="503723"/>
                  </a:lnTo>
                  <a:lnTo>
                    <a:pt x="1040732" y="508543"/>
                  </a:lnTo>
                  <a:close/>
                </a:path>
                <a:path w="4122420" h="2482215">
                  <a:moveTo>
                    <a:pt x="1267308" y="508783"/>
                  </a:moveTo>
                  <a:lnTo>
                    <a:pt x="1257522" y="508783"/>
                  </a:lnTo>
                  <a:lnTo>
                    <a:pt x="1254411" y="507776"/>
                  </a:lnTo>
                  <a:lnTo>
                    <a:pt x="1251781" y="505546"/>
                  </a:lnTo>
                  <a:lnTo>
                    <a:pt x="1248370" y="498915"/>
                  </a:lnTo>
                  <a:lnTo>
                    <a:pt x="1249148" y="492135"/>
                  </a:lnTo>
                  <a:lnTo>
                    <a:pt x="1253563" y="486857"/>
                  </a:lnTo>
                  <a:lnTo>
                    <a:pt x="1261062" y="484731"/>
                  </a:lnTo>
                  <a:lnTo>
                    <a:pt x="1261062" y="485547"/>
                  </a:lnTo>
                  <a:lnTo>
                    <a:pt x="1267813" y="485547"/>
                  </a:lnTo>
                  <a:lnTo>
                    <a:pt x="1272871" y="490343"/>
                  </a:lnTo>
                  <a:lnTo>
                    <a:pt x="1273706" y="496745"/>
                  </a:lnTo>
                  <a:lnTo>
                    <a:pt x="1273706" y="503891"/>
                  </a:lnTo>
                  <a:lnTo>
                    <a:pt x="1267308" y="508783"/>
                  </a:lnTo>
                  <a:close/>
                </a:path>
                <a:path w="4122420" h="2482215">
                  <a:moveTo>
                    <a:pt x="959787" y="508807"/>
                  </a:moveTo>
                  <a:lnTo>
                    <a:pt x="959281" y="508807"/>
                  </a:lnTo>
                  <a:lnTo>
                    <a:pt x="958219" y="508735"/>
                  </a:lnTo>
                  <a:lnTo>
                    <a:pt x="949684" y="504877"/>
                  </a:lnTo>
                  <a:lnTo>
                    <a:pt x="946840" y="497039"/>
                  </a:lnTo>
                  <a:lnTo>
                    <a:pt x="949684" y="489048"/>
                  </a:lnTo>
                  <a:lnTo>
                    <a:pt x="958219" y="484731"/>
                  </a:lnTo>
                  <a:lnTo>
                    <a:pt x="959787" y="484683"/>
                  </a:lnTo>
                  <a:lnTo>
                    <a:pt x="969061" y="488453"/>
                  </a:lnTo>
                  <a:lnTo>
                    <a:pt x="972152" y="496745"/>
                  </a:lnTo>
                  <a:lnTo>
                    <a:pt x="969061" y="505038"/>
                  </a:lnTo>
                  <a:lnTo>
                    <a:pt x="959787" y="508807"/>
                  </a:lnTo>
                  <a:close/>
                </a:path>
                <a:path w="4122420" h="2482215">
                  <a:moveTo>
                    <a:pt x="1338517" y="508807"/>
                  </a:moveTo>
                  <a:lnTo>
                    <a:pt x="1338012" y="508807"/>
                  </a:lnTo>
                  <a:lnTo>
                    <a:pt x="1336975" y="508735"/>
                  </a:lnTo>
                  <a:lnTo>
                    <a:pt x="1328426" y="504877"/>
                  </a:lnTo>
                  <a:lnTo>
                    <a:pt x="1325577" y="497039"/>
                  </a:lnTo>
                  <a:lnTo>
                    <a:pt x="1328426" y="489048"/>
                  </a:lnTo>
                  <a:lnTo>
                    <a:pt x="1336975" y="484731"/>
                  </a:lnTo>
                  <a:lnTo>
                    <a:pt x="1338517" y="484683"/>
                  </a:lnTo>
                  <a:lnTo>
                    <a:pt x="1347792" y="488453"/>
                  </a:lnTo>
                  <a:lnTo>
                    <a:pt x="1350883" y="496745"/>
                  </a:lnTo>
                  <a:lnTo>
                    <a:pt x="1347792" y="505038"/>
                  </a:lnTo>
                  <a:lnTo>
                    <a:pt x="1338517" y="508807"/>
                  </a:lnTo>
                  <a:close/>
                </a:path>
                <a:path w="4122420" h="2482215">
                  <a:moveTo>
                    <a:pt x="1419463" y="509335"/>
                  </a:moveTo>
                  <a:lnTo>
                    <a:pt x="1409702" y="509335"/>
                  </a:lnTo>
                  <a:lnTo>
                    <a:pt x="1406389" y="508184"/>
                  </a:lnTo>
                  <a:lnTo>
                    <a:pt x="1403607" y="505546"/>
                  </a:lnTo>
                  <a:lnTo>
                    <a:pt x="1400196" y="499386"/>
                  </a:lnTo>
                  <a:lnTo>
                    <a:pt x="1400975" y="492848"/>
                  </a:lnTo>
                  <a:lnTo>
                    <a:pt x="1405389" y="487660"/>
                  </a:lnTo>
                  <a:lnTo>
                    <a:pt x="1412888" y="485547"/>
                  </a:lnTo>
                  <a:lnTo>
                    <a:pt x="1419640" y="485547"/>
                  </a:lnTo>
                  <a:lnTo>
                    <a:pt x="1425532" y="491134"/>
                  </a:lnTo>
                  <a:lnTo>
                    <a:pt x="1425532" y="504515"/>
                  </a:lnTo>
                  <a:lnTo>
                    <a:pt x="1419463" y="509335"/>
                  </a:lnTo>
                  <a:close/>
                </a:path>
                <a:path w="4122420" h="2482215">
                  <a:moveTo>
                    <a:pt x="1116316" y="509574"/>
                  </a:moveTo>
                  <a:lnTo>
                    <a:pt x="1106530" y="509574"/>
                  </a:lnTo>
                  <a:lnTo>
                    <a:pt x="1103419" y="508591"/>
                  </a:lnTo>
                  <a:lnTo>
                    <a:pt x="1100790" y="506337"/>
                  </a:lnTo>
                  <a:lnTo>
                    <a:pt x="1097379" y="499720"/>
                  </a:lnTo>
                  <a:lnTo>
                    <a:pt x="1098157" y="492947"/>
                  </a:lnTo>
                  <a:lnTo>
                    <a:pt x="1102571" y="487672"/>
                  </a:lnTo>
                  <a:lnTo>
                    <a:pt x="1110070" y="485547"/>
                  </a:lnTo>
                  <a:lnTo>
                    <a:pt x="1116822" y="485547"/>
                  </a:lnTo>
                  <a:lnTo>
                    <a:pt x="1122714" y="490343"/>
                  </a:lnTo>
                  <a:lnTo>
                    <a:pt x="1122714" y="504706"/>
                  </a:lnTo>
                  <a:lnTo>
                    <a:pt x="1116316" y="509574"/>
                  </a:lnTo>
                  <a:close/>
                </a:path>
                <a:path w="4122420" h="2482215">
                  <a:moveTo>
                    <a:pt x="1192002" y="509742"/>
                  </a:moveTo>
                  <a:lnTo>
                    <a:pt x="1182342" y="509742"/>
                  </a:lnTo>
                  <a:lnTo>
                    <a:pt x="1179156" y="508687"/>
                  </a:lnTo>
                  <a:lnTo>
                    <a:pt x="1176703" y="506337"/>
                  </a:lnTo>
                  <a:lnTo>
                    <a:pt x="1172929" y="499720"/>
                  </a:lnTo>
                  <a:lnTo>
                    <a:pt x="1173747" y="492947"/>
                  </a:lnTo>
                  <a:lnTo>
                    <a:pt x="1178363" y="487672"/>
                  </a:lnTo>
                  <a:lnTo>
                    <a:pt x="1185983" y="485547"/>
                  </a:lnTo>
                  <a:lnTo>
                    <a:pt x="1192735" y="485547"/>
                  </a:lnTo>
                  <a:lnTo>
                    <a:pt x="1198627" y="491134"/>
                  </a:lnTo>
                  <a:lnTo>
                    <a:pt x="1197792" y="497536"/>
                  </a:lnTo>
                  <a:lnTo>
                    <a:pt x="1198349" y="505114"/>
                  </a:lnTo>
                  <a:lnTo>
                    <a:pt x="1192002" y="509742"/>
                  </a:lnTo>
                  <a:close/>
                </a:path>
                <a:path w="4122420" h="2482215">
                  <a:moveTo>
                    <a:pt x="2820871" y="543194"/>
                  </a:moveTo>
                  <a:lnTo>
                    <a:pt x="2811582" y="539425"/>
                  </a:lnTo>
                  <a:lnTo>
                    <a:pt x="2808486" y="531133"/>
                  </a:lnTo>
                  <a:lnTo>
                    <a:pt x="2811582" y="522840"/>
                  </a:lnTo>
                  <a:lnTo>
                    <a:pt x="2820871" y="519071"/>
                  </a:lnTo>
                  <a:lnTo>
                    <a:pt x="2821351" y="519071"/>
                  </a:lnTo>
                  <a:lnTo>
                    <a:pt x="2822413" y="519142"/>
                  </a:lnTo>
                  <a:lnTo>
                    <a:pt x="2830948" y="523456"/>
                  </a:lnTo>
                  <a:lnTo>
                    <a:pt x="2833793" y="531441"/>
                  </a:lnTo>
                  <a:lnTo>
                    <a:pt x="2830948" y="539278"/>
                  </a:lnTo>
                  <a:lnTo>
                    <a:pt x="2822413" y="543146"/>
                  </a:lnTo>
                  <a:lnTo>
                    <a:pt x="2820871" y="543194"/>
                  </a:lnTo>
                  <a:close/>
                </a:path>
                <a:path w="4122420" h="2482215">
                  <a:moveTo>
                    <a:pt x="3274705" y="543194"/>
                  </a:moveTo>
                  <a:lnTo>
                    <a:pt x="3265872" y="539549"/>
                  </a:lnTo>
                  <a:lnTo>
                    <a:pt x="3262928" y="531528"/>
                  </a:lnTo>
                  <a:lnTo>
                    <a:pt x="3265872" y="523508"/>
                  </a:lnTo>
                  <a:lnTo>
                    <a:pt x="3274705" y="519862"/>
                  </a:lnTo>
                  <a:lnTo>
                    <a:pt x="3275186" y="519862"/>
                  </a:lnTo>
                  <a:lnTo>
                    <a:pt x="3276223" y="519934"/>
                  </a:lnTo>
                  <a:lnTo>
                    <a:pt x="3285241" y="523790"/>
                  </a:lnTo>
                  <a:lnTo>
                    <a:pt x="3288247" y="531540"/>
                  </a:lnTo>
                  <a:lnTo>
                    <a:pt x="3285241" y="539290"/>
                  </a:lnTo>
                  <a:lnTo>
                    <a:pt x="3276223" y="543146"/>
                  </a:lnTo>
                  <a:lnTo>
                    <a:pt x="3274705" y="543194"/>
                  </a:lnTo>
                  <a:close/>
                </a:path>
                <a:path w="4122420" h="2482215">
                  <a:moveTo>
                    <a:pt x="3653437" y="543194"/>
                  </a:moveTo>
                  <a:lnTo>
                    <a:pt x="3644618" y="539549"/>
                  </a:lnTo>
                  <a:lnTo>
                    <a:pt x="3641678" y="531528"/>
                  </a:lnTo>
                  <a:lnTo>
                    <a:pt x="3644618" y="523508"/>
                  </a:lnTo>
                  <a:lnTo>
                    <a:pt x="3653437" y="519862"/>
                  </a:lnTo>
                  <a:lnTo>
                    <a:pt x="3653942" y="519862"/>
                  </a:lnTo>
                  <a:lnTo>
                    <a:pt x="3654954" y="519934"/>
                  </a:lnTo>
                  <a:lnTo>
                    <a:pt x="3663972" y="523790"/>
                  </a:lnTo>
                  <a:lnTo>
                    <a:pt x="3666978" y="531540"/>
                  </a:lnTo>
                  <a:lnTo>
                    <a:pt x="3663972" y="539290"/>
                  </a:lnTo>
                  <a:lnTo>
                    <a:pt x="3654954" y="543146"/>
                  </a:lnTo>
                  <a:lnTo>
                    <a:pt x="3653437" y="543194"/>
                  </a:lnTo>
                  <a:close/>
                </a:path>
                <a:path w="4122420" h="2482215">
                  <a:moveTo>
                    <a:pt x="2903965" y="543338"/>
                  </a:moveTo>
                  <a:lnTo>
                    <a:pt x="2894583" y="543338"/>
                  </a:lnTo>
                  <a:lnTo>
                    <a:pt x="2891498" y="542283"/>
                  </a:lnTo>
                  <a:lnTo>
                    <a:pt x="2889046" y="539933"/>
                  </a:lnTo>
                  <a:lnTo>
                    <a:pt x="2885259" y="533650"/>
                  </a:lnTo>
                  <a:lnTo>
                    <a:pt x="2885986" y="526840"/>
                  </a:lnTo>
                  <a:lnTo>
                    <a:pt x="2890355" y="521379"/>
                  </a:lnTo>
                  <a:lnTo>
                    <a:pt x="2897492" y="519142"/>
                  </a:lnTo>
                  <a:lnTo>
                    <a:pt x="2897492" y="519934"/>
                  </a:lnTo>
                  <a:lnTo>
                    <a:pt x="2904219" y="519934"/>
                  </a:lnTo>
                  <a:lnTo>
                    <a:pt x="2910136" y="524730"/>
                  </a:lnTo>
                  <a:lnTo>
                    <a:pt x="2910136" y="538710"/>
                  </a:lnTo>
                  <a:lnTo>
                    <a:pt x="2903965" y="543338"/>
                  </a:lnTo>
                  <a:close/>
                </a:path>
                <a:path w="4122420" h="2482215">
                  <a:moveTo>
                    <a:pt x="2753909" y="543722"/>
                  </a:moveTo>
                  <a:lnTo>
                    <a:pt x="2744528" y="543722"/>
                  </a:lnTo>
                  <a:lnTo>
                    <a:pt x="2741392" y="542571"/>
                  </a:lnTo>
                  <a:lnTo>
                    <a:pt x="2738889" y="539933"/>
                  </a:lnTo>
                  <a:lnTo>
                    <a:pt x="2735113" y="533773"/>
                  </a:lnTo>
                  <a:lnTo>
                    <a:pt x="2735838" y="527236"/>
                  </a:lnTo>
                  <a:lnTo>
                    <a:pt x="2740201" y="522047"/>
                  </a:lnTo>
                  <a:lnTo>
                    <a:pt x="2747334" y="519934"/>
                  </a:lnTo>
                  <a:lnTo>
                    <a:pt x="2746500" y="519934"/>
                  </a:lnTo>
                  <a:lnTo>
                    <a:pt x="2746980" y="519886"/>
                  </a:lnTo>
                  <a:lnTo>
                    <a:pt x="2747916" y="519862"/>
                  </a:lnTo>
                  <a:lnTo>
                    <a:pt x="2754819" y="519862"/>
                  </a:lnTo>
                  <a:lnTo>
                    <a:pt x="2759978" y="525209"/>
                  </a:lnTo>
                  <a:lnTo>
                    <a:pt x="2759978" y="538902"/>
                  </a:lnTo>
                  <a:lnTo>
                    <a:pt x="2753909" y="543722"/>
                  </a:lnTo>
                  <a:close/>
                </a:path>
                <a:path w="4122420" h="2482215">
                  <a:moveTo>
                    <a:pt x="2979980" y="543722"/>
                  </a:moveTo>
                  <a:lnTo>
                    <a:pt x="2970598" y="543722"/>
                  </a:lnTo>
                  <a:lnTo>
                    <a:pt x="2967463" y="542571"/>
                  </a:lnTo>
                  <a:lnTo>
                    <a:pt x="2964958" y="539933"/>
                  </a:lnTo>
                  <a:lnTo>
                    <a:pt x="2961183" y="533773"/>
                  </a:lnTo>
                  <a:lnTo>
                    <a:pt x="2961909" y="527236"/>
                  </a:lnTo>
                  <a:lnTo>
                    <a:pt x="2966271" y="522047"/>
                  </a:lnTo>
                  <a:lnTo>
                    <a:pt x="2973405" y="519934"/>
                  </a:lnTo>
                  <a:lnTo>
                    <a:pt x="2980157" y="519934"/>
                  </a:lnTo>
                  <a:lnTo>
                    <a:pt x="2986048" y="524730"/>
                  </a:lnTo>
                  <a:lnTo>
                    <a:pt x="2986048" y="538902"/>
                  </a:lnTo>
                  <a:lnTo>
                    <a:pt x="2979980" y="543722"/>
                  </a:lnTo>
                  <a:close/>
                </a:path>
                <a:path w="4122420" h="2482215">
                  <a:moveTo>
                    <a:pt x="3131806" y="543722"/>
                  </a:moveTo>
                  <a:lnTo>
                    <a:pt x="3122045" y="543722"/>
                  </a:lnTo>
                  <a:lnTo>
                    <a:pt x="3118732" y="542571"/>
                  </a:lnTo>
                  <a:lnTo>
                    <a:pt x="3115951" y="539933"/>
                  </a:lnTo>
                  <a:lnTo>
                    <a:pt x="3112570" y="533850"/>
                  </a:lnTo>
                  <a:lnTo>
                    <a:pt x="3113166" y="527296"/>
                  </a:lnTo>
                  <a:lnTo>
                    <a:pt x="3117227" y="522054"/>
                  </a:lnTo>
                  <a:lnTo>
                    <a:pt x="3124245" y="519910"/>
                  </a:lnTo>
                  <a:lnTo>
                    <a:pt x="3124902" y="519910"/>
                  </a:lnTo>
                  <a:lnTo>
                    <a:pt x="3125231" y="519934"/>
                  </a:lnTo>
                  <a:lnTo>
                    <a:pt x="3131983" y="519934"/>
                  </a:lnTo>
                  <a:lnTo>
                    <a:pt x="3137875" y="524730"/>
                  </a:lnTo>
                  <a:lnTo>
                    <a:pt x="3137875" y="538902"/>
                  </a:lnTo>
                  <a:lnTo>
                    <a:pt x="3131806" y="543722"/>
                  </a:lnTo>
                  <a:close/>
                </a:path>
                <a:path w="4122420" h="2482215">
                  <a:moveTo>
                    <a:pt x="3207340" y="543722"/>
                  </a:moveTo>
                  <a:lnTo>
                    <a:pt x="3197604" y="543722"/>
                  </a:lnTo>
                  <a:lnTo>
                    <a:pt x="3194367" y="542571"/>
                  </a:lnTo>
                  <a:lnTo>
                    <a:pt x="3191864" y="539933"/>
                  </a:lnTo>
                  <a:lnTo>
                    <a:pt x="3188101" y="533773"/>
                  </a:lnTo>
                  <a:lnTo>
                    <a:pt x="3188918" y="527236"/>
                  </a:lnTo>
                  <a:lnTo>
                    <a:pt x="3193528" y="522047"/>
                  </a:lnTo>
                  <a:lnTo>
                    <a:pt x="3201144" y="519934"/>
                  </a:lnTo>
                  <a:lnTo>
                    <a:pt x="3207896" y="519934"/>
                  </a:lnTo>
                  <a:lnTo>
                    <a:pt x="3212953" y="524730"/>
                  </a:lnTo>
                  <a:lnTo>
                    <a:pt x="3213788" y="531948"/>
                  </a:lnTo>
                  <a:lnTo>
                    <a:pt x="3213788" y="538902"/>
                  </a:lnTo>
                  <a:lnTo>
                    <a:pt x="3207340" y="543722"/>
                  </a:lnTo>
                  <a:close/>
                </a:path>
                <a:path w="4122420" h="2482215">
                  <a:moveTo>
                    <a:pt x="3358711" y="543722"/>
                  </a:moveTo>
                  <a:lnTo>
                    <a:pt x="3349329" y="543722"/>
                  </a:lnTo>
                  <a:lnTo>
                    <a:pt x="3346193" y="542571"/>
                  </a:lnTo>
                  <a:lnTo>
                    <a:pt x="3343690" y="539933"/>
                  </a:lnTo>
                  <a:lnTo>
                    <a:pt x="3339913" y="533773"/>
                  </a:lnTo>
                  <a:lnTo>
                    <a:pt x="3340639" y="527236"/>
                  </a:lnTo>
                  <a:lnTo>
                    <a:pt x="3345002" y="522047"/>
                  </a:lnTo>
                  <a:lnTo>
                    <a:pt x="3352136" y="519934"/>
                  </a:lnTo>
                  <a:lnTo>
                    <a:pt x="3358888" y="519934"/>
                  </a:lnTo>
                  <a:lnTo>
                    <a:pt x="3364780" y="524730"/>
                  </a:lnTo>
                  <a:lnTo>
                    <a:pt x="3364780" y="538902"/>
                  </a:lnTo>
                  <a:lnTo>
                    <a:pt x="3358711" y="543722"/>
                  </a:lnTo>
                  <a:close/>
                </a:path>
                <a:path w="4122420" h="2482215">
                  <a:moveTo>
                    <a:pt x="3510562" y="543722"/>
                  </a:moveTo>
                  <a:lnTo>
                    <a:pt x="3500801" y="543722"/>
                  </a:lnTo>
                  <a:lnTo>
                    <a:pt x="3497463" y="542571"/>
                  </a:lnTo>
                  <a:lnTo>
                    <a:pt x="3494681" y="539933"/>
                  </a:lnTo>
                  <a:lnTo>
                    <a:pt x="3491270" y="533773"/>
                  </a:lnTo>
                  <a:lnTo>
                    <a:pt x="3492048" y="527236"/>
                  </a:lnTo>
                  <a:lnTo>
                    <a:pt x="3496463" y="522047"/>
                  </a:lnTo>
                  <a:lnTo>
                    <a:pt x="3503962" y="519934"/>
                  </a:lnTo>
                  <a:lnTo>
                    <a:pt x="3510714" y="519934"/>
                  </a:lnTo>
                  <a:lnTo>
                    <a:pt x="3516631" y="524730"/>
                  </a:lnTo>
                  <a:lnTo>
                    <a:pt x="3516631" y="538902"/>
                  </a:lnTo>
                  <a:lnTo>
                    <a:pt x="3510562" y="543722"/>
                  </a:lnTo>
                  <a:close/>
                </a:path>
                <a:path w="4122420" h="2482215">
                  <a:moveTo>
                    <a:pt x="3585716" y="543722"/>
                  </a:moveTo>
                  <a:lnTo>
                    <a:pt x="3576259" y="543722"/>
                  </a:lnTo>
                  <a:lnTo>
                    <a:pt x="3573098" y="542571"/>
                  </a:lnTo>
                  <a:lnTo>
                    <a:pt x="3570619" y="539933"/>
                  </a:lnTo>
                  <a:lnTo>
                    <a:pt x="3566880" y="533850"/>
                  </a:lnTo>
                  <a:lnTo>
                    <a:pt x="3567500" y="527296"/>
                  </a:lnTo>
                  <a:lnTo>
                    <a:pt x="3571747" y="522054"/>
                  </a:lnTo>
                  <a:lnTo>
                    <a:pt x="3578889" y="519910"/>
                  </a:lnTo>
                  <a:lnTo>
                    <a:pt x="3579546" y="519910"/>
                  </a:lnTo>
                  <a:lnTo>
                    <a:pt x="3579875" y="519934"/>
                  </a:lnTo>
                  <a:lnTo>
                    <a:pt x="3586626" y="519934"/>
                  </a:lnTo>
                  <a:lnTo>
                    <a:pt x="3591684" y="524730"/>
                  </a:lnTo>
                  <a:lnTo>
                    <a:pt x="3592544" y="531948"/>
                  </a:lnTo>
                  <a:lnTo>
                    <a:pt x="3591963" y="538902"/>
                  </a:lnTo>
                  <a:lnTo>
                    <a:pt x="3585716" y="543722"/>
                  </a:lnTo>
                  <a:close/>
                </a:path>
                <a:path w="4122420" h="2482215">
                  <a:moveTo>
                    <a:pt x="3737467" y="543722"/>
                  </a:moveTo>
                  <a:lnTo>
                    <a:pt x="3728085" y="543722"/>
                  </a:lnTo>
                  <a:lnTo>
                    <a:pt x="3724949" y="542571"/>
                  </a:lnTo>
                  <a:lnTo>
                    <a:pt x="3722446" y="539933"/>
                  </a:lnTo>
                  <a:lnTo>
                    <a:pt x="3718705" y="533850"/>
                  </a:lnTo>
                  <a:lnTo>
                    <a:pt x="3719241" y="527296"/>
                  </a:lnTo>
                  <a:lnTo>
                    <a:pt x="3723257" y="522054"/>
                  </a:lnTo>
                  <a:lnTo>
                    <a:pt x="3729956" y="519910"/>
                  </a:lnTo>
                  <a:lnTo>
                    <a:pt x="3730563" y="519910"/>
                  </a:lnTo>
                  <a:lnTo>
                    <a:pt x="3730866" y="519934"/>
                  </a:lnTo>
                  <a:lnTo>
                    <a:pt x="3737619" y="519934"/>
                  </a:lnTo>
                  <a:lnTo>
                    <a:pt x="3743536" y="524730"/>
                  </a:lnTo>
                  <a:lnTo>
                    <a:pt x="3743536" y="538902"/>
                  </a:lnTo>
                  <a:lnTo>
                    <a:pt x="3737467" y="543722"/>
                  </a:lnTo>
                  <a:close/>
                </a:path>
                <a:path w="4122420" h="2482215">
                  <a:moveTo>
                    <a:pt x="3889293" y="543722"/>
                  </a:moveTo>
                  <a:lnTo>
                    <a:pt x="3879532" y="543722"/>
                  </a:lnTo>
                  <a:lnTo>
                    <a:pt x="3876219" y="542571"/>
                  </a:lnTo>
                  <a:lnTo>
                    <a:pt x="3873438" y="539933"/>
                  </a:lnTo>
                  <a:lnTo>
                    <a:pt x="3870027" y="533773"/>
                  </a:lnTo>
                  <a:lnTo>
                    <a:pt x="3870804" y="527236"/>
                  </a:lnTo>
                  <a:lnTo>
                    <a:pt x="3875219" y="522047"/>
                  </a:lnTo>
                  <a:lnTo>
                    <a:pt x="3882718" y="519934"/>
                  </a:lnTo>
                  <a:lnTo>
                    <a:pt x="3889470" y="519934"/>
                  </a:lnTo>
                  <a:lnTo>
                    <a:pt x="3895362" y="524730"/>
                  </a:lnTo>
                  <a:lnTo>
                    <a:pt x="3895362" y="538902"/>
                  </a:lnTo>
                  <a:lnTo>
                    <a:pt x="3889293" y="543722"/>
                  </a:lnTo>
                  <a:close/>
                </a:path>
                <a:path w="4122420" h="2482215">
                  <a:moveTo>
                    <a:pt x="3964372" y="543722"/>
                  </a:moveTo>
                  <a:lnTo>
                    <a:pt x="3954990" y="543722"/>
                  </a:lnTo>
                  <a:lnTo>
                    <a:pt x="3951854" y="542571"/>
                  </a:lnTo>
                  <a:lnTo>
                    <a:pt x="3949351" y="539933"/>
                  </a:lnTo>
                  <a:lnTo>
                    <a:pt x="3945564" y="533773"/>
                  </a:lnTo>
                  <a:lnTo>
                    <a:pt x="3946288" y="527236"/>
                  </a:lnTo>
                  <a:lnTo>
                    <a:pt x="3950649" y="522047"/>
                  </a:lnTo>
                  <a:lnTo>
                    <a:pt x="3957772" y="519934"/>
                  </a:lnTo>
                  <a:lnTo>
                    <a:pt x="3965383" y="519934"/>
                  </a:lnTo>
                  <a:lnTo>
                    <a:pt x="3970440" y="524730"/>
                  </a:lnTo>
                  <a:lnTo>
                    <a:pt x="3970440" y="538902"/>
                  </a:lnTo>
                  <a:lnTo>
                    <a:pt x="3964372" y="543722"/>
                  </a:lnTo>
                  <a:close/>
                </a:path>
                <a:path w="4122420" h="2482215">
                  <a:moveTo>
                    <a:pt x="2673115" y="543938"/>
                  </a:moveTo>
                  <a:lnTo>
                    <a:pt x="2659613" y="529526"/>
                  </a:lnTo>
                  <a:lnTo>
                    <a:pt x="2660447" y="523939"/>
                  </a:lnTo>
                  <a:lnTo>
                    <a:pt x="2665505" y="519934"/>
                  </a:lnTo>
                  <a:lnTo>
                    <a:pt x="2678173" y="519934"/>
                  </a:lnTo>
                  <a:lnTo>
                    <a:pt x="2684065" y="524730"/>
                  </a:lnTo>
                  <a:lnTo>
                    <a:pt x="2684065" y="531948"/>
                  </a:lnTo>
                  <a:lnTo>
                    <a:pt x="2683231" y="531948"/>
                  </a:lnTo>
                  <a:lnTo>
                    <a:pt x="2683231" y="537535"/>
                  </a:lnTo>
                  <a:lnTo>
                    <a:pt x="2679008" y="542331"/>
                  </a:lnTo>
                  <a:lnTo>
                    <a:pt x="2673115" y="543938"/>
                  </a:lnTo>
                  <a:close/>
                </a:path>
                <a:path w="4122420" h="2482215">
                  <a:moveTo>
                    <a:pt x="3047776" y="544010"/>
                  </a:moveTo>
                  <a:lnTo>
                    <a:pt x="3038487" y="540237"/>
                  </a:lnTo>
                  <a:lnTo>
                    <a:pt x="3035391" y="531936"/>
                  </a:lnTo>
                  <a:lnTo>
                    <a:pt x="3038487" y="523635"/>
                  </a:lnTo>
                  <a:lnTo>
                    <a:pt x="3047776" y="519862"/>
                  </a:lnTo>
                  <a:lnTo>
                    <a:pt x="3048256" y="519862"/>
                  </a:lnTo>
                  <a:lnTo>
                    <a:pt x="3049318" y="519934"/>
                  </a:lnTo>
                  <a:lnTo>
                    <a:pt x="3057852" y="524136"/>
                  </a:lnTo>
                  <a:lnTo>
                    <a:pt x="3060697" y="531936"/>
                  </a:lnTo>
                  <a:lnTo>
                    <a:pt x="3057852" y="539735"/>
                  </a:lnTo>
                  <a:lnTo>
                    <a:pt x="3049318" y="543938"/>
                  </a:lnTo>
                  <a:lnTo>
                    <a:pt x="3048787" y="543986"/>
                  </a:lnTo>
                  <a:lnTo>
                    <a:pt x="3047776" y="544010"/>
                  </a:lnTo>
                  <a:close/>
                </a:path>
                <a:path w="4122420" h="2482215">
                  <a:moveTo>
                    <a:pt x="3427340" y="544010"/>
                  </a:moveTo>
                  <a:lnTo>
                    <a:pt x="3418066" y="540237"/>
                  </a:lnTo>
                  <a:lnTo>
                    <a:pt x="3414975" y="531936"/>
                  </a:lnTo>
                  <a:lnTo>
                    <a:pt x="3418066" y="523635"/>
                  </a:lnTo>
                  <a:lnTo>
                    <a:pt x="3427340" y="519862"/>
                  </a:lnTo>
                  <a:lnTo>
                    <a:pt x="3427847" y="519862"/>
                  </a:lnTo>
                  <a:lnTo>
                    <a:pt x="3428908" y="519934"/>
                  </a:lnTo>
                  <a:lnTo>
                    <a:pt x="3437443" y="524136"/>
                  </a:lnTo>
                  <a:lnTo>
                    <a:pt x="3440288" y="531936"/>
                  </a:lnTo>
                  <a:lnTo>
                    <a:pt x="3437443" y="539735"/>
                  </a:lnTo>
                  <a:lnTo>
                    <a:pt x="3428908" y="543938"/>
                  </a:lnTo>
                  <a:lnTo>
                    <a:pt x="3428377" y="543986"/>
                  </a:lnTo>
                  <a:lnTo>
                    <a:pt x="3427340" y="544010"/>
                  </a:lnTo>
                  <a:close/>
                </a:path>
                <a:path w="4122420" h="2482215">
                  <a:moveTo>
                    <a:pt x="4032218" y="544010"/>
                  </a:moveTo>
                  <a:lnTo>
                    <a:pt x="4023370" y="540237"/>
                  </a:lnTo>
                  <a:lnTo>
                    <a:pt x="4020421" y="531936"/>
                  </a:lnTo>
                  <a:lnTo>
                    <a:pt x="4023370" y="523635"/>
                  </a:lnTo>
                  <a:lnTo>
                    <a:pt x="4032218" y="519862"/>
                  </a:lnTo>
                  <a:lnTo>
                    <a:pt x="4032698" y="519862"/>
                  </a:lnTo>
                  <a:lnTo>
                    <a:pt x="4033710" y="519934"/>
                  </a:lnTo>
                  <a:lnTo>
                    <a:pt x="4042714" y="524136"/>
                  </a:lnTo>
                  <a:lnTo>
                    <a:pt x="4045715" y="531936"/>
                  </a:lnTo>
                  <a:lnTo>
                    <a:pt x="4042714" y="539735"/>
                  </a:lnTo>
                  <a:lnTo>
                    <a:pt x="4033710" y="543938"/>
                  </a:lnTo>
                  <a:lnTo>
                    <a:pt x="4033204" y="543986"/>
                  </a:lnTo>
                  <a:lnTo>
                    <a:pt x="4032218" y="544010"/>
                  </a:lnTo>
                  <a:close/>
                </a:path>
                <a:path w="4122420" h="2482215">
                  <a:moveTo>
                    <a:pt x="3813279" y="544154"/>
                  </a:moveTo>
                  <a:lnTo>
                    <a:pt x="3803518" y="544154"/>
                  </a:lnTo>
                  <a:lnTo>
                    <a:pt x="3800255" y="543075"/>
                  </a:lnTo>
                  <a:lnTo>
                    <a:pt x="3797525" y="540724"/>
                  </a:lnTo>
                  <a:lnTo>
                    <a:pt x="3794221" y="534107"/>
                  </a:lnTo>
                  <a:lnTo>
                    <a:pt x="3795195" y="527335"/>
                  </a:lnTo>
                  <a:lnTo>
                    <a:pt x="3799655" y="522059"/>
                  </a:lnTo>
                  <a:lnTo>
                    <a:pt x="3806805" y="519934"/>
                  </a:lnTo>
                  <a:lnTo>
                    <a:pt x="3813531" y="519934"/>
                  </a:lnTo>
                  <a:lnTo>
                    <a:pt x="3819449" y="525545"/>
                  </a:lnTo>
                  <a:lnTo>
                    <a:pt x="3819449" y="539502"/>
                  </a:lnTo>
                  <a:lnTo>
                    <a:pt x="3813279" y="544154"/>
                  </a:lnTo>
                  <a:close/>
                </a:path>
                <a:path w="4122420" h="2482215">
                  <a:moveTo>
                    <a:pt x="926862" y="544537"/>
                  </a:moveTo>
                  <a:lnTo>
                    <a:pt x="917101" y="544537"/>
                  </a:lnTo>
                  <a:lnTo>
                    <a:pt x="913763" y="543362"/>
                  </a:lnTo>
                  <a:lnTo>
                    <a:pt x="910981" y="540724"/>
                  </a:lnTo>
                  <a:lnTo>
                    <a:pt x="907571" y="534568"/>
                  </a:lnTo>
                  <a:lnTo>
                    <a:pt x="908349" y="528039"/>
                  </a:lnTo>
                  <a:lnTo>
                    <a:pt x="912763" y="522859"/>
                  </a:lnTo>
                  <a:lnTo>
                    <a:pt x="920262" y="520749"/>
                  </a:lnTo>
                  <a:lnTo>
                    <a:pt x="920262" y="521540"/>
                  </a:lnTo>
                  <a:lnTo>
                    <a:pt x="927014" y="521540"/>
                  </a:lnTo>
                  <a:lnTo>
                    <a:pt x="932071" y="526336"/>
                  </a:lnTo>
                  <a:lnTo>
                    <a:pt x="932931" y="532739"/>
                  </a:lnTo>
                  <a:lnTo>
                    <a:pt x="932931" y="539717"/>
                  </a:lnTo>
                  <a:lnTo>
                    <a:pt x="926862" y="544537"/>
                  </a:lnTo>
                  <a:close/>
                </a:path>
                <a:path w="4122420" h="2482215">
                  <a:moveTo>
                    <a:pt x="1305593" y="544537"/>
                  </a:moveTo>
                  <a:lnTo>
                    <a:pt x="1295832" y="544537"/>
                  </a:lnTo>
                  <a:lnTo>
                    <a:pt x="1292519" y="543362"/>
                  </a:lnTo>
                  <a:lnTo>
                    <a:pt x="1289738" y="540724"/>
                  </a:lnTo>
                  <a:lnTo>
                    <a:pt x="1286327" y="534568"/>
                  </a:lnTo>
                  <a:lnTo>
                    <a:pt x="1287105" y="528039"/>
                  </a:lnTo>
                  <a:lnTo>
                    <a:pt x="1291519" y="522859"/>
                  </a:lnTo>
                  <a:lnTo>
                    <a:pt x="1299018" y="520749"/>
                  </a:lnTo>
                  <a:lnTo>
                    <a:pt x="1299018" y="521540"/>
                  </a:lnTo>
                  <a:lnTo>
                    <a:pt x="1305770" y="521540"/>
                  </a:lnTo>
                  <a:lnTo>
                    <a:pt x="1310828" y="526336"/>
                  </a:lnTo>
                  <a:lnTo>
                    <a:pt x="1311662" y="532739"/>
                  </a:lnTo>
                  <a:lnTo>
                    <a:pt x="1311662" y="539717"/>
                  </a:lnTo>
                  <a:lnTo>
                    <a:pt x="1305593" y="544537"/>
                  </a:lnTo>
                  <a:close/>
                </a:path>
                <a:path w="4122420" h="2482215">
                  <a:moveTo>
                    <a:pt x="1221537" y="544801"/>
                  </a:moveTo>
                  <a:lnTo>
                    <a:pt x="1212263" y="541032"/>
                  </a:lnTo>
                  <a:lnTo>
                    <a:pt x="1209172" y="532739"/>
                  </a:lnTo>
                  <a:lnTo>
                    <a:pt x="1212263" y="524447"/>
                  </a:lnTo>
                  <a:lnTo>
                    <a:pt x="1221537" y="520677"/>
                  </a:lnTo>
                  <a:lnTo>
                    <a:pt x="1222043" y="520677"/>
                  </a:lnTo>
                  <a:lnTo>
                    <a:pt x="1223105" y="520749"/>
                  </a:lnTo>
                  <a:lnTo>
                    <a:pt x="1231640" y="524941"/>
                  </a:lnTo>
                  <a:lnTo>
                    <a:pt x="1234485" y="532739"/>
                  </a:lnTo>
                  <a:lnTo>
                    <a:pt x="1231640" y="540537"/>
                  </a:lnTo>
                  <a:lnTo>
                    <a:pt x="1223105" y="544729"/>
                  </a:lnTo>
                  <a:lnTo>
                    <a:pt x="1222574" y="544777"/>
                  </a:lnTo>
                  <a:lnTo>
                    <a:pt x="1221537" y="544801"/>
                  </a:lnTo>
                  <a:close/>
                </a:path>
                <a:path w="4122420" h="2482215">
                  <a:moveTo>
                    <a:pt x="1002674" y="544945"/>
                  </a:moveTo>
                  <a:lnTo>
                    <a:pt x="992913" y="544945"/>
                  </a:lnTo>
                  <a:lnTo>
                    <a:pt x="989651" y="543866"/>
                  </a:lnTo>
                  <a:lnTo>
                    <a:pt x="986920" y="541540"/>
                  </a:lnTo>
                  <a:lnTo>
                    <a:pt x="983616" y="534912"/>
                  </a:lnTo>
                  <a:lnTo>
                    <a:pt x="984590" y="528141"/>
                  </a:lnTo>
                  <a:lnTo>
                    <a:pt x="989050" y="522871"/>
                  </a:lnTo>
                  <a:lnTo>
                    <a:pt x="996201" y="520749"/>
                  </a:lnTo>
                  <a:lnTo>
                    <a:pt x="996201" y="521540"/>
                  </a:lnTo>
                  <a:lnTo>
                    <a:pt x="1002927" y="521540"/>
                  </a:lnTo>
                  <a:lnTo>
                    <a:pt x="1008844" y="526336"/>
                  </a:lnTo>
                  <a:lnTo>
                    <a:pt x="1008844" y="540293"/>
                  </a:lnTo>
                  <a:lnTo>
                    <a:pt x="1002674" y="544945"/>
                  </a:lnTo>
                  <a:close/>
                </a:path>
                <a:path w="4122420" h="2482215">
                  <a:moveTo>
                    <a:pt x="1078612" y="544945"/>
                  </a:moveTo>
                  <a:lnTo>
                    <a:pt x="1068826" y="544945"/>
                  </a:lnTo>
                  <a:lnTo>
                    <a:pt x="1065564" y="543866"/>
                  </a:lnTo>
                  <a:lnTo>
                    <a:pt x="1062833" y="541540"/>
                  </a:lnTo>
                  <a:lnTo>
                    <a:pt x="1059539" y="534912"/>
                  </a:lnTo>
                  <a:lnTo>
                    <a:pt x="1060513" y="528141"/>
                  </a:lnTo>
                  <a:lnTo>
                    <a:pt x="1064967" y="522871"/>
                  </a:lnTo>
                  <a:lnTo>
                    <a:pt x="1072113" y="520749"/>
                  </a:lnTo>
                  <a:lnTo>
                    <a:pt x="1072113" y="521540"/>
                  </a:lnTo>
                  <a:lnTo>
                    <a:pt x="1078865" y="521540"/>
                  </a:lnTo>
                  <a:lnTo>
                    <a:pt x="1084757" y="526336"/>
                  </a:lnTo>
                  <a:lnTo>
                    <a:pt x="1084757" y="540293"/>
                  </a:lnTo>
                  <a:lnTo>
                    <a:pt x="1078612" y="544945"/>
                  </a:lnTo>
                  <a:close/>
                </a:path>
                <a:path w="4122420" h="2482215">
                  <a:moveTo>
                    <a:pt x="1381430" y="544945"/>
                  </a:moveTo>
                  <a:lnTo>
                    <a:pt x="1371669" y="544945"/>
                  </a:lnTo>
                  <a:lnTo>
                    <a:pt x="1368382" y="543866"/>
                  </a:lnTo>
                  <a:lnTo>
                    <a:pt x="1365651" y="541540"/>
                  </a:lnTo>
                  <a:lnTo>
                    <a:pt x="1362357" y="534912"/>
                  </a:lnTo>
                  <a:lnTo>
                    <a:pt x="1363331" y="528141"/>
                  </a:lnTo>
                  <a:lnTo>
                    <a:pt x="1367785" y="522871"/>
                  </a:lnTo>
                  <a:lnTo>
                    <a:pt x="1374931" y="520749"/>
                  </a:lnTo>
                  <a:lnTo>
                    <a:pt x="1374931" y="521540"/>
                  </a:lnTo>
                  <a:lnTo>
                    <a:pt x="1381683" y="521540"/>
                  </a:lnTo>
                  <a:lnTo>
                    <a:pt x="1387575" y="526336"/>
                  </a:lnTo>
                  <a:lnTo>
                    <a:pt x="1387575" y="540293"/>
                  </a:lnTo>
                  <a:lnTo>
                    <a:pt x="1381430" y="544945"/>
                  </a:lnTo>
                  <a:close/>
                </a:path>
                <a:path w="4122420" h="2482215">
                  <a:moveTo>
                    <a:pt x="1154222" y="545329"/>
                  </a:moveTo>
                  <a:lnTo>
                    <a:pt x="1144461" y="545329"/>
                  </a:lnTo>
                  <a:lnTo>
                    <a:pt x="1141249" y="544178"/>
                  </a:lnTo>
                  <a:lnTo>
                    <a:pt x="1138746" y="541540"/>
                  </a:lnTo>
                  <a:lnTo>
                    <a:pt x="1135335" y="535380"/>
                  </a:lnTo>
                  <a:lnTo>
                    <a:pt x="1136113" y="528842"/>
                  </a:lnTo>
                  <a:lnTo>
                    <a:pt x="1140528" y="523654"/>
                  </a:lnTo>
                  <a:lnTo>
                    <a:pt x="1148027" y="521540"/>
                  </a:lnTo>
                  <a:lnTo>
                    <a:pt x="1154778" y="521540"/>
                  </a:lnTo>
                  <a:lnTo>
                    <a:pt x="1160671" y="526336"/>
                  </a:lnTo>
                  <a:lnTo>
                    <a:pt x="1160671" y="540509"/>
                  </a:lnTo>
                  <a:lnTo>
                    <a:pt x="1154222" y="545329"/>
                  </a:lnTo>
                  <a:close/>
                </a:path>
                <a:path w="4122420" h="2482215">
                  <a:moveTo>
                    <a:pt x="1450313" y="545592"/>
                  </a:moveTo>
                  <a:lnTo>
                    <a:pt x="1449302" y="545592"/>
                  </a:lnTo>
                  <a:lnTo>
                    <a:pt x="1440028" y="541823"/>
                  </a:lnTo>
                  <a:lnTo>
                    <a:pt x="1436936" y="533530"/>
                  </a:lnTo>
                  <a:lnTo>
                    <a:pt x="1440028" y="525238"/>
                  </a:lnTo>
                  <a:lnTo>
                    <a:pt x="1449302" y="521468"/>
                  </a:lnTo>
                  <a:lnTo>
                    <a:pt x="1449808" y="521468"/>
                  </a:lnTo>
                  <a:lnTo>
                    <a:pt x="1450844" y="521540"/>
                  </a:lnTo>
                  <a:lnTo>
                    <a:pt x="1459379" y="525399"/>
                  </a:lnTo>
                  <a:lnTo>
                    <a:pt x="1462224" y="533237"/>
                  </a:lnTo>
                  <a:lnTo>
                    <a:pt x="1459379" y="541227"/>
                  </a:lnTo>
                  <a:lnTo>
                    <a:pt x="1450844" y="545544"/>
                  </a:lnTo>
                  <a:lnTo>
                    <a:pt x="1450313" y="545592"/>
                  </a:lnTo>
                  <a:close/>
                </a:path>
                <a:path w="4122420" h="2482215">
                  <a:moveTo>
                    <a:pt x="2710213" y="579140"/>
                  </a:moveTo>
                  <a:lnTo>
                    <a:pt x="2697569" y="566335"/>
                  </a:lnTo>
                  <a:lnTo>
                    <a:pt x="2697569" y="560724"/>
                  </a:lnTo>
                  <a:lnTo>
                    <a:pt x="2703461" y="555928"/>
                  </a:lnTo>
                  <a:lnTo>
                    <a:pt x="2716965" y="555928"/>
                  </a:lnTo>
                  <a:lnTo>
                    <a:pt x="2722022" y="560724"/>
                  </a:lnTo>
                  <a:lnTo>
                    <a:pt x="2722022" y="567942"/>
                  </a:lnTo>
                  <a:lnTo>
                    <a:pt x="2721188" y="567942"/>
                  </a:lnTo>
                  <a:lnTo>
                    <a:pt x="2721188" y="573529"/>
                  </a:lnTo>
                  <a:lnTo>
                    <a:pt x="2716130" y="578325"/>
                  </a:lnTo>
                  <a:lnTo>
                    <a:pt x="2710213" y="579140"/>
                  </a:lnTo>
                  <a:close/>
                </a:path>
                <a:path w="4122420" h="2482215">
                  <a:moveTo>
                    <a:pt x="2790551" y="579332"/>
                  </a:moveTo>
                  <a:lnTo>
                    <a:pt x="2780815" y="579332"/>
                  </a:lnTo>
                  <a:lnTo>
                    <a:pt x="2777629" y="578277"/>
                  </a:lnTo>
                  <a:lnTo>
                    <a:pt x="2775176" y="575927"/>
                  </a:lnTo>
                  <a:lnTo>
                    <a:pt x="2771765" y="569310"/>
                  </a:lnTo>
                  <a:lnTo>
                    <a:pt x="2772543" y="562537"/>
                  </a:lnTo>
                  <a:lnTo>
                    <a:pt x="2776958" y="557262"/>
                  </a:lnTo>
                  <a:lnTo>
                    <a:pt x="2784457" y="555136"/>
                  </a:lnTo>
                  <a:lnTo>
                    <a:pt x="2784457" y="555928"/>
                  </a:lnTo>
                  <a:lnTo>
                    <a:pt x="2791208" y="555928"/>
                  </a:lnTo>
                  <a:lnTo>
                    <a:pt x="2796266" y="560724"/>
                  </a:lnTo>
                  <a:lnTo>
                    <a:pt x="2797101" y="567126"/>
                  </a:lnTo>
                  <a:lnTo>
                    <a:pt x="2797101" y="574704"/>
                  </a:lnTo>
                  <a:lnTo>
                    <a:pt x="2790551" y="579332"/>
                  </a:lnTo>
                  <a:close/>
                </a:path>
                <a:path w="4122420" h="2482215">
                  <a:moveTo>
                    <a:pt x="2866009" y="579332"/>
                  </a:moveTo>
                  <a:lnTo>
                    <a:pt x="2856627" y="579332"/>
                  </a:lnTo>
                  <a:lnTo>
                    <a:pt x="2853542" y="578277"/>
                  </a:lnTo>
                  <a:lnTo>
                    <a:pt x="2851089" y="575927"/>
                  </a:lnTo>
                  <a:lnTo>
                    <a:pt x="2847302" y="569310"/>
                  </a:lnTo>
                  <a:lnTo>
                    <a:pt x="2848026" y="562537"/>
                  </a:lnTo>
                  <a:lnTo>
                    <a:pt x="2852387" y="557262"/>
                  </a:lnTo>
                  <a:lnTo>
                    <a:pt x="2859510" y="555136"/>
                  </a:lnTo>
                  <a:lnTo>
                    <a:pt x="2860369" y="555928"/>
                  </a:lnTo>
                  <a:lnTo>
                    <a:pt x="2867122" y="555928"/>
                  </a:lnTo>
                  <a:lnTo>
                    <a:pt x="2872179" y="560724"/>
                  </a:lnTo>
                  <a:lnTo>
                    <a:pt x="2872179" y="574704"/>
                  </a:lnTo>
                  <a:lnTo>
                    <a:pt x="2866009" y="579332"/>
                  </a:lnTo>
                  <a:close/>
                </a:path>
                <a:path w="4122420" h="2482215">
                  <a:moveTo>
                    <a:pt x="2941948" y="579332"/>
                  </a:moveTo>
                  <a:lnTo>
                    <a:pt x="2932565" y="579332"/>
                  </a:lnTo>
                  <a:lnTo>
                    <a:pt x="2929455" y="578277"/>
                  </a:lnTo>
                  <a:lnTo>
                    <a:pt x="2927002" y="575927"/>
                  </a:lnTo>
                  <a:lnTo>
                    <a:pt x="2923215" y="569644"/>
                  </a:lnTo>
                  <a:lnTo>
                    <a:pt x="2923942" y="562834"/>
                  </a:lnTo>
                  <a:lnTo>
                    <a:pt x="2928311" y="557373"/>
                  </a:lnTo>
                  <a:lnTo>
                    <a:pt x="2935448" y="555136"/>
                  </a:lnTo>
                  <a:lnTo>
                    <a:pt x="2935448" y="555928"/>
                  </a:lnTo>
                  <a:lnTo>
                    <a:pt x="2942175" y="555928"/>
                  </a:lnTo>
                  <a:lnTo>
                    <a:pt x="2948092" y="560724"/>
                  </a:lnTo>
                  <a:lnTo>
                    <a:pt x="2948092" y="574704"/>
                  </a:lnTo>
                  <a:lnTo>
                    <a:pt x="2941948" y="579332"/>
                  </a:lnTo>
                  <a:close/>
                </a:path>
                <a:path w="4122420" h="2482215">
                  <a:moveTo>
                    <a:pt x="3093773" y="579332"/>
                  </a:moveTo>
                  <a:lnTo>
                    <a:pt x="3084013" y="579332"/>
                  </a:lnTo>
                  <a:lnTo>
                    <a:pt x="3080725" y="578277"/>
                  </a:lnTo>
                  <a:lnTo>
                    <a:pt x="3077994" y="575927"/>
                  </a:lnTo>
                  <a:lnTo>
                    <a:pt x="3074700" y="569644"/>
                  </a:lnTo>
                  <a:lnTo>
                    <a:pt x="3075674" y="562834"/>
                  </a:lnTo>
                  <a:lnTo>
                    <a:pt x="3080128" y="557373"/>
                  </a:lnTo>
                  <a:lnTo>
                    <a:pt x="3087275" y="555136"/>
                  </a:lnTo>
                  <a:lnTo>
                    <a:pt x="3087275" y="555928"/>
                  </a:lnTo>
                  <a:lnTo>
                    <a:pt x="3094026" y="555928"/>
                  </a:lnTo>
                  <a:lnTo>
                    <a:pt x="3099919" y="560724"/>
                  </a:lnTo>
                  <a:lnTo>
                    <a:pt x="3099919" y="574704"/>
                  </a:lnTo>
                  <a:lnTo>
                    <a:pt x="3093773" y="579332"/>
                  </a:lnTo>
                  <a:close/>
                </a:path>
                <a:path w="4122420" h="2482215">
                  <a:moveTo>
                    <a:pt x="3169307" y="579332"/>
                  </a:moveTo>
                  <a:lnTo>
                    <a:pt x="3159546" y="579332"/>
                  </a:lnTo>
                  <a:lnTo>
                    <a:pt x="3156385" y="578277"/>
                  </a:lnTo>
                  <a:lnTo>
                    <a:pt x="3153907" y="575927"/>
                  </a:lnTo>
                  <a:lnTo>
                    <a:pt x="3150496" y="569644"/>
                  </a:lnTo>
                  <a:lnTo>
                    <a:pt x="3151274" y="562834"/>
                  </a:lnTo>
                  <a:lnTo>
                    <a:pt x="3155688" y="557373"/>
                  </a:lnTo>
                  <a:lnTo>
                    <a:pt x="3163188" y="555136"/>
                  </a:lnTo>
                  <a:lnTo>
                    <a:pt x="3163188" y="555928"/>
                  </a:lnTo>
                  <a:lnTo>
                    <a:pt x="3169940" y="555928"/>
                  </a:lnTo>
                  <a:lnTo>
                    <a:pt x="3174997" y="560724"/>
                  </a:lnTo>
                  <a:lnTo>
                    <a:pt x="3175831" y="567126"/>
                  </a:lnTo>
                  <a:lnTo>
                    <a:pt x="3175831" y="574704"/>
                  </a:lnTo>
                  <a:lnTo>
                    <a:pt x="3169307" y="579332"/>
                  </a:lnTo>
                  <a:close/>
                </a:path>
                <a:path w="4122420" h="2482215">
                  <a:moveTo>
                    <a:pt x="3320678" y="579332"/>
                  </a:moveTo>
                  <a:lnTo>
                    <a:pt x="3311297" y="579332"/>
                  </a:lnTo>
                  <a:lnTo>
                    <a:pt x="3308212" y="578277"/>
                  </a:lnTo>
                  <a:lnTo>
                    <a:pt x="3305733" y="575927"/>
                  </a:lnTo>
                  <a:lnTo>
                    <a:pt x="3301957" y="569644"/>
                  </a:lnTo>
                  <a:lnTo>
                    <a:pt x="3302683" y="562834"/>
                  </a:lnTo>
                  <a:lnTo>
                    <a:pt x="3307046" y="557373"/>
                  </a:lnTo>
                  <a:lnTo>
                    <a:pt x="3314180" y="555136"/>
                  </a:lnTo>
                  <a:lnTo>
                    <a:pt x="3314180" y="555928"/>
                  </a:lnTo>
                  <a:lnTo>
                    <a:pt x="3320931" y="555928"/>
                  </a:lnTo>
                  <a:lnTo>
                    <a:pt x="3326823" y="560724"/>
                  </a:lnTo>
                  <a:lnTo>
                    <a:pt x="3326823" y="574704"/>
                  </a:lnTo>
                  <a:lnTo>
                    <a:pt x="3320678" y="579332"/>
                  </a:lnTo>
                  <a:close/>
                </a:path>
                <a:path w="4122420" h="2482215">
                  <a:moveTo>
                    <a:pt x="3472505" y="579332"/>
                  </a:moveTo>
                  <a:lnTo>
                    <a:pt x="3462744" y="579332"/>
                  </a:lnTo>
                  <a:lnTo>
                    <a:pt x="3459481" y="578277"/>
                  </a:lnTo>
                  <a:lnTo>
                    <a:pt x="3456725" y="575927"/>
                  </a:lnTo>
                  <a:lnTo>
                    <a:pt x="3453314" y="569310"/>
                  </a:lnTo>
                  <a:lnTo>
                    <a:pt x="3454092" y="562537"/>
                  </a:lnTo>
                  <a:lnTo>
                    <a:pt x="3458506" y="557262"/>
                  </a:lnTo>
                  <a:lnTo>
                    <a:pt x="3466005" y="555136"/>
                  </a:lnTo>
                  <a:lnTo>
                    <a:pt x="3466005" y="555928"/>
                  </a:lnTo>
                  <a:lnTo>
                    <a:pt x="3472757" y="555928"/>
                  </a:lnTo>
                  <a:lnTo>
                    <a:pt x="3478674" y="560724"/>
                  </a:lnTo>
                  <a:lnTo>
                    <a:pt x="3478674" y="574704"/>
                  </a:lnTo>
                  <a:lnTo>
                    <a:pt x="3472505" y="579332"/>
                  </a:lnTo>
                  <a:close/>
                </a:path>
                <a:path w="4122420" h="2482215">
                  <a:moveTo>
                    <a:pt x="3548038" y="579332"/>
                  </a:moveTo>
                  <a:lnTo>
                    <a:pt x="3538277" y="579332"/>
                  </a:lnTo>
                  <a:lnTo>
                    <a:pt x="3535116" y="578277"/>
                  </a:lnTo>
                  <a:lnTo>
                    <a:pt x="3532638" y="575927"/>
                  </a:lnTo>
                  <a:lnTo>
                    <a:pt x="3529227" y="569644"/>
                  </a:lnTo>
                  <a:lnTo>
                    <a:pt x="3530005" y="562834"/>
                  </a:lnTo>
                  <a:lnTo>
                    <a:pt x="3534420" y="557373"/>
                  </a:lnTo>
                  <a:lnTo>
                    <a:pt x="3541919" y="555136"/>
                  </a:lnTo>
                  <a:lnTo>
                    <a:pt x="3541919" y="555928"/>
                  </a:lnTo>
                  <a:lnTo>
                    <a:pt x="3548670" y="555928"/>
                  </a:lnTo>
                  <a:lnTo>
                    <a:pt x="3553728" y="560724"/>
                  </a:lnTo>
                  <a:lnTo>
                    <a:pt x="3554588" y="567126"/>
                  </a:lnTo>
                  <a:lnTo>
                    <a:pt x="3554588" y="574704"/>
                  </a:lnTo>
                  <a:lnTo>
                    <a:pt x="3548038" y="579332"/>
                  </a:lnTo>
                  <a:close/>
                </a:path>
                <a:path w="4122420" h="2482215">
                  <a:moveTo>
                    <a:pt x="3623496" y="579332"/>
                  </a:moveTo>
                  <a:lnTo>
                    <a:pt x="3614114" y="579332"/>
                  </a:lnTo>
                  <a:lnTo>
                    <a:pt x="3611030" y="578277"/>
                  </a:lnTo>
                  <a:lnTo>
                    <a:pt x="3608576" y="575927"/>
                  </a:lnTo>
                  <a:lnTo>
                    <a:pt x="3604803" y="569310"/>
                  </a:lnTo>
                  <a:lnTo>
                    <a:pt x="3605621" y="562537"/>
                  </a:lnTo>
                  <a:lnTo>
                    <a:pt x="3610237" y="557262"/>
                  </a:lnTo>
                  <a:lnTo>
                    <a:pt x="3617857" y="555136"/>
                  </a:lnTo>
                  <a:lnTo>
                    <a:pt x="3617857" y="555928"/>
                  </a:lnTo>
                  <a:lnTo>
                    <a:pt x="3624583" y="555928"/>
                  </a:lnTo>
                  <a:lnTo>
                    <a:pt x="3629666" y="560724"/>
                  </a:lnTo>
                  <a:lnTo>
                    <a:pt x="3629666" y="574704"/>
                  </a:lnTo>
                  <a:lnTo>
                    <a:pt x="3623496" y="579332"/>
                  </a:lnTo>
                  <a:close/>
                </a:path>
                <a:path w="4122420" h="2482215">
                  <a:moveTo>
                    <a:pt x="3699409" y="579332"/>
                  </a:moveTo>
                  <a:lnTo>
                    <a:pt x="3690027" y="579332"/>
                  </a:lnTo>
                  <a:lnTo>
                    <a:pt x="3686942" y="578277"/>
                  </a:lnTo>
                  <a:lnTo>
                    <a:pt x="3684490" y="575927"/>
                  </a:lnTo>
                  <a:lnTo>
                    <a:pt x="3680702" y="569644"/>
                  </a:lnTo>
                  <a:lnTo>
                    <a:pt x="3681427" y="562834"/>
                  </a:lnTo>
                  <a:lnTo>
                    <a:pt x="3685787" y="557373"/>
                  </a:lnTo>
                  <a:lnTo>
                    <a:pt x="3692910" y="555136"/>
                  </a:lnTo>
                  <a:lnTo>
                    <a:pt x="3692910" y="555928"/>
                  </a:lnTo>
                  <a:lnTo>
                    <a:pt x="3699662" y="555928"/>
                  </a:lnTo>
                  <a:lnTo>
                    <a:pt x="3705579" y="560724"/>
                  </a:lnTo>
                  <a:lnTo>
                    <a:pt x="3705579" y="574704"/>
                  </a:lnTo>
                  <a:lnTo>
                    <a:pt x="3699409" y="579332"/>
                  </a:lnTo>
                  <a:close/>
                </a:path>
                <a:path w="4122420" h="2482215">
                  <a:moveTo>
                    <a:pt x="3851261" y="579332"/>
                  </a:moveTo>
                  <a:lnTo>
                    <a:pt x="3841474" y="579332"/>
                  </a:lnTo>
                  <a:lnTo>
                    <a:pt x="3838213" y="578277"/>
                  </a:lnTo>
                  <a:lnTo>
                    <a:pt x="3835481" y="575927"/>
                  </a:lnTo>
                  <a:lnTo>
                    <a:pt x="3832059" y="569310"/>
                  </a:lnTo>
                  <a:lnTo>
                    <a:pt x="3832839" y="562537"/>
                  </a:lnTo>
                  <a:lnTo>
                    <a:pt x="3837259" y="557262"/>
                  </a:lnTo>
                  <a:lnTo>
                    <a:pt x="3844762" y="555136"/>
                  </a:lnTo>
                  <a:lnTo>
                    <a:pt x="3844762" y="555928"/>
                  </a:lnTo>
                  <a:lnTo>
                    <a:pt x="3851488" y="555928"/>
                  </a:lnTo>
                  <a:lnTo>
                    <a:pt x="3857405" y="560724"/>
                  </a:lnTo>
                  <a:lnTo>
                    <a:pt x="3857405" y="574704"/>
                  </a:lnTo>
                  <a:lnTo>
                    <a:pt x="3851261" y="579332"/>
                  </a:lnTo>
                  <a:close/>
                </a:path>
                <a:path w="4122420" h="2482215">
                  <a:moveTo>
                    <a:pt x="3926769" y="579332"/>
                  </a:moveTo>
                  <a:lnTo>
                    <a:pt x="3917033" y="579332"/>
                  </a:lnTo>
                  <a:lnTo>
                    <a:pt x="3913847" y="578277"/>
                  </a:lnTo>
                  <a:lnTo>
                    <a:pt x="3911394" y="575927"/>
                  </a:lnTo>
                  <a:lnTo>
                    <a:pt x="3907983" y="569644"/>
                  </a:lnTo>
                  <a:lnTo>
                    <a:pt x="3908761" y="562834"/>
                  </a:lnTo>
                  <a:lnTo>
                    <a:pt x="3913176" y="557373"/>
                  </a:lnTo>
                  <a:lnTo>
                    <a:pt x="3920675" y="555136"/>
                  </a:lnTo>
                  <a:lnTo>
                    <a:pt x="3920675" y="555928"/>
                  </a:lnTo>
                  <a:lnTo>
                    <a:pt x="3927426" y="555928"/>
                  </a:lnTo>
                  <a:lnTo>
                    <a:pt x="3932484" y="560724"/>
                  </a:lnTo>
                  <a:lnTo>
                    <a:pt x="3933319" y="567126"/>
                  </a:lnTo>
                  <a:lnTo>
                    <a:pt x="3933319" y="574704"/>
                  </a:lnTo>
                  <a:lnTo>
                    <a:pt x="3926769" y="579332"/>
                  </a:lnTo>
                  <a:close/>
                </a:path>
                <a:path w="4122420" h="2482215">
                  <a:moveTo>
                    <a:pt x="3017177" y="579716"/>
                  </a:moveTo>
                  <a:lnTo>
                    <a:pt x="3007720" y="579716"/>
                  </a:lnTo>
                  <a:lnTo>
                    <a:pt x="3004584" y="578565"/>
                  </a:lnTo>
                  <a:lnTo>
                    <a:pt x="3002081" y="575927"/>
                  </a:lnTo>
                  <a:lnTo>
                    <a:pt x="2998307" y="569767"/>
                  </a:lnTo>
                  <a:lnTo>
                    <a:pt x="2999126" y="563230"/>
                  </a:lnTo>
                  <a:lnTo>
                    <a:pt x="3003742" y="558041"/>
                  </a:lnTo>
                  <a:lnTo>
                    <a:pt x="3011362" y="555928"/>
                  </a:lnTo>
                  <a:lnTo>
                    <a:pt x="3018113" y="555928"/>
                  </a:lnTo>
                  <a:lnTo>
                    <a:pt x="3024005" y="561539"/>
                  </a:lnTo>
                  <a:lnTo>
                    <a:pt x="3024005" y="567942"/>
                  </a:lnTo>
                  <a:lnTo>
                    <a:pt x="3023449" y="574920"/>
                  </a:lnTo>
                  <a:lnTo>
                    <a:pt x="3017177" y="579716"/>
                  </a:lnTo>
                  <a:close/>
                </a:path>
                <a:path w="4122420" h="2482215">
                  <a:moveTo>
                    <a:pt x="3244841" y="579716"/>
                  </a:moveTo>
                  <a:lnTo>
                    <a:pt x="3235459" y="579716"/>
                  </a:lnTo>
                  <a:lnTo>
                    <a:pt x="3232323" y="578565"/>
                  </a:lnTo>
                  <a:lnTo>
                    <a:pt x="3229820" y="575927"/>
                  </a:lnTo>
                  <a:lnTo>
                    <a:pt x="3226057" y="569767"/>
                  </a:lnTo>
                  <a:lnTo>
                    <a:pt x="3226874" y="563230"/>
                  </a:lnTo>
                  <a:lnTo>
                    <a:pt x="3231484" y="558041"/>
                  </a:lnTo>
                  <a:lnTo>
                    <a:pt x="3239101" y="555928"/>
                  </a:lnTo>
                  <a:lnTo>
                    <a:pt x="3245852" y="555928"/>
                  </a:lnTo>
                  <a:lnTo>
                    <a:pt x="3250910" y="561539"/>
                  </a:lnTo>
                  <a:lnTo>
                    <a:pt x="3250910" y="574920"/>
                  </a:lnTo>
                  <a:lnTo>
                    <a:pt x="3244841" y="579716"/>
                  </a:lnTo>
                  <a:close/>
                </a:path>
                <a:path w="4122420" h="2482215">
                  <a:moveTo>
                    <a:pt x="3397148" y="579716"/>
                  </a:moveTo>
                  <a:lnTo>
                    <a:pt x="3387387" y="579716"/>
                  </a:lnTo>
                  <a:lnTo>
                    <a:pt x="3384150" y="578565"/>
                  </a:lnTo>
                  <a:lnTo>
                    <a:pt x="3381672" y="575927"/>
                  </a:lnTo>
                  <a:lnTo>
                    <a:pt x="3377894" y="569767"/>
                  </a:lnTo>
                  <a:lnTo>
                    <a:pt x="3378704" y="563230"/>
                  </a:lnTo>
                  <a:lnTo>
                    <a:pt x="3383311" y="558041"/>
                  </a:lnTo>
                  <a:lnTo>
                    <a:pt x="3390926" y="555928"/>
                  </a:lnTo>
                  <a:lnTo>
                    <a:pt x="3390092" y="555928"/>
                  </a:lnTo>
                  <a:lnTo>
                    <a:pt x="3390573" y="555880"/>
                  </a:lnTo>
                  <a:lnTo>
                    <a:pt x="3391533" y="555856"/>
                  </a:lnTo>
                  <a:lnTo>
                    <a:pt x="3398412" y="555856"/>
                  </a:lnTo>
                  <a:lnTo>
                    <a:pt x="3403596" y="561203"/>
                  </a:lnTo>
                  <a:lnTo>
                    <a:pt x="3403596" y="574920"/>
                  </a:lnTo>
                  <a:lnTo>
                    <a:pt x="3397148" y="579716"/>
                  </a:lnTo>
                  <a:close/>
                </a:path>
                <a:path w="4122420" h="2482215">
                  <a:moveTo>
                    <a:pt x="4002328" y="579716"/>
                  </a:moveTo>
                  <a:lnTo>
                    <a:pt x="3992946" y="579716"/>
                  </a:lnTo>
                  <a:lnTo>
                    <a:pt x="3989811" y="578565"/>
                  </a:lnTo>
                  <a:lnTo>
                    <a:pt x="3987307" y="575927"/>
                  </a:lnTo>
                  <a:lnTo>
                    <a:pt x="3983520" y="569767"/>
                  </a:lnTo>
                  <a:lnTo>
                    <a:pt x="3984247" y="563230"/>
                  </a:lnTo>
                  <a:lnTo>
                    <a:pt x="3988616" y="558041"/>
                  </a:lnTo>
                  <a:lnTo>
                    <a:pt x="3995753" y="555928"/>
                  </a:lnTo>
                  <a:lnTo>
                    <a:pt x="4003340" y="555928"/>
                  </a:lnTo>
                  <a:lnTo>
                    <a:pt x="4008397" y="560724"/>
                  </a:lnTo>
                  <a:lnTo>
                    <a:pt x="4008397" y="574920"/>
                  </a:lnTo>
                  <a:lnTo>
                    <a:pt x="4002328" y="579716"/>
                  </a:lnTo>
                  <a:close/>
                </a:path>
                <a:path w="4122420" h="2482215">
                  <a:moveTo>
                    <a:pt x="3775094" y="579980"/>
                  </a:moveTo>
                  <a:lnTo>
                    <a:pt x="3765308" y="579980"/>
                  </a:lnTo>
                  <a:lnTo>
                    <a:pt x="3762198" y="578973"/>
                  </a:lnTo>
                  <a:lnTo>
                    <a:pt x="3759568" y="576742"/>
                  </a:lnTo>
                  <a:lnTo>
                    <a:pt x="3756263" y="570111"/>
                  </a:lnTo>
                  <a:lnTo>
                    <a:pt x="3757235" y="563332"/>
                  </a:lnTo>
                  <a:lnTo>
                    <a:pt x="3761688" y="558054"/>
                  </a:lnTo>
                  <a:lnTo>
                    <a:pt x="3768823" y="555928"/>
                  </a:lnTo>
                  <a:lnTo>
                    <a:pt x="3775575" y="555928"/>
                  </a:lnTo>
                  <a:lnTo>
                    <a:pt x="3781492" y="561539"/>
                  </a:lnTo>
                  <a:lnTo>
                    <a:pt x="3781492" y="575088"/>
                  </a:lnTo>
                  <a:lnTo>
                    <a:pt x="3775094" y="579980"/>
                  </a:lnTo>
                  <a:close/>
                </a:path>
                <a:path w="4122420" h="2482215">
                  <a:moveTo>
                    <a:pt x="889057" y="580723"/>
                  </a:moveTo>
                  <a:lnTo>
                    <a:pt x="880637" y="580723"/>
                  </a:lnTo>
                  <a:lnTo>
                    <a:pt x="878942" y="579932"/>
                  </a:lnTo>
                  <a:lnTo>
                    <a:pt x="877248" y="579932"/>
                  </a:lnTo>
                  <a:lnTo>
                    <a:pt x="883165" y="568733"/>
                  </a:lnTo>
                  <a:lnTo>
                    <a:pt x="889057" y="558326"/>
                  </a:lnTo>
                  <a:lnTo>
                    <a:pt x="889057" y="559141"/>
                  </a:lnTo>
                  <a:lnTo>
                    <a:pt x="892446" y="561539"/>
                  </a:lnTo>
                  <a:lnTo>
                    <a:pt x="894975" y="564728"/>
                  </a:lnTo>
                  <a:lnTo>
                    <a:pt x="894975" y="575136"/>
                  </a:lnTo>
                  <a:lnTo>
                    <a:pt x="889057" y="580723"/>
                  </a:lnTo>
                  <a:close/>
                </a:path>
                <a:path w="4122420" h="2482215">
                  <a:moveTo>
                    <a:pt x="1033879" y="580747"/>
                  </a:moveTo>
                  <a:lnTo>
                    <a:pt x="1033323" y="580747"/>
                  </a:lnTo>
                  <a:lnTo>
                    <a:pt x="1023603" y="576985"/>
                  </a:lnTo>
                  <a:lnTo>
                    <a:pt x="1020236" y="568709"/>
                  </a:lnTo>
                  <a:lnTo>
                    <a:pt x="1023223" y="560433"/>
                  </a:lnTo>
                  <a:lnTo>
                    <a:pt x="1032564" y="556671"/>
                  </a:lnTo>
                  <a:lnTo>
                    <a:pt x="1033070" y="556671"/>
                  </a:lnTo>
                  <a:lnTo>
                    <a:pt x="1034157" y="556743"/>
                  </a:lnTo>
                  <a:lnTo>
                    <a:pt x="1042692" y="560601"/>
                  </a:lnTo>
                  <a:lnTo>
                    <a:pt x="1045537" y="568436"/>
                  </a:lnTo>
                  <a:lnTo>
                    <a:pt x="1042692" y="576420"/>
                  </a:lnTo>
                  <a:lnTo>
                    <a:pt x="1034157" y="580723"/>
                  </a:lnTo>
                  <a:lnTo>
                    <a:pt x="1033879" y="580747"/>
                  </a:lnTo>
                  <a:close/>
                </a:path>
                <a:path w="4122420" h="2482215">
                  <a:moveTo>
                    <a:pt x="964490" y="580771"/>
                  </a:moveTo>
                  <a:lnTo>
                    <a:pt x="955108" y="580771"/>
                  </a:lnTo>
                  <a:lnTo>
                    <a:pt x="952150" y="579764"/>
                  </a:lnTo>
                  <a:lnTo>
                    <a:pt x="949798" y="577534"/>
                  </a:lnTo>
                  <a:lnTo>
                    <a:pt x="946011" y="570906"/>
                  </a:lnTo>
                  <a:lnTo>
                    <a:pt x="946735" y="564135"/>
                  </a:lnTo>
                  <a:lnTo>
                    <a:pt x="951096" y="558865"/>
                  </a:lnTo>
                  <a:lnTo>
                    <a:pt x="958219" y="556743"/>
                  </a:lnTo>
                  <a:lnTo>
                    <a:pt x="958219" y="557534"/>
                  </a:lnTo>
                  <a:lnTo>
                    <a:pt x="964971" y="557534"/>
                  </a:lnTo>
                  <a:lnTo>
                    <a:pt x="970888" y="562330"/>
                  </a:lnTo>
                  <a:lnTo>
                    <a:pt x="970888" y="575879"/>
                  </a:lnTo>
                  <a:lnTo>
                    <a:pt x="964490" y="580771"/>
                  </a:lnTo>
                  <a:close/>
                </a:path>
                <a:path w="4122420" h="2482215">
                  <a:moveTo>
                    <a:pt x="1343221" y="580771"/>
                  </a:moveTo>
                  <a:lnTo>
                    <a:pt x="1333839" y="580771"/>
                  </a:lnTo>
                  <a:lnTo>
                    <a:pt x="1330906" y="579764"/>
                  </a:lnTo>
                  <a:lnTo>
                    <a:pt x="1328529" y="577534"/>
                  </a:lnTo>
                  <a:lnTo>
                    <a:pt x="1324753" y="570906"/>
                  </a:lnTo>
                  <a:lnTo>
                    <a:pt x="1325479" y="564135"/>
                  </a:lnTo>
                  <a:lnTo>
                    <a:pt x="1329841" y="558865"/>
                  </a:lnTo>
                  <a:lnTo>
                    <a:pt x="1336975" y="556743"/>
                  </a:lnTo>
                  <a:lnTo>
                    <a:pt x="1336975" y="557534"/>
                  </a:lnTo>
                  <a:lnTo>
                    <a:pt x="1343727" y="557534"/>
                  </a:lnTo>
                  <a:lnTo>
                    <a:pt x="1349619" y="562330"/>
                  </a:lnTo>
                  <a:lnTo>
                    <a:pt x="1349619" y="575879"/>
                  </a:lnTo>
                  <a:lnTo>
                    <a:pt x="1343221" y="580771"/>
                  </a:lnTo>
                  <a:close/>
                </a:path>
                <a:path w="4122420" h="2482215">
                  <a:moveTo>
                    <a:pt x="1259519" y="580795"/>
                  </a:moveTo>
                  <a:lnTo>
                    <a:pt x="1250231" y="577026"/>
                  </a:lnTo>
                  <a:lnTo>
                    <a:pt x="1247135" y="568733"/>
                  </a:lnTo>
                  <a:lnTo>
                    <a:pt x="1250231" y="560441"/>
                  </a:lnTo>
                  <a:lnTo>
                    <a:pt x="1259519" y="556671"/>
                  </a:lnTo>
                  <a:lnTo>
                    <a:pt x="1260000" y="556671"/>
                  </a:lnTo>
                  <a:lnTo>
                    <a:pt x="1261062" y="556743"/>
                  </a:lnTo>
                  <a:lnTo>
                    <a:pt x="1269596" y="560601"/>
                  </a:lnTo>
                  <a:lnTo>
                    <a:pt x="1272441" y="568436"/>
                  </a:lnTo>
                  <a:lnTo>
                    <a:pt x="1269596" y="576420"/>
                  </a:lnTo>
                  <a:lnTo>
                    <a:pt x="1261062" y="580723"/>
                  </a:lnTo>
                  <a:lnTo>
                    <a:pt x="1260531" y="580771"/>
                  </a:lnTo>
                  <a:lnTo>
                    <a:pt x="1259519" y="580795"/>
                  </a:lnTo>
                  <a:close/>
                </a:path>
                <a:path w="4122420" h="2482215">
                  <a:moveTo>
                    <a:pt x="1411295" y="580795"/>
                  </a:moveTo>
                  <a:lnTo>
                    <a:pt x="1402049" y="577149"/>
                  </a:lnTo>
                  <a:lnTo>
                    <a:pt x="1398967" y="569129"/>
                  </a:lnTo>
                  <a:lnTo>
                    <a:pt x="1402049" y="561108"/>
                  </a:lnTo>
                  <a:lnTo>
                    <a:pt x="1411295" y="557463"/>
                  </a:lnTo>
                  <a:lnTo>
                    <a:pt x="1411801" y="557463"/>
                  </a:lnTo>
                  <a:lnTo>
                    <a:pt x="1412888" y="557534"/>
                  </a:lnTo>
                  <a:lnTo>
                    <a:pt x="1421423" y="561380"/>
                  </a:lnTo>
                  <a:lnTo>
                    <a:pt x="1424267" y="569129"/>
                  </a:lnTo>
                  <a:lnTo>
                    <a:pt x="1421423" y="576877"/>
                  </a:lnTo>
                  <a:lnTo>
                    <a:pt x="1412888" y="580723"/>
                  </a:lnTo>
                  <a:lnTo>
                    <a:pt x="1412331" y="580771"/>
                  </a:lnTo>
                  <a:lnTo>
                    <a:pt x="1411295" y="580795"/>
                  </a:lnTo>
                  <a:close/>
                </a:path>
                <a:path w="4122420" h="2482215">
                  <a:moveTo>
                    <a:pt x="1116645" y="581323"/>
                  </a:moveTo>
                  <a:lnTo>
                    <a:pt x="1106884" y="581323"/>
                  </a:lnTo>
                  <a:lnTo>
                    <a:pt x="1103571" y="580172"/>
                  </a:lnTo>
                  <a:lnTo>
                    <a:pt x="1100790" y="577534"/>
                  </a:lnTo>
                  <a:lnTo>
                    <a:pt x="1097379" y="571374"/>
                  </a:lnTo>
                  <a:lnTo>
                    <a:pt x="1098157" y="564836"/>
                  </a:lnTo>
                  <a:lnTo>
                    <a:pt x="1102571" y="559648"/>
                  </a:lnTo>
                  <a:lnTo>
                    <a:pt x="1110070" y="557534"/>
                  </a:lnTo>
                  <a:lnTo>
                    <a:pt x="1116822" y="557534"/>
                  </a:lnTo>
                  <a:lnTo>
                    <a:pt x="1122714" y="562330"/>
                  </a:lnTo>
                  <a:lnTo>
                    <a:pt x="1122714" y="576503"/>
                  </a:lnTo>
                  <a:lnTo>
                    <a:pt x="1116645" y="581323"/>
                  </a:lnTo>
                  <a:close/>
                </a:path>
                <a:path w="4122420" h="2482215">
                  <a:moveTo>
                    <a:pt x="1494996" y="581323"/>
                  </a:moveTo>
                  <a:lnTo>
                    <a:pt x="1485261" y="581323"/>
                  </a:lnTo>
                  <a:lnTo>
                    <a:pt x="1482024" y="580172"/>
                  </a:lnTo>
                  <a:lnTo>
                    <a:pt x="1479521" y="577534"/>
                  </a:lnTo>
                  <a:lnTo>
                    <a:pt x="1475758" y="571374"/>
                  </a:lnTo>
                  <a:lnTo>
                    <a:pt x="1476575" y="564836"/>
                  </a:lnTo>
                  <a:lnTo>
                    <a:pt x="1481185" y="559648"/>
                  </a:lnTo>
                  <a:lnTo>
                    <a:pt x="1488801" y="557534"/>
                  </a:lnTo>
                  <a:lnTo>
                    <a:pt x="1495553" y="557534"/>
                  </a:lnTo>
                  <a:lnTo>
                    <a:pt x="1501445" y="562330"/>
                  </a:lnTo>
                  <a:lnTo>
                    <a:pt x="1501445" y="576503"/>
                  </a:lnTo>
                  <a:lnTo>
                    <a:pt x="1494996" y="581323"/>
                  </a:lnTo>
                  <a:close/>
                </a:path>
                <a:path w="4122420" h="2482215">
                  <a:moveTo>
                    <a:pt x="1191395" y="581586"/>
                  </a:moveTo>
                  <a:lnTo>
                    <a:pt x="1182013" y="581586"/>
                  </a:lnTo>
                  <a:lnTo>
                    <a:pt x="1179055" y="580579"/>
                  </a:lnTo>
                  <a:lnTo>
                    <a:pt x="1176703" y="578325"/>
                  </a:lnTo>
                  <a:lnTo>
                    <a:pt x="1172929" y="571708"/>
                  </a:lnTo>
                  <a:lnTo>
                    <a:pt x="1173747" y="564935"/>
                  </a:lnTo>
                  <a:lnTo>
                    <a:pt x="1178363" y="559660"/>
                  </a:lnTo>
                  <a:lnTo>
                    <a:pt x="1185983" y="557534"/>
                  </a:lnTo>
                  <a:lnTo>
                    <a:pt x="1192735" y="557534"/>
                  </a:lnTo>
                  <a:lnTo>
                    <a:pt x="1198627" y="563122"/>
                  </a:lnTo>
                  <a:lnTo>
                    <a:pt x="1197792" y="569524"/>
                  </a:lnTo>
                  <a:lnTo>
                    <a:pt x="1197792" y="576694"/>
                  </a:lnTo>
                  <a:lnTo>
                    <a:pt x="1191395" y="581586"/>
                  </a:lnTo>
                  <a:close/>
                </a:path>
                <a:path w="4122420" h="2482215">
                  <a:moveTo>
                    <a:pt x="2903738" y="615182"/>
                  </a:moveTo>
                  <a:lnTo>
                    <a:pt x="2894356" y="615182"/>
                  </a:lnTo>
                  <a:lnTo>
                    <a:pt x="2891423" y="614175"/>
                  </a:lnTo>
                  <a:lnTo>
                    <a:pt x="2889046" y="611921"/>
                  </a:lnTo>
                  <a:lnTo>
                    <a:pt x="2885259" y="605304"/>
                  </a:lnTo>
                  <a:lnTo>
                    <a:pt x="2885986" y="598531"/>
                  </a:lnTo>
                  <a:lnTo>
                    <a:pt x="2890355" y="593256"/>
                  </a:lnTo>
                  <a:lnTo>
                    <a:pt x="2897492" y="591130"/>
                  </a:lnTo>
                  <a:lnTo>
                    <a:pt x="2897492" y="591922"/>
                  </a:lnTo>
                  <a:lnTo>
                    <a:pt x="2904219" y="591922"/>
                  </a:lnTo>
                  <a:lnTo>
                    <a:pt x="2910136" y="596718"/>
                  </a:lnTo>
                  <a:lnTo>
                    <a:pt x="2910136" y="610290"/>
                  </a:lnTo>
                  <a:lnTo>
                    <a:pt x="2903738" y="615182"/>
                  </a:lnTo>
                  <a:close/>
                </a:path>
                <a:path w="4122420" h="2482215">
                  <a:moveTo>
                    <a:pt x="2828052" y="615326"/>
                  </a:moveTo>
                  <a:lnTo>
                    <a:pt x="2818671" y="615326"/>
                  </a:lnTo>
                  <a:lnTo>
                    <a:pt x="2815586" y="614271"/>
                  </a:lnTo>
                  <a:lnTo>
                    <a:pt x="2813133" y="611921"/>
                  </a:lnTo>
                  <a:lnTo>
                    <a:pt x="2809359" y="605304"/>
                  </a:lnTo>
                  <a:lnTo>
                    <a:pt x="2810177" y="598531"/>
                  </a:lnTo>
                  <a:lnTo>
                    <a:pt x="2814793" y="593256"/>
                  </a:lnTo>
                  <a:lnTo>
                    <a:pt x="2822413" y="591130"/>
                  </a:lnTo>
                  <a:lnTo>
                    <a:pt x="2822413" y="591922"/>
                  </a:lnTo>
                  <a:lnTo>
                    <a:pt x="2829165" y="591922"/>
                  </a:lnTo>
                  <a:lnTo>
                    <a:pt x="2834223" y="596718"/>
                  </a:lnTo>
                  <a:lnTo>
                    <a:pt x="2834223" y="610698"/>
                  </a:lnTo>
                  <a:lnTo>
                    <a:pt x="2828052" y="615326"/>
                  </a:lnTo>
                  <a:close/>
                </a:path>
                <a:path w="4122420" h="2482215">
                  <a:moveTo>
                    <a:pt x="2979904" y="615326"/>
                  </a:moveTo>
                  <a:lnTo>
                    <a:pt x="2970522" y="615326"/>
                  </a:lnTo>
                  <a:lnTo>
                    <a:pt x="2967438" y="614271"/>
                  </a:lnTo>
                  <a:lnTo>
                    <a:pt x="2964958" y="611921"/>
                  </a:lnTo>
                  <a:lnTo>
                    <a:pt x="2961183" y="605304"/>
                  </a:lnTo>
                  <a:lnTo>
                    <a:pt x="2961909" y="598531"/>
                  </a:lnTo>
                  <a:lnTo>
                    <a:pt x="2966271" y="593256"/>
                  </a:lnTo>
                  <a:lnTo>
                    <a:pt x="2973405" y="591130"/>
                  </a:lnTo>
                  <a:lnTo>
                    <a:pt x="2973405" y="591922"/>
                  </a:lnTo>
                  <a:lnTo>
                    <a:pt x="2980157" y="591922"/>
                  </a:lnTo>
                  <a:lnTo>
                    <a:pt x="2986048" y="596718"/>
                  </a:lnTo>
                  <a:lnTo>
                    <a:pt x="2986048" y="610698"/>
                  </a:lnTo>
                  <a:lnTo>
                    <a:pt x="2979904" y="615326"/>
                  </a:lnTo>
                  <a:close/>
                </a:path>
                <a:path w="4122420" h="2482215">
                  <a:moveTo>
                    <a:pt x="3131730" y="615326"/>
                  </a:moveTo>
                  <a:lnTo>
                    <a:pt x="3121969" y="615326"/>
                  </a:lnTo>
                  <a:lnTo>
                    <a:pt x="3118682" y="614271"/>
                  </a:lnTo>
                  <a:lnTo>
                    <a:pt x="3115951" y="611921"/>
                  </a:lnTo>
                  <a:lnTo>
                    <a:pt x="3112539" y="605304"/>
                  </a:lnTo>
                  <a:lnTo>
                    <a:pt x="3113317" y="598531"/>
                  </a:lnTo>
                  <a:lnTo>
                    <a:pt x="3117732" y="593256"/>
                  </a:lnTo>
                  <a:lnTo>
                    <a:pt x="3125231" y="591130"/>
                  </a:lnTo>
                  <a:lnTo>
                    <a:pt x="3125231" y="591922"/>
                  </a:lnTo>
                  <a:lnTo>
                    <a:pt x="3131983" y="591922"/>
                  </a:lnTo>
                  <a:lnTo>
                    <a:pt x="3137875" y="596718"/>
                  </a:lnTo>
                  <a:lnTo>
                    <a:pt x="3137875" y="610698"/>
                  </a:lnTo>
                  <a:lnTo>
                    <a:pt x="3131730" y="615326"/>
                  </a:lnTo>
                  <a:close/>
                </a:path>
                <a:path w="4122420" h="2482215">
                  <a:moveTo>
                    <a:pt x="3207264" y="615326"/>
                  </a:moveTo>
                  <a:lnTo>
                    <a:pt x="3197503" y="615326"/>
                  </a:lnTo>
                  <a:lnTo>
                    <a:pt x="3194342" y="614271"/>
                  </a:lnTo>
                  <a:lnTo>
                    <a:pt x="3191864" y="611921"/>
                  </a:lnTo>
                  <a:lnTo>
                    <a:pt x="3188101" y="605304"/>
                  </a:lnTo>
                  <a:lnTo>
                    <a:pt x="3188918" y="598531"/>
                  </a:lnTo>
                  <a:lnTo>
                    <a:pt x="3193528" y="593256"/>
                  </a:lnTo>
                  <a:lnTo>
                    <a:pt x="3201144" y="591130"/>
                  </a:lnTo>
                  <a:lnTo>
                    <a:pt x="3201144" y="591922"/>
                  </a:lnTo>
                  <a:lnTo>
                    <a:pt x="3207896" y="591922"/>
                  </a:lnTo>
                  <a:lnTo>
                    <a:pt x="3212953" y="596718"/>
                  </a:lnTo>
                  <a:lnTo>
                    <a:pt x="3213788" y="603120"/>
                  </a:lnTo>
                  <a:lnTo>
                    <a:pt x="3213788" y="610698"/>
                  </a:lnTo>
                  <a:lnTo>
                    <a:pt x="3207264" y="615326"/>
                  </a:lnTo>
                  <a:close/>
                </a:path>
                <a:path w="4122420" h="2482215">
                  <a:moveTo>
                    <a:pt x="3282722" y="615326"/>
                  </a:moveTo>
                  <a:lnTo>
                    <a:pt x="3273340" y="615326"/>
                  </a:lnTo>
                  <a:lnTo>
                    <a:pt x="3270255" y="614271"/>
                  </a:lnTo>
                  <a:lnTo>
                    <a:pt x="3267776" y="611921"/>
                  </a:lnTo>
                  <a:lnTo>
                    <a:pt x="3264001" y="605304"/>
                  </a:lnTo>
                  <a:lnTo>
                    <a:pt x="3264726" y="598531"/>
                  </a:lnTo>
                  <a:lnTo>
                    <a:pt x="3269089" y="593256"/>
                  </a:lnTo>
                  <a:lnTo>
                    <a:pt x="3276223" y="591130"/>
                  </a:lnTo>
                  <a:lnTo>
                    <a:pt x="3276223" y="591922"/>
                  </a:lnTo>
                  <a:lnTo>
                    <a:pt x="3282974" y="591922"/>
                  </a:lnTo>
                  <a:lnTo>
                    <a:pt x="3288866" y="596718"/>
                  </a:lnTo>
                  <a:lnTo>
                    <a:pt x="3288866" y="610698"/>
                  </a:lnTo>
                  <a:lnTo>
                    <a:pt x="3282722" y="615326"/>
                  </a:lnTo>
                  <a:close/>
                </a:path>
                <a:path w="4122420" h="2482215">
                  <a:moveTo>
                    <a:pt x="3358635" y="615326"/>
                  </a:moveTo>
                  <a:lnTo>
                    <a:pt x="3349253" y="615326"/>
                  </a:lnTo>
                  <a:lnTo>
                    <a:pt x="3346168" y="614271"/>
                  </a:lnTo>
                  <a:lnTo>
                    <a:pt x="3343690" y="611921"/>
                  </a:lnTo>
                  <a:lnTo>
                    <a:pt x="3339913" y="605304"/>
                  </a:lnTo>
                  <a:lnTo>
                    <a:pt x="3340639" y="598531"/>
                  </a:lnTo>
                  <a:lnTo>
                    <a:pt x="3345002" y="593256"/>
                  </a:lnTo>
                  <a:lnTo>
                    <a:pt x="3352136" y="591130"/>
                  </a:lnTo>
                  <a:lnTo>
                    <a:pt x="3352136" y="591922"/>
                  </a:lnTo>
                  <a:lnTo>
                    <a:pt x="3358888" y="591922"/>
                  </a:lnTo>
                  <a:lnTo>
                    <a:pt x="3364780" y="596718"/>
                  </a:lnTo>
                  <a:lnTo>
                    <a:pt x="3364780" y="610698"/>
                  </a:lnTo>
                  <a:lnTo>
                    <a:pt x="3358635" y="615326"/>
                  </a:lnTo>
                  <a:close/>
                </a:path>
                <a:path w="4122420" h="2482215">
                  <a:moveTo>
                    <a:pt x="3510461" y="615326"/>
                  </a:moveTo>
                  <a:lnTo>
                    <a:pt x="3500700" y="615326"/>
                  </a:lnTo>
                  <a:lnTo>
                    <a:pt x="3497438" y="614271"/>
                  </a:lnTo>
                  <a:lnTo>
                    <a:pt x="3494681" y="611921"/>
                  </a:lnTo>
                  <a:lnTo>
                    <a:pt x="3491270" y="605304"/>
                  </a:lnTo>
                  <a:lnTo>
                    <a:pt x="3492048" y="598531"/>
                  </a:lnTo>
                  <a:lnTo>
                    <a:pt x="3496463" y="593256"/>
                  </a:lnTo>
                  <a:lnTo>
                    <a:pt x="3503962" y="591130"/>
                  </a:lnTo>
                  <a:lnTo>
                    <a:pt x="3503962" y="591922"/>
                  </a:lnTo>
                  <a:lnTo>
                    <a:pt x="3510714" y="591922"/>
                  </a:lnTo>
                  <a:lnTo>
                    <a:pt x="3516631" y="596718"/>
                  </a:lnTo>
                  <a:lnTo>
                    <a:pt x="3516631" y="610698"/>
                  </a:lnTo>
                  <a:lnTo>
                    <a:pt x="3510461" y="615326"/>
                  </a:lnTo>
                  <a:close/>
                </a:path>
                <a:path w="4122420" h="2482215">
                  <a:moveTo>
                    <a:pt x="3585640" y="615326"/>
                  </a:moveTo>
                  <a:lnTo>
                    <a:pt x="3576158" y="615326"/>
                  </a:lnTo>
                  <a:lnTo>
                    <a:pt x="3573073" y="614271"/>
                  </a:lnTo>
                  <a:lnTo>
                    <a:pt x="3570619" y="611921"/>
                  </a:lnTo>
                  <a:lnTo>
                    <a:pt x="3566842" y="605304"/>
                  </a:lnTo>
                  <a:lnTo>
                    <a:pt x="3567652" y="598531"/>
                  </a:lnTo>
                  <a:lnTo>
                    <a:pt x="3572259" y="593256"/>
                  </a:lnTo>
                  <a:lnTo>
                    <a:pt x="3579875" y="591130"/>
                  </a:lnTo>
                  <a:lnTo>
                    <a:pt x="3579875" y="591922"/>
                  </a:lnTo>
                  <a:lnTo>
                    <a:pt x="3586626" y="591922"/>
                  </a:lnTo>
                  <a:lnTo>
                    <a:pt x="3591684" y="596718"/>
                  </a:lnTo>
                  <a:lnTo>
                    <a:pt x="3592544" y="603120"/>
                  </a:lnTo>
                  <a:lnTo>
                    <a:pt x="3591963" y="610698"/>
                  </a:lnTo>
                  <a:lnTo>
                    <a:pt x="3585640" y="615326"/>
                  </a:lnTo>
                  <a:close/>
                </a:path>
                <a:path w="4122420" h="2482215">
                  <a:moveTo>
                    <a:pt x="3661452" y="615326"/>
                  </a:moveTo>
                  <a:lnTo>
                    <a:pt x="3652071" y="615326"/>
                  </a:lnTo>
                  <a:lnTo>
                    <a:pt x="3648986" y="614271"/>
                  </a:lnTo>
                  <a:lnTo>
                    <a:pt x="3646533" y="611921"/>
                  </a:lnTo>
                  <a:lnTo>
                    <a:pt x="3642746" y="605304"/>
                  </a:lnTo>
                  <a:lnTo>
                    <a:pt x="3643470" y="598531"/>
                  </a:lnTo>
                  <a:lnTo>
                    <a:pt x="3647831" y="593256"/>
                  </a:lnTo>
                  <a:lnTo>
                    <a:pt x="3654954" y="591130"/>
                  </a:lnTo>
                  <a:lnTo>
                    <a:pt x="3654954" y="591922"/>
                  </a:lnTo>
                  <a:lnTo>
                    <a:pt x="3661705" y="591922"/>
                  </a:lnTo>
                  <a:lnTo>
                    <a:pt x="3667623" y="596718"/>
                  </a:lnTo>
                  <a:lnTo>
                    <a:pt x="3667623" y="610698"/>
                  </a:lnTo>
                  <a:lnTo>
                    <a:pt x="3661452" y="615326"/>
                  </a:lnTo>
                  <a:close/>
                </a:path>
                <a:path w="4122420" h="2482215">
                  <a:moveTo>
                    <a:pt x="3737365" y="615326"/>
                  </a:moveTo>
                  <a:lnTo>
                    <a:pt x="3727984" y="615326"/>
                  </a:lnTo>
                  <a:lnTo>
                    <a:pt x="3724899" y="614271"/>
                  </a:lnTo>
                  <a:lnTo>
                    <a:pt x="3722446" y="611921"/>
                  </a:lnTo>
                  <a:lnTo>
                    <a:pt x="3718659" y="605304"/>
                  </a:lnTo>
                  <a:lnTo>
                    <a:pt x="3719383" y="598531"/>
                  </a:lnTo>
                  <a:lnTo>
                    <a:pt x="3723744" y="593256"/>
                  </a:lnTo>
                  <a:lnTo>
                    <a:pt x="3730866" y="591130"/>
                  </a:lnTo>
                  <a:lnTo>
                    <a:pt x="3730866" y="591922"/>
                  </a:lnTo>
                  <a:lnTo>
                    <a:pt x="3737619" y="591922"/>
                  </a:lnTo>
                  <a:lnTo>
                    <a:pt x="3743536" y="596718"/>
                  </a:lnTo>
                  <a:lnTo>
                    <a:pt x="3743536" y="610698"/>
                  </a:lnTo>
                  <a:lnTo>
                    <a:pt x="3737365" y="615326"/>
                  </a:lnTo>
                  <a:close/>
                </a:path>
                <a:path w="4122420" h="2482215">
                  <a:moveTo>
                    <a:pt x="3889217" y="615326"/>
                  </a:moveTo>
                  <a:lnTo>
                    <a:pt x="3879430" y="615326"/>
                  </a:lnTo>
                  <a:lnTo>
                    <a:pt x="3876169" y="614271"/>
                  </a:lnTo>
                  <a:lnTo>
                    <a:pt x="3873438" y="611921"/>
                  </a:lnTo>
                  <a:lnTo>
                    <a:pt x="3870027" y="605304"/>
                  </a:lnTo>
                  <a:lnTo>
                    <a:pt x="3870804" y="598531"/>
                  </a:lnTo>
                  <a:lnTo>
                    <a:pt x="3875219" y="593256"/>
                  </a:lnTo>
                  <a:lnTo>
                    <a:pt x="3882718" y="591130"/>
                  </a:lnTo>
                  <a:lnTo>
                    <a:pt x="3882718" y="591922"/>
                  </a:lnTo>
                  <a:lnTo>
                    <a:pt x="3889470" y="591922"/>
                  </a:lnTo>
                  <a:lnTo>
                    <a:pt x="3895362" y="596718"/>
                  </a:lnTo>
                  <a:lnTo>
                    <a:pt x="3895362" y="610698"/>
                  </a:lnTo>
                  <a:lnTo>
                    <a:pt x="3889217" y="615326"/>
                  </a:lnTo>
                  <a:close/>
                </a:path>
                <a:path w="4122420" h="2482215">
                  <a:moveTo>
                    <a:pt x="3964270" y="615326"/>
                  </a:moveTo>
                  <a:lnTo>
                    <a:pt x="3954889" y="615326"/>
                  </a:lnTo>
                  <a:lnTo>
                    <a:pt x="3951804" y="614271"/>
                  </a:lnTo>
                  <a:lnTo>
                    <a:pt x="3949351" y="611921"/>
                  </a:lnTo>
                  <a:lnTo>
                    <a:pt x="3945564" y="605304"/>
                  </a:lnTo>
                  <a:lnTo>
                    <a:pt x="3946288" y="598531"/>
                  </a:lnTo>
                  <a:lnTo>
                    <a:pt x="3950649" y="593256"/>
                  </a:lnTo>
                  <a:lnTo>
                    <a:pt x="3957772" y="591130"/>
                  </a:lnTo>
                  <a:lnTo>
                    <a:pt x="3958631" y="591922"/>
                  </a:lnTo>
                  <a:lnTo>
                    <a:pt x="3965383" y="591922"/>
                  </a:lnTo>
                  <a:lnTo>
                    <a:pt x="3970440" y="596718"/>
                  </a:lnTo>
                  <a:lnTo>
                    <a:pt x="3970440" y="610698"/>
                  </a:lnTo>
                  <a:lnTo>
                    <a:pt x="3964270" y="615326"/>
                  </a:lnTo>
                  <a:close/>
                </a:path>
                <a:path w="4122420" h="2482215">
                  <a:moveTo>
                    <a:pt x="3055058" y="615710"/>
                  </a:moveTo>
                  <a:lnTo>
                    <a:pt x="3045676" y="615710"/>
                  </a:lnTo>
                  <a:lnTo>
                    <a:pt x="3042541" y="614559"/>
                  </a:lnTo>
                  <a:lnTo>
                    <a:pt x="3040038" y="611921"/>
                  </a:lnTo>
                  <a:lnTo>
                    <a:pt x="3036264" y="605761"/>
                  </a:lnTo>
                  <a:lnTo>
                    <a:pt x="3037082" y="599224"/>
                  </a:lnTo>
                  <a:lnTo>
                    <a:pt x="3041698" y="594035"/>
                  </a:lnTo>
                  <a:lnTo>
                    <a:pt x="3049318" y="591922"/>
                  </a:lnTo>
                  <a:lnTo>
                    <a:pt x="3056069" y="591922"/>
                  </a:lnTo>
                  <a:lnTo>
                    <a:pt x="3061127" y="596718"/>
                  </a:lnTo>
                  <a:lnTo>
                    <a:pt x="3061127" y="610914"/>
                  </a:lnTo>
                  <a:lnTo>
                    <a:pt x="3055058" y="615710"/>
                  </a:lnTo>
                  <a:close/>
                </a:path>
                <a:path w="4122420" h="2482215">
                  <a:moveTo>
                    <a:pt x="3434623" y="615710"/>
                  </a:moveTo>
                  <a:lnTo>
                    <a:pt x="3425267" y="615710"/>
                  </a:lnTo>
                  <a:lnTo>
                    <a:pt x="3422106" y="614559"/>
                  </a:lnTo>
                  <a:lnTo>
                    <a:pt x="3419628" y="611921"/>
                  </a:lnTo>
                  <a:lnTo>
                    <a:pt x="3415854" y="605761"/>
                  </a:lnTo>
                  <a:lnTo>
                    <a:pt x="3416672" y="599224"/>
                  </a:lnTo>
                  <a:lnTo>
                    <a:pt x="3421289" y="594035"/>
                  </a:lnTo>
                  <a:lnTo>
                    <a:pt x="3428908" y="591922"/>
                  </a:lnTo>
                  <a:lnTo>
                    <a:pt x="3435635" y="591922"/>
                  </a:lnTo>
                  <a:lnTo>
                    <a:pt x="3440718" y="596718"/>
                  </a:lnTo>
                  <a:lnTo>
                    <a:pt x="3440718" y="610914"/>
                  </a:lnTo>
                  <a:lnTo>
                    <a:pt x="3434623" y="615710"/>
                  </a:lnTo>
                  <a:close/>
                </a:path>
                <a:path w="4122420" h="2482215">
                  <a:moveTo>
                    <a:pt x="4040284" y="615710"/>
                  </a:moveTo>
                  <a:lnTo>
                    <a:pt x="4030903" y="615710"/>
                  </a:lnTo>
                  <a:lnTo>
                    <a:pt x="4027767" y="614559"/>
                  </a:lnTo>
                  <a:lnTo>
                    <a:pt x="4025264" y="611921"/>
                  </a:lnTo>
                  <a:lnTo>
                    <a:pt x="4021477" y="605761"/>
                  </a:lnTo>
                  <a:lnTo>
                    <a:pt x="4022204" y="599224"/>
                  </a:lnTo>
                  <a:lnTo>
                    <a:pt x="4026573" y="594035"/>
                  </a:lnTo>
                  <a:lnTo>
                    <a:pt x="4033710" y="591922"/>
                  </a:lnTo>
                  <a:lnTo>
                    <a:pt x="4041296" y="591922"/>
                  </a:lnTo>
                  <a:lnTo>
                    <a:pt x="4046354" y="596718"/>
                  </a:lnTo>
                  <a:lnTo>
                    <a:pt x="4046354" y="610914"/>
                  </a:lnTo>
                  <a:lnTo>
                    <a:pt x="4040284" y="615710"/>
                  </a:lnTo>
                  <a:close/>
                </a:path>
                <a:path w="4122420" h="2482215">
                  <a:moveTo>
                    <a:pt x="2747334" y="615926"/>
                  </a:moveTo>
                  <a:lnTo>
                    <a:pt x="2734690" y="603936"/>
                  </a:lnTo>
                  <a:lnTo>
                    <a:pt x="2735526" y="596334"/>
                  </a:lnTo>
                  <a:lnTo>
                    <a:pt x="2741417" y="592521"/>
                  </a:lnTo>
                  <a:lnTo>
                    <a:pt x="2753226" y="592521"/>
                  </a:lnTo>
                  <a:lnTo>
                    <a:pt x="2759144" y="596334"/>
                  </a:lnTo>
                  <a:lnTo>
                    <a:pt x="2759978" y="603936"/>
                  </a:lnTo>
                  <a:lnTo>
                    <a:pt x="2759144" y="603936"/>
                  </a:lnTo>
                  <a:lnTo>
                    <a:pt x="2759144" y="609523"/>
                  </a:lnTo>
                  <a:lnTo>
                    <a:pt x="2754087" y="615134"/>
                  </a:lnTo>
                  <a:lnTo>
                    <a:pt x="2747334" y="615926"/>
                  </a:lnTo>
                  <a:close/>
                </a:path>
                <a:path w="4122420" h="2482215">
                  <a:moveTo>
                    <a:pt x="3813051" y="615974"/>
                  </a:moveTo>
                  <a:lnTo>
                    <a:pt x="3803265" y="615974"/>
                  </a:lnTo>
                  <a:lnTo>
                    <a:pt x="3800155" y="614967"/>
                  </a:lnTo>
                  <a:lnTo>
                    <a:pt x="3797525" y="612736"/>
                  </a:lnTo>
                  <a:lnTo>
                    <a:pt x="3794221" y="606105"/>
                  </a:lnTo>
                  <a:lnTo>
                    <a:pt x="3795195" y="599326"/>
                  </a:lnTo>
                  <a:lnTo>
                    <a:pt x="3799655" y="594048"/>
                  </a:lnTo>
                  <a:lnTo>
                    <a:pt x="3806805" y="591922"/>
                  </a:lnTo>
                  <a:lnTo>
                    <a:pt x="3813531" y="591922"/>
                  </a:lnTo>
                  <a:lnTo>
                    <a:pt x="3819449" y="597533"/>
                  </a:lnTo>
                  <a:lnTo>
                    <a:pt x="3819449" y="611082"/>
                  </a:lnTo>
                  <a:lnTo>
                    <a:pt x="3813051" y="615974"/>
                  </a:lnTo>
                  <a:close/>
                </a:path>
                <a:path w="4122420" h="2482215">
                  <a:moveTo>
                    <a:pt x="926862" y="616525"/>
                  </a:moveTo>
                  <a:lnTo>
                    <a:pt x="917101" y="616525"/>
                  </a:lnTo>
                  <a:lnTo>
                    <a:pt x="913763" y="615350"/>
                  </a:lnTo>
                  <a:lnTo>
                    <a:pt x="910981" y="612736"/>
                  </a:lnTo>
                  <a:lnTo>
                    <a:pt x="907571" y="606566"/>
                  </a:lnTo>
                  <a:lnTo>
                    <a:pt x="908349" y="600030"/>
                  </a:lnTo>
                  <a:lnTo>
                    <a:pt x="912763" y="594847"/>
                  </a:lnTo>
                  <a:lnTo>
                    <a:pt x="920262" y="592737"/>
                  </a:lnTo>
                  <a:lnTo>
                    <a:pt x="920262" y="593528"/>
                  </a:lnTo>
                  <a:lnTo>
                    <a:pt x="927014" y="593528"/>
                  </a:lnTo>
                  <a:lnTo>
                    <a:pt x="932071" y="598324"/>
                  </a:lnTo>
                  <a:lnTo>
                    <a:pt x="932931" y="604727"/>
                  </a:lnTo>
                  <a:lnTo>
                    <a:pt x="932931" y="611705"/>
                  </a:lnTo>
                  <a:lnTo>
                    <a:pt x="926862" y="616525"/>
                  </a:lnTo>
                  <a:close/>
                </a:path>
                <a:path w="4122420" h="2482215">
                  <a:moveTo>
                    <a:pt x="1002775" y="616525"/>
                  </a:moveTo>
                  <a:lnTo>
                    <a:pt x="993014" y="616525"/>
                  </a:lnTo>
                  <a:lnTo>
                    <a:pt x="989676" y="615350"/>
                  </a:lnTo>
                  <a:lnTo>
                    <a:pt x="986920" y="612736"/>
                  </a:lnTo>
                  <a:lnTo>
                    <a:pt x="983616" y="606566"/>
                  </a:lnTo>
                  <a:lnTo>
                    <a:pt x="984590" y="600030"/>
                  </a:lnTo>
                  <a:lnTo>
                    <a:pt x="989050" y="594847"/>
                  </a:lnTo>
                  <a:lnTo>
                    <a:pt x="996201" y="592737"/>
                  </a:lnTo>
                  <a:lnTo>
                    <a:pt x="996201" y="593528"/>
                  </a:lnTo>
                  <a:lnTo>
                    <a:pt x="1002927" y="593528"/>
                  </a:lnTo>
                  <a:lnTo>
                    <a:pt x="1008844" y="598324"/>
                  </a:lnTo>
                  <a:lnTo>
                    <a:pt x="1008844" y="611705"/>
                  </a:lnTo>
                  <a:lnTo>
                    <a:pt x="1002775" y="616525"/>
                  </a:lnTo>
                  <a:close/>
                </a:path>
                <a:path w="4122420" h="2482215">
                  <a:moveTo>
                    <a:pt x="1305593" y="616525"/>
                  </a:moveTo>
                  <a:lnTo>
                    <a:pt x="1295832" y="616525"/>
                  </a:lnTo>
                  <a:lnTo>
                    <a:pt x="1292519" y="615350"/>
                  </a:lnTo>
                  <a:lnTo>
                    <a:pt x="1289738" y="612736"/>
                  </a:lnTo>
                  <a:lnTo>
                    <a:pt x="1286327" y="606566"/>
                  </a:lnTo>
                  <a:lnTo>
                    <a:pt x="1287105" y="600030"/>
                  </a:lnTo>
                  <a:lnTo>
                    <a:pt x="1291519" y="594847"/>
                  </a:lnTo>
                  <a:lnTo>
                    <a:pt x="1299018" y="592737"/>
                  </a:lnTo>
                  <a:lnTo>
                    <a:pt x="1299018" y="593528"/>
                  </a:lnTo>
                  <a:lnTo>
                    <a:pt x="1305770" y="593528"/>
                  </a:lnTo>
                  <a:lnTo>
                    <a:pt x="1310828" y="598324"/>
                  </a:lnTo>
                  <a:lnTo>
                    <a:pt x="1311662" y="604727"/>
                  </a:lnTo>
                  <a:lnTo>
                    <a:pt x="1311662" y="611705"/>
                  </a:lnTo>
                  <a:lnTo>
                    <a:pt x="1305593" y="616525"/>
                  </a:lnTo>
                  <a:close/>
                </a:path>
                <a:path w="4122420" h="2482215">
                  <a:moveTo>
                    <a:pt x="1078360" y="616765"/>
                  </a:moveTo>
                  <a:lnTo>
                    <a:pt x="1068573" y="616765"/>
                  </a:lnTo>
                  <a:lnTo>
                    <a:pt x="1065463" y="615782"/>
                  </a:lnTo>
                  <a:lnTo>
                    <a:pt x="1062833" y="613528"/>
                  </a:lnTo>
                  <a:lnTo>
                    <a:pt x="1059539" y="606900"/>
                  </a:lnTo>
                  <a:lnTo>
                    <a:pt x="1060513" y="600129"/>
                  </a:lnTo>
                  <a:lnTo>
                    <a:pt x="1064967" y="594859"/>
                  </a:lnTo>
                  <a:lnTo>
                    <a:pt x="1072113" y="592737"/>
                  </a:lnTo>
                  <a:lnTo>
                    <a:pt x="1072113" y="593528"/>
                  </a:lnTo>
                  <a:lnTo>
                    <a:pt x="1079669" y="593528"/>
                  </a:lnTo>
                  <a:lnTo>
                    <a:pt x="1084757" y="598732"/>
                  </a:lnTo>
                  <a:lnTo>
                    <a:pt x="1084757" y="611897"/>
                  </a:lnTo>
                  <a:lnTo>
                    <a:pt x="1078360" y="616765"/>
                  </a:lnTo>
                  <a:close/>
                </a:path>
                <a:path w="4122420" h="2482215">
                  <a:moveTo>
                    <a:pt x="1079669" y="593528"/>
                  </a:moveTo>
                  <a:lnTo>
                    <a:pt x="1072113" y="593528"/>
                  </a:lnTo>
                  <a:lnTo>
                    <a:pt x="1072973" y="593456"/>
                  </a:lnTo>
                  <a:lnTo>
                    <a:pt x="1079599" y="593456"/>
                  </a:lnTo>
                  <a:close/>
                </a:path>
                <a:path w="4122420" h="2482215">
                  <a:moveTo>
                    <a:pt x="1229351" y="616765"/>
                  </a:moveTo>
                  <a:lnTo>
                    <a:pt x="1219565" y="616765"/>
                  </a:lnTo>
                  <a:lnTo>
                    <a:pt x="1216455" y="615782"/>
                  </a:lnTo>
                  <a:lnTo>
                    <a:pt x="1213825" y="613528"/>
                  </a:lnTo>
                  <a:lnTo>
                    <a:pt x="1210520" y="606900"/>
                  </a:lnTo>
                  <a:lnTo>
                    <a:pt x="1211495" y="600129"/>
                  </a:lnTo>
                  <a:lnTo>
                    <a:pt x="1215955" y="594859"/>
                  </a:lnTo>
                  <a:lnTo>
                    <a:pt x="1223105" y="592737"/>
                  </a:lnTo>
                  <a:lnTo>
                    <a:pt x="1223940" y="593528"/>
                  </a:lnTo>
                  <a:lnTo>
                    <a:pt x="1229832" y="593528"/>
                  </a:lnTo>
                  <a:lnTo>
                    <a:pt x="1235749" y="598324"/>
                  </a:lnTo>
                  <a:lnTo>
                    <a:pt x="1235749" y="611897"/>
                  </a:lnTo>
                  <a:lnTo>
                    <a:pt x="1229351" y="616765"/>
                  </a:lnTo>
                  <a:close/>
                </a:path>
                <a:path w="4122420" h="2482215">
                  <a:moveTo>
                    <a:pt x="1381178" y="616765"/>
                  </a:moveTo>
                  <a:lnTo>
                    <a:pt x="1371391" y="616765"/>
                  </a:lnTo>
                  <a:lnTo>
                    <a:pt x="1368281" y="615782"/>
                  </a:lnTo>
                  <a:lnTo>
                    <a:pt x="1365651" y="613528"/>
                  </a:lnTo>
                  <a:lnTo>
                    <a:pt x="1362357" y="606900"/>
                  </a:lnTo>
                  <a:lnTo>
                    <a:pt x="1363331" y="600129"/>
                  </a:lnTo>
                  <a:lnTo>
                    <a:pt x="1367785" y="594859"/>
                  </a:lnTo>
                  <a:lnTo>
                    <a:pt x="1374931" y="592737"/>
                  </a:lnTo>
                  <a:lnTo>
                    <a:pt x="1374931" y="593528"/>
                  </a:lnTo>
                  <a:lnTo>
                    <a:pt x="1382487" y="593528"/>
                  </a:lnTo>
                  <a:lnTo>
                    <a:pt x="1387575" y="598732"/>
                  </a:lnTo>
                  <a:lnTo>
                    <a:pt x="1387575" y="611897"/>
                  </a:lnTo>
                  <a:lnTo>
                    <a:pt x="1381178" y="616765"/>
                  </a:lnTo>
                  <a:close/>
                </a:path>
                <a:path w="4122420" h="2482215">
                  <a:moveTo>
                    <a:pt x="1382487" y="593528"/>
                  </a:moveTo>
                  <a:lnTo>
                    <a:pt x="1374931" y="593528"/>
                  </a:lnTo>
                  <a:lnTo>
                    <a:pt x="1375791" y="593456"/>
                  </a:lnTo>
                  <a:lnTo>
                    <a:pt x="1382417" y="593456"/>
                  </a:lnTo>
                  <a:close/>
                </a:path>
                <a:path w="4122420" h="2482215">
                  <a:moveTo>
                    <a:pt x="1154146" y="617293"/>
                  </a:moveTo>
                  <a:lnTo>
                    <a:pt x="1144385" y="617293"/>
                  </a:lnTo>
                  <a:lnTo>
                    <a:pt x="1141224" y="616118"/>
                  </a:lnTo>
                  <a:lnTo>
                    <a:pt x="1138746" y="613528"/>
                  </a:lnTo>
                  <a:lnTo>
                    <a:pt x="1135335" y="607244"/>
                  </a:lnTo>
                  <a:lnTo>
                    <a:pt x="1136113" y="600435"/>
                  </a:lnTo>
                  <a:lnTo>
                    <a:pt x="1140528" y="594974"/>
                  </a:lnTo>
                  <a:lnTo>
                    <a:pt x="1148027" y="592737"/>
                  </a:lnTo>
                  <a:lnTo>
                    <a:pt x="1154778" y="592737"/>
                  </a:lnTo>
                  <a:lnTo>
                    <a:pt x="1160671" y="598324"/>
                  </a:lnTo>
                  <a:lnTo>
                    <a:pt x="1160671" y="612281"/>
                  </a:lnTo>
                  <a:lnTo>
                    <a:pt x="1154146" y="617293"/>
                  </a:lnTo>
                  <a:close/>
                </a:path>
                <a:path w="4122420" h="2482215">
                  <a:moveTo>
                    <a:pt x="1457419" y="617317"/>
                  </a:moveTo>
                  <a:lnTo>
                    <a:pt x="1447658" y="617317"/>
                  </a:lnTo>
                  <a:lnTo>
                    <a:pt x="1444346" y="616166"/>
                  </a:lnTo>
                  <a:lnTo>
                    <a:pt x="1441564" y="613528"/>
                  </a:lnTo>
                  <a:lnTo>
                    <a:pt x="1438184" y="607445"/>
                  </a:lnTo>
                  <a:lnTo>
                    <a:pt x="1438779" y="600890"/>
                  </a:lnTo>
                  <a:lnTo>
                    <a:pt x="1442841" y="595648"/>
                  </a:lnTo>
                  <a:lnTo>
                    <a:pt x="1449858" y="593504"/>
                  </a:lnTo>
                  <a:lnTo>
                    <a:pt x="1450516" y="593504"/>
                  </a:lnTo>
                  <a:lnTo>
                    <a:pt x="1450844" y="593528"/>
                  </a:lnTo>
                  <a:lnTo>
                    <a:pt x="1457596" y="593528"/>
                  </a:lnTo>
                  <a:lnTo>
                    <a:pt x="1463488" y="598324"/>
                  </a:lnTo>
                  <a:lnTo>
                    <a:pt x="1463488" y="612497"/>
                  </a:lnTo>
                  <a:lnTo>
                    <a:pt x="1457419" y="617317"/>
                  </a:lnTo>
                  <a:close/>
                </a:path>
                <a:path w="4122420" h="2482215">
                  <a:moveTo>
                    <a:pt x="1532953" y="617317"/>
                  </a:moveTo>
                  <a:lnTo>
                    <a:pt x="1523217" y="617317"/>
                  </a:lnTo>
                  <a:lnTo>
                    <a:pt x="1519980" y="616166"/>
                  </a:lnTo>
                  <a:lnTo>
                    <a:pt x="1517477" y="613528"/>
                  </a:lnTo>
                  <a:lnTo>
                    <a:pt x="1514066" y="607368"/>
                  </a:lnTo>
                  <a:lnTo>
                    <a:pt x="1514844" y="600830"/>
                  </a:lnTo>
                  <a:lnTo>
                    <a:pt x="1519259" y="595642"/>
                  </a:lnTo>
                  <a:lnTo>
                    <a:pt x="1526758" y="593528"/>
                  </a:lnTo>
                  <a:lnTo>
                    <a:pt x="1527187" y="593481"/>
                  </a:lnTo>
                  <a:lnTo>
                    <a:pt x="1528047" y="593456"/>
                  </a:lnTo>
                  <a:lnTo>
                    <a:pt x="1534243" y="593456"/>
                  </a:lnTo>
                  <a:lnTo>
                    <a:pt x="1539426" y="598780"/>
                  </a:lnTo>
                  <a:lnTo>
                    <a:pt x="1539426" y="612497"/>
                  </a:lnTo>
                  <a:lnTo>
                    <a:pt x="1532953" y="617317"/>
                  </a:lnTo>
                  <a:close/>
                </a:path>
                <a:path w="4122420" h="2482215">
                  <a:moveTo>
                    <a:pt x="2791208" y="650313"/>
                  </a:moveTo>
                  <a:lnTo>
                    <a:pt x="2781928" y="650313"/>
                  </a:lnTo>
                  <a:lnTo>
                    <a:pt x="2771788" y="640721"/>
                  </a:lnTo>
                  <a:lnTo>
                    <a:pt x="2771788" y="639114"/>
                  </a:lnTo>
                  <a:lnTo>
                    <a:pt x="2772218" y="631920"/>
                  </a:lnTo>
                  <a:lnTo>
                    <a:pt x="2778135" y="628323"/>
                  </a:lnTo>
                  <a:lnTo>
                    <a:pt x="2790147" y="628323"/>
                  </a:lnTo>
                  <a:lnTo>
                    <a:pt x="2796266" y="631920"/>
                  </a:lnTo>
                  <a:lnTo>
                    <a:pt x="2797101" y="639114"/>
                  </a:lnTo>
                  <a:lnTo>
                    <a:pt x="2796266" y="645517"/>
                  </a:lnTo>
                  <a:lnTo>
                    <a:pt x="2791208" y="650313"/>
                  </a:lnTo>
                  <a:close/>
                </a:path>
                <a:path w="4122420" h="2482215">
                  <a:moveTo>
                    <a:pt x="2865781" y="651176"/>
                  </a:moveTo>
                  <a:lnTo>
                    <a:pt x="2856400" y="651176"/>
                  </a:lnTo>
                  <a:lnTo>
                    <a:pt x="2853441" y="650169"/>
                  </a:lnTo>
                  <a:lnTo>
                    <a:pt x="2851089" y="647915"/>
                  </a:lnTo>
                  <a:lnTo>
                    <a:pt x="2847302" y="641298"/>
                  </a:lnTo>
                  <a:lnTo>
                    <a:pt x="2848026" y="634525"/>
                  </a:lnTo>
                  <a:lnTo>
                    <a:pt x="2852387" y="629250"/>
                  </a:lnTo>
                  <a:lnTo>
                    <a:pt x="2859510" y="627124"/>
                  </a:lnTo>
                  <a:lnTo>
                    <a:pt x="2860369" y="627916"/>
                  </a:lnTo>
                  <a:lnTo>
                    <a:pt x="2867122" y="627916"/>
                  </a:lnTo>
                  <a:lnTo>
                    <a:pt x="2872179" y="632736"/>
                  </a:lnTo>
                  <a:lnTo>
                    <a:pt x="2872179" y="646284"/>
                  </a:lnTo>
                  <a:lnTo>
                    <a:pt x="2865781" y="651176"/>
                  </a:lnTo>
                  <a:close/>
                </a:path>
                <a:path w="4122420" h="2482215">
                  <a:moveTo>
                    <a:pt x="2936990" y="651200"/>
                  </a:moveTo>
                  <a:lnTo>
                    <a:pt x="2936485" y="651200"/>
                  </a:lnTo>
                  <a:lnTo>
                    <a:pt x="2935448" y="651128"/>
                  </a:lnTo>
                  <a:lnTo>
                    <a:pt x="2926900" y="646926"/>
                  </a:lnTo>
                  <a:lnTo>
                    <a:pt x="2924050" y="639126"/>
                  </a:lnTo>
                  <a:lnTo>
                    <a:pt x="2926900" y="631327"/>
                  </a:lnTo>
                  <a:lnTo>
                    <a:pt x="2935448" y="627124"/>
                  </a:lnTo>
                  <a:lnTo>
                    <a:pt x="2935980" y="627076"/>
                  </a:lnTo>
                  <a:lnTo>
                    <a:pt x="2936990" y="627052"/>
                  </a:lnTo>
                  <a:lnTo>
                    <a:pt x="2946264" y="630826"/>
                  </a:lnTo>
                  <a:lnTo>
                    <a:pt x="2949356" y="639126"/>
                  </a:lnTo>
                  <a:lnTo>
                    <a:pt x="2946264" y="647427"/>
                  </a:lnTo>
                  <a:lnTo>
                    <a:pt x="2936990" y="651200"/>
                  </a:lnTo>
                  <a:close/>
                </a:path>
                <a:path w="4122420" h="2482215">
                  <a:moveTo>
                    <a:pt x="3164655" y="651200"/>
                  </a:moveTo>
                  <a:lnTo>
                    <a:pt x="3164199" y="651200"/>
                  </a:lnTo>
                  <a:lnTo>
                    <a:pt x="3163188" y="651128"/>
                  </a:lnTo>
                  <a:lnTo>
                    <a:pt x="3154169" y="646926"/>
                  </a:lnTo>
                  <a:lnTo>
                    <a:pt x="3151163" y="639126"/>
                  </a:lnTo>
                  <a:lnTo>
                    <a:pt x="3154169" y="631327"/>
                  </a:lnTo>
                  <a:lnTo>
                    <a:pt x="3163188" y="627124"/>
                  </a:lnTo>
                  <a:lnTo>
                    <a:pt x="3163694" y="627076"/>
                  </a:lnTo>
                  <a:lnTo>
                    <a:pt x="3164655" y="627052"/>
                  </a:lnTo>
                  <a:lnTo>
                    <a:pt x="3173516" y="630826"/>
                  </a:lnTo>
                  <a:lnTo>
                    <a:pt x="3176470" y="639126"/>
                  </a:lnTo>
                  <a:lnTo>
                    <a:pt x="3173516" y="647427"/>
                  </a:lnTo>
                  <a:lnTo>
                    <a:pt x="3164655" y="651200"/>
                  </a:lnTo>
                  <a:close/>
                </a:path>
                <a:path w="4122420" h="2482215">
                  <a:moveTo>
                    <a:pt x="3543410" y="651200"/>
                  </a:moveTo>
                  <a:lnTo>
                    <a:pt x="3542930" y="651200"/>
                  </a:lnTo>
                  <a:lnTo>
                    <a:pt x="3541919" y="651128"/>
                  </a:lnTo>
                  <a:lnTo>
                    <a:pt x="3532915" y="646926"/>
                  </a:lnTo>
                  <a:lnTo>
                    <a:pt x="3529913" y="639126"/>
                  </a:lnTo>
                  <a:lnTo>
                    <a:pt x="3532915" y="631327"/>
                  </a:lnTo>
                  <a:lnTo>
                    <a:pt x="3541919" y="627124"/>
                  </a:lnTo>
                  <a:lnTo>
                    <a:pt x="3542424" y="627076"/>
                  </a:lnTo>
                  <a:lnTo>
                    <a:pt x="3543410" y="627052"/>
                  </a:lnTo>
                  <a:lnTo>
                    <a:pt x="3552258" y="630826"/>
                  </a:lnTo>
                  <a:lnTo>
                    <a:pt x="3555207" y="639126"/>
                  </a:lnTo>
                  <a:lnTo>
                    <a:pt x="3552258" y="647427"/>
                  </a:lnTo>
                  <a:lnTo>
                    <a:pt x="3543410" y="651200"/>
                  </a:lnTo>
                  <a:close/>
                </a:path>
                <a:path w="4122420" h="2482215">
                  <a:moveTo>
                    <a:pt x="3093773" y="651344"/>
                  </a:moveTo>
                  <a:lnTo>
                    <a:pt x="3084013" y="651344"/>
                  </a:lnTo>
                  <a:lnTo>
                    <a:pt x="3080725" y="650265"/>
                  </a:lnTo>
                  <a:lnTo>
                    <a:pt x="3077994" y="647915"/>
                  </a:lnTo>
                  <a:lnTo>
                    <a:pt x="3074583" y="641298"/>
                  </a:lnTo>
                  <a:lnTo>
                    <a:pt x="3075361" y="634525"/>
                  </a:lnTo>
                  <a:lnTo>
                    <a:pt x="3079776" y="629250"/>
                  </a:lnTo>
                  <a:lnTo>
                    <a:pt x="3087275" y="627124"/>
                  </a:lnTo>
                  <a:lnTo>
                    <a:pt x="3087275" y="627916"/>
                  </a:lnTo>
                  <a:lnTo>
                    <a:pt x="3094026" y="627916"/>
                  </a:lnTo>
                  <a:lnTo>
                    <a:pt x="3099919" y="632736"/>
                  </a:lnTo>
                  <a:lnTo>
                    <a:pt x="3099919" y="646692"/>
                  </a:lnTo>
                  <a:lnTo>
                    <a:pt x="3093773" y="651344"/>
                  </a:lnTo>
                  <a:close/>
                </a:path>
                <a:path w="4122420" h="2482215">
                  <a:moveTo>
                    <a:pt x="3244765" y="651344"/>
                  </a:moveTo>
                  <a:lnTo>
                    <a:pt x="3235383" y="651344"/>
                  </a:lnTo>
                  <a:lnTo>
                    <a:pt x="3232298" y="650265"/>
                  </a:lnTo>
                  <a:lnTo>
                    <a:pt x="3229820" y="647915"/>
                  </a:lnTo>
                  <a:lnTo>
                    <a:pt x="3226057" y="641298"/>
                  </a:lnTo>
                  <a:lnTo>
                    <a:pt x="3226874" y="634525"/>
                  </a:lnTo>
                  <a:lnTo>
                    <a:pt x="3231484" y="629250"/>
                  </a:lnTo>
                  <a:lnTo>
                    <a:pt x="3239101" y="627124"/>
                  </a:lnTo>
                  <a:lnTo>
                    <a:pt x="3239101" y="627916"/>
                  </a:lnTo>
                  <a:lnTo>
                    <a:pt x="3245852" y="627916"/>
                  </a:lnTo>
                  <a:lnTo>
                    <a:pt x="3250910" y="632736"/>
                  </a:lnTo>
                  <a:lnTo>
                    <a:pt x="3250910" y="646692"/>
                  </a:lnTo>
                  <a:lnTo>
                    <a:pt x="3244765" y="651344"/>
                  </a:lnTo>
                  <a:close/>
                </a:path>
                <a:path w="4122420" h="2482215">
                  <a:moveTo>
                    <a:pt x="3320678" y="651344"/>
                  </a:moveTo>
                  <a:lnTo>
                    <a:pt x="3311297" y="651344"/>
                  </a:lnTo>
                  <a:lnTo>
                    <a:pt x="3308212" y="650265"/>
                  </a:lnTo>
                  <a:lnTo>
                    <a:pt x="3305733" y="647915"/>
                  </a:lnTo>
                  <a:lnTo>
                    <a:pt x="3301957" y="641298"/>
                  </a:lnTo>
                  <a:lnTo>
                    <a:pt x="3302683" y="634525"/>
                  </a:lnTo>
                  <a:lnTo>
                    <a:pt x="3307046" y="629250"/>
                  </a:lnTo>
                  <a:lnTo>
                    <a:pt x="3314180" y="627124"/>
                  </a:lnTo>
                  <a:lnTo>
                    <a:pt x="3314180" y="627916"/>
                  </a:lnTo>
                  <a:lnTo>
                    <a:pt x="3320931" y="627916"/>
                  </a:lnTo>
                  <a:lnTo>
                    <a:pt x="3326823" y="632736"/>
                  </a:lnTo>
                  <a:lnTo>
                    <a:pt x="3326823" y="646692"/>
                  </a:lnTo>
                  <a:lnTo>
                    <a:pt x="3320678" y="651344"/>
                  </a:lnTo>
                  <a:close/>
                </a:path>
                <a:path w="4122420" h="2482215">
                  <a:moveTo>
                    <a:pt x="3472505" y="651344"/>
                  </a:moveTo>
                  <a:lnTo>
                    <a:pt x="3462744" y="651344"/>
                  </a:lnTo>
                  <a:lnTo>
                    <a:pt x="3459481" y="650265"/>
                  </a:lnTo>
                  <a:lnTo>
                    <a:pt x="3456725" y="647915"/>
                  </a:lnTo>
                  <a:lnTo>
                    <a:pt x="3453314" y="641298"/>
                  </a:lnTo>
                  <a:lnTo>
                    <a:pt x="3454092" y="634525"/>
                  </a:lnTo>
                  <a:lnTo>
                    <a:pt x="3458506" y="629250"/>
                  </a:lnTo>
                  <a:lnTo>
                    <a:pt x="3466005" y="627124"/>
                  </a:lnTo>
                  <a:lnTo>
                    <a:pt x="3466005" y="627916"/>
                  </a:lnTo>
                  <a:lnTo>
                    <a:pt x="3472757" y="627916"/>
                  </a:lnTo>
                  <a:lnTo>
                    <a:pt x="3478674" y="632736"/>
                  </a:lnTo>
                  <a:lnTo>
                    <a:pt x="3478674" y="646692"/>
                  </a:lnTo>
                  <a:lnTo>
                    <a:pt x="3472505" y="651344"/>
                  </a:lnTo>
                  <a:close/>
                </a:path>
                <a:path w="4122420" h="2482215">
                  <a:moveTo>
                    <a:pt x="3623496" y="651344"/>
                  </a:moveTo>
                  <a:lnTo>
                    <a:pt x="3614114" y="651344"/>
                  </a:lnTo>
                  <a:lnTo>
                    <a:pt x="3611030" y="650265"/>
                  </a:lnTo>
                  <a:lnTo>
                    <a:pt x="3608576" y="647915"/>
                  </a:lnTo>
                  <a:lnTo>
                    <a:pt x="3604803" y="641298"/>
                  </a:lnTo>
                  <a:lnTo>
                    <a:pt x="3605621" y="634525"/>
                  </a:lnTo>
                  <a:lnTo>
                    <a:pt x="3610237" y="629250"/>
                  </a:lnTo>
                  <a:lnTo>
                    <a:pt x="3617857" y="627124"/>
                  </a:lnTo>
                  <a:lnTo>
                    <a:pt x="3617857" y="627916"/>
                  </a:lnTo>
                  <a:lnTo>
                    <a:pt x="3624583" y="627916"/>
                  </a:lnTo>
                  <a:lnTo>
                    <a:pt x="3629666" y="632736"/>
                  </a:lnTo>
                  <a:lnTo>
                    <a:pt x="3629666" y="646692"/>
                  </a:lnTo>
                  <a:lnTo>
                    <a:pt x="3623496" y="651344"/>
                  </a:lnTo>
                  <a:close/>
                </a:path>
                <a:path w="4122420" h="2482215">
                  <a:moveTo>
                    <a:pt x="3699409" y="651344"/>
                  </a:moveTo>
                  <a:lnTo>
                    <a:pt x="3690027" y="651344"/>
                  </a:lnTo>
                  <a:lnTo>
                    <a:pt x="3686942" y="650265"/>
                  </a:lnTo>
                  <a:lnTo>
                    <a:pt x="3684490" y="647915"/>
                  </a:lnTo>
                  <a:lnTo>
                    <a:pt x="3680702" y="641298"/>
                  </a:lnTo>
                  <a:lnTo>
                    <a:pt x="3681427" y="634525"/>
                  </a:lnTo>
                  <a:lnTo>
                    <a:pt x="3685787" y="629250"/>
                  </a:lnTo>
                  <a:lnTo>
                    <a:pt x="3692910" y="627124"/>
                  </a:lnTo>
                  <a:lnTo>
                    <a:pt x="3692910" y="627916"/>
                  </a:lnTo>
                  <a:lnTo>
                    <a:pt x="3699662" y="627916"/>
                  </a:lnTo>
                  <a:lnTo>
                    <a:pt x="3705579" y="632736"/>
                  </a:lnTo>
                  <a:lnTo>
                    <a:pt x="3705579" y="646692"/>
                  </a:lnTo>
                  <a:lnTo>
                    <a:pt x="3699409" y="651344"/>
                  </a:lnTo>
                  <a:close/>
                </a:path>
                <a:path w="4122420" h="2482215">
                  <a:moveTo>
                    <a:pt x="3851261" y="651344"/>
                  </a:moveTo>
                  <a:lnTo>
                    <a:pt x="3841474" y="651344"/>
                  </a:lnTo>
                  <a:lnTo>
                    <a:pt x="3838213" y="650265"/>
                  </a:lnTo>
                  <a:lnTo>
                    <a:pt x="3835481" y="647915"/>
                  </a:lnTo>
                  <a:lnTo>
                    <a:pt x="3832059" y="641298"/>
                  </a:lnTo>
                  <a:lnTo>
                    <a:pt x="3832839" y="634525"/>
                  </a:lnTo>
                  <a:lnTo>
                    <a:pt x="3837259" y="629250"/>
                  </a:lnTo>
                  <a:lnTo>
                    <a:pt x="3844762" y="627124"/>
                  </a:lnTo>
                  <a:lnTo>
                    <a:pt x="3844762" y="627916"/>
                  </a:lnTo>
                  <a:lnTo>
                    <a:pt x="3851488" y="627916"/>
                  </a:lnTo>
                  <a:lnTo>
                    <a:pt x="3857405" y="632736"/>
                  </a:lnTo>
                  <a:lnTo>
                    <a:pt x="3857405" y="646692"/>
                  </a:lnTo>
                  <a:lnTo>
                    <a:pt x="3851261" y="651344"/>
                  </a:lnTo>
                  <a:close/>
                </a:path>
                <a:path w="4122420" h="2482215">
                  <a:moveTo>
                    <a:pt x="3927173" y="651344"/>
                  </a:moveTo>
                  <a:lnTo>
                    <a:pt x="3917388" y="651344"/>
                  </a:lnTo>
                  <a:lnTo>
                    <a:pt x="3914125" y="650265"/>
                  </a:lnTo>
                  <a:lnTo>
                    <a:pt x="3911394" y="647915"/>
                  </a:lnTo>
                  <a:lnTo>
                    <a:pt x="3907983" y="641298"/>
                  </a:lnTo>
                  <a:lnTo>
                    <a:pt x="3908761" y="634525"/>
                  </a:lnTo>
                  <a:lnTo>
                    <a:pt x="3913176" y="629250"/>
                  </a:lnTo>
                  <a:lnTo>
                    <a:pt x="3920675" y="627124"/>
                  </a:lnTo>
                  <a:lnTo>
                    <a:pt x="3920675" y="627916"/>
                  </a:lnTo>
                  <a:lnTo>
                    <a:pt x="3927426" y="627916"/>
                  </a:lnTo>
                  <a:lnTo>
                    <a:pt x="3932484" y="632736"/>
                  </a:lnTo>
                  <a:lnTo>
                    <a:pt x="3933319" y="639114"/>
                  </a:lnTo>
                  <a:lnTo>
                    <a:pt x="3933319" y="646692"/>
                  </a:lnTo>
                  <a:lnTo>
                    <a:pt x="3927173" y="651344"/>
                  </a:lnTo>
                  <a:close/>
                </a:path>
                <a:path w="4122420" h="2482215">
                  <a:moveTo>
                    <a:pt x="4002631" y="651680"/>
                  </a:moveTo>
                  <a:lnTo>
                    <a:pt x="3992567" y="651680"/>
                  </a:lnTo>
                  <a:lnTo>
                    <a:pt x="3989204" y="650529"/>
                  </a:lnTo>
                  <a:lnTo>
                    <a:pt x="3986473" y="647915"/>
                  </a:lnTo>
                  <a:lnTo>
                    <a:pt x="3983204" y="641843"/>
                  </a:lnTo>
                  <a:lnTo>
                    <a:pt x="3983989" y="635287"/>
                  </a:lnTo>
                  <a:lnTo>
                    <a:pt x="3988102" y="630039"/>
                  </a:lnTo>
                  <a:lnTo>
                    <a:pt x="3994818" y="627892"/>
                  </a:lnTo>
                  <a:lnTo>
                    <a:pt x="3995424" y="627892"/>
                  </a:lnTo>
                  <a:lnTo>
                    <a:pt x="3995753" y="627916"/>
                  </a:lnTo>
                  <a:lnTo>
                    <a:pt x="4002480" y="627916"/>
                  </a:lnTo>
                  <a:lnTo>
                    <a:pt x="4008397" y="632736"/>
                  </a:lnTo>
                  <a:lnTo>
                    <a:pt x="4008397" y="639114"/>
                  </a:lnTo>
                  <a:lnTo>
                    <a:pt x="4008953" y="646692"/>
                  </a:lnTo>
                  <a:lnTo>
                    <a:pt x="4002631" y="651680"/>
                  </a:lnTo>
                  <a:close/>
                </a:path>
                <a:path w="4122420" h="2482215">
                  <a:moveTo>
                    <a:pt x="3017557" y="651704"/>
                  </a:moveTo>
                  <a:lnTo>
                    <a:pt x="3007796" y="651704"/>
                  </a:lnTo>
                  <a:lnTo>
                    <a:pt x="3004584" y="650553"/>
                  </a:lnTo>
                  <a:lnTo>
                    <a:pt x="3002081" y="647915"/>
                  </a:lnTo>
                  <a:lnTo>
                    <a:pt x="2998307" y="641755"/>
                  </a:lnTo>
                  <a:lnTo>
                    <a:pt x="2999126" y="635218"/>
                  </a:lnTo>
                  <a:lnTo>
                    <a:pt x="3003742" y="630029"/>
                  </a:lnTo>
                  <a:lnTo>
                    <a:pt x="3011362" y="627916"/>
                  </a:lnTo>
                  <a:lnTo>
                    <a:pt x="3018113" y="627916"/>
                  </a:lnTo>
                  <a:lnTo>
                    <a:pt x="3024005" y="632736"/>
                  </a:lnTo>
                  <a:lnTo>
                    <a:pt x="3024005" y="646908"/>
                  </a:lnTo>
                  <a:lnTo>
                    <a:pt x="3017557" y="651704"/>
                  </a:lnTo>
                  <a:close/>
                </a:path>
                <a:path w="4122420" h="2482215">
                  <a:moveTo>
                    <a:pt x="3392419" y="651992"/>
                  </a:moveTo>
                  <a:lnTo>
                    <a:pt x="3391938" y="651992"/>
                  </a:lnTo>
                  <a:lnTo>
                    <a:pt x="3390926" y="651920"/>
                  </a:lnTo>
                  <a:lnTo>
                    <a:pt x="3381923" y="647606"/>
                  </a:lnTo>
                  <a:lnTo>
                    <a:pt x="3378922" y="639621"/>
                  </a:lnTo>
                  <a:lnTo>
                    <a:pt x="3381923" y="631784"/>
                  </a:lnTo>
                  <a:lnTo>
                    <a:pt x="3390926" y="627916"/>
                  </a:lnTo>
                  <a:lnTo>
                    <a:pt x="3391458" y="627868"/>
                  </a:lnTo>
                  <a:lnTo>
                    <a:pt x="3392419" y="627868"/>
                  </a:lnTo>
                  <a:lnTo>
                    <a:pt x="3401280" y="631637"/>
                  </a:lnTo>
                  <a:lnTo>
                    <a:pt x="3404234" y="639930"/>
                  </a:lnTo>
                  <a:lnTo>
                    <a:pt x="3401280" y="648222"/>
                  </a:lnTo>
                  <a:lnTo>
                    <a:pt x="3392419" y="651992"/>
                  </a:lnTo>
                  <a:close/>
                </a:path>
                <a:path w="4122420" h="2482215">
                  <a:moveTo>
                    <a:pt x="3770391" y="651992"/>
                  </a:moveTo>
                  <a:lnTo>
                    <a:pt x="3769885" y="651992"/>
                  </a:lnTo>
                  <a:lnTo>
                    <a:pt x="3768823" y="651920"/>
                  </a:lnTo>
                  <a:lnTo>
                    <a:pt x="3760289" y="647717"/>
                  </a:lnTo>
                  <a:lnTo>
                    <a:pt x="3757444" y="639918"/>
                  </a:lnTo>
                  <a:lnTo>
                    <a:pt x="3760289" y="632118"/>
                  </a:lnTo>
                  <a:lnTo>
                    <a:pt x="3768823" y="627916"/>
                  </a:lnTo>
                  <a:lnTo>
                    <a:pt x="3769355" y="627868"/>
                  </a:lnTo>
                  <a:lnTo>
                    <a:pt x="3770391" y="627868"/>
                  </a:lnTo>
                  <a:lnTo>
                    <a:pt x="3779665" y="631637"/>
                  </a:lnTo>
                  <a:lnTo>
                    <a:pt x="3782757" y="639930"/>
                  </a:lnTo>
                  <a:lnTo>
                    <a:pt x="3779665" y="648222"/>
                  </a:lnTo>
                  <a:lnTo>
                    <a:pt x="3770391" y="651992"/>
                  </a:lnTo>
                  <a:close/>
                </a:path>
                <a:path w="4122420" h="2482215">
                  <a:moveTo>
                    <a:pt x="1040656" y="652495"/>
                  </a:moveTo>
                  <a:lnTo>
                    <a:pt x="1030895" y="652495"/>
                  </a:lnTo>
                  <a:lnTo>
                    <a:pt x="1027608" y="651320"/>
                  </a:lnTo>
                  <a:lnTo>
                    <a:pt x="1024876" y="648730"/>
                  </a:lnTo>
                  <a:lnTo>
                    <a:pt x="1021607" y="642644"/>
                  </a:lnTo>
                  <a:lnTo>
                    <a:pt x="1022392" y="636081"/>
                  </a:lnTo>
                  <a:lnTo>
                    <a:pt x="1026505" y="630831"/>
                  </a:lnTo>
                  <a:lnTo>
                    <a:pt x="1033221" y="628683"/>
                  </a:lnTo>
                  <a:lnTo>
                    <a:pt x="1033525" y="628683"/>
                  </a:lnTo>
                  <a:lnTo>
                    <a:pt x="1034157" y="628731"/>
                  </a:lnTo>
                  <a:lnTo>
                    <a:pt x="1034157" y="629522"/>
                  </a:lnTo>
                  <a:lnTo>
                    <a:pt x="1041603" y="629522"/>
                  </a:lnTo>
                  <a:lnTo>
                    <a:pt x="1046017" y="634678"/>
                  </a:lnTo>
                  <a:lnTo>
                    <a:pt x="1046801" y="639930"/>
                  </a:lnTo>
                  <a:lnTo>
                    <a:pt x="1046801" y="647483"/>
                  </a:lnTo>
                  <a:lnTo>
                    <a:pt x="1040656" y="652495"/>
                  </a:lnTo>
                  <a:close/>
                </a:path>
                <a:path w="4122420" h="2482215">
                  <a:moveTo>
                    <a:pt x="1041603" y="629522"/>
                  </a:moveTo>
                  <a:lnTo>
                    <a:pt x="1034157" y="629522"/>
                  </a:lnTo>
                  <a:lnTo>
                    <a:pt x="1035017" y="629450"/>
                  </a:lnTo>
                  <a:lnTo>
                    <a:pt x="1041541" y="629450"/>
                  </a:lnTo>
                  <a:close/>
                </a:path>
                <a:path w="4122420" h="2482215">
                  <a:moveTo>
                    <a:pt x="1267561" y="652495"/>
                  </a:moveTo>
                  <a:lnTo>
                    <a:pt x="1257800" y="652495"/>
                  </a:lnTo>
                  <a:lnTo>
                    <a:pt x="1254512" y="651320"/>
                  </a:lnTo>
                  <a:lnTo>
                    <a:pt x="1251781" y="648730"/>
                  </a:lnTo>
                  <a:lnTo>
                    <a:pt x="1248370" y="642561"/>
                  </a:lnTo>
                  <a:lnTo>
                    <a:pt x="1249148" y="636024"/>
                  </a:lnTo>
                  <a:lnTo>
                    <a:pt x="1253563" y="630841"/>
                  </a:lnTo>
                  <a:lnTo>
                    <a:pt x="1261062" y="628731"/>
                  </a:lnTo>
                  <a:lnTo>
                    <a:pt x="1261062" y="629522"/>
                  </a:lnTo>
                  <a:lnTo>
                    <a:pt x="1267813" y="629522"/>
                  </a:lnTo>
                  <a:lnTo>
                    <a:pt x="1272871" y="634318"/>
                  </a:lnTo>
                  <a:lnTo>
                    <a:pt x="1273706" y="639930"/>
                  </a:lnTo>
                  <a:lnTo>
                    <a:pt x="1273706" y="647483"/>
                  </a:lnTo>
                  <a:lnTo>
                    <a:pt x="1267561" y="652495"/>
                  </a:lnTo>
                  <a:close/>
                </a:path>
                <a:path w="4122420" h="2482215">
                  <a:moveTo>
                    <a:pt x="888577" y="652759"/>
                  </a:moveTo>
                  <a:lnTo>
                    <a:pt x="878790" y="652759"/>
                  </a:lnTo>
                  <a:lnTo>
                    <a:pt x="875655" y="651776"/>
                  </a:lnTo>
                  <a:lnTo>
                    <a:pt x="873025" y="649522"/>
                  </a:lnTo>
                  <a:lnTo>
                    <a:pt x="869614" y="642894"/>
                  </a:lnTo>
                  <a:lnTo>
                    <a:pt x="870392" y="636123"/>
                  </a:lnTo>
                  <a:lnTo>
                    <a:pt x="874807" y="630853"/>
                  </a:lnTo>
                  <a:lnTo>
                    <a:pt x="882306" y="628731"/>
                  </a:lnTo>
                  <a:lnTo>
                    <a:pt x="882306" y="629522"/>
                  </a:lnTo>
                  <a:lnTo>
                    <a:pt x="889057" y="629522"/>
                  </a:lnTo>
                  <a:lnTo>
                    <a:pt x="894975" y="634318"/>
                  </a:lnTo>
                  <a:lnTo>
                    <a:pt x="894975" y="647891"/>
                  </a:lnTo>
                  <a:lnTo>
                    <a:pt x="888577" y="652759"/>
                  </a:lnTo>
                  <a:close/>
                </a:path>
                <a:path w="4122420" h="2482215">
                  <a:moveTo>
                    <a:pt x="1191749" y="652759"/>
                  </a:moveTo>
                  <a:lnTo>
                    <a:pt x="1182089" y="652759"/>
                  </a:lnTo>
                  <a:lnTo>
                    <a:pt x="1179055" y="651776"/>
                  </a:lnTo>
                  <a:lnTo>
                    <a:pt x="1176703" y="649522"/>
                  </a:lnTo>
                  <a:lnTo>
                    <a:pt x="1172929" y="642894"/>
                  </a:lnTo>
                  <a:lnTo>
                    <a:pt x="1173747" y="636123"/>
                  </a:lnTo>
                  <a:lnTo>
                    <a:pt x="1178363" y="630853"/>
                  </a:lnTo>
                  <a:lnTo>
                    <a:pt x="1185983" y="628731"/>
                  </a:lnTo>
                  <a:lnTo>
                    <a:pt x="1185983" y="629522"/>
                  </a:lnTo>
                  <a:lnTo>
                    <a:pt x="1193428" y="629522"/>
                  </a:lnTo>
                  <a:lnTo>
                    <a:pt x="1197792" y="634726"/>
                  </a:lnTo>
                  <a:lnTo>
                    <a:pt x="1197792" y="640721"/>
                  </a:lnTo>
                  <a:lnTo>
                    <a:pt x="1198374" y="647891"/>
                  </a:lnTo>
                  <a:lnTo>
                    <a:pt x="1191749" y="652759"/>
                  </a:lnTo>
                  <a:close/>
                </a:path>
                <a:path w="4122420" h="2482215">
                  <a:moveTo>
                    <a:pt x="1193428" y="629522"/>
                  </a:moveTo>
                  <a:lnTo>
                    <a:pt x="1185983" y="629522"/>
                  </a:lnTo>
                  <a:lnTo>
                    <a:pt x="1186843" y="629450"/>
                  </a:lnTo>
                  <a:lnTo>
                    <a:pt x="1193367" y="629450"/>
                  </a:lnTo>
                  <a:close/>
                </a:path>
                <a:path w="4122420" h="2482215">
                  <a:moveTo>
                    <a:pt x="959787" y="652783"/>
                  </a:moveTo>
                  <a:lnTo>
                    <a:pt x="959281" y="652783"/>
                  </a:lnTo>
                  <a:lnTo>
                    <a:pt x="958219" y="652711"/>
                  </a:lnTo>
                  <a:lnTo>
                    <a:pt x="949684" y="648519"/>
                  </a:lnTo>
                  <a:lnTo>
                    <a:pt x="946840" y="640721"/>
                  </a:lnTo>
                  <a:lnTo>
                    <a:pt x="949684" y="632923"/>
                  </a:lnTo>
                  <a:lnTo>
                    <a:pt x="958219" y="628731"/>
                  </a:lnTo>
                  <a:lnTo>
                    <a:pt x="958750" y="628683"/>
                  </a:lnTo>
                  <a:lnTo>
                    <a:pt x="959787" y="628659"/>
                  </a:lnTo>
                  <a:lnTo>
                    <a:pt x="969061" y="632429"/>
                  </a:lnTo>
                  <a:lnTo>
                    <a:pt x="972152" y="640721"/>
                  </a:lnTo>
                  <a:lnTo>
                    <a:pt x="969061" y="649014"/>
                  </a:lnTo>
                  <a:lnTo>
                    <a:pt x="959787" y="652783"/>
                  </a:lnTo>
                  <a:close/>
                </a:path>
                <a:path w="4122420" h="2482215">
                  <a:moveTo>
                    <a:pt x="1338517" y="652783"/>
                  </a:moveTo>
                  <a:lnTo>
                    <a:pt x="1338012" y="652783"/>
                  </a:lnTo>
                  <a:lnTo>
                    <a:pt x="1336975" y="652711"/>
                  </a:lnTo>
                  <a:lnTo>
                    <a:pt x="1328426" y="648519"/>
                  </a:lnTo>
                  <a:lnTo>
                    <a:pt x="1325577" y="640721"/>
                  </a:lnTo>
                  <a:lnTo>
                    <a:pt x="1328426" y="632923"/>
                  </a:lnTo>
                  <a:lnTo>
                    <a:pt x="1336975" y="628731"/>
                  </a:lnTo>
                  <a:lnTo>
                    <a:pt x="1337506" y="628683"/>
                  </a:lnTo>
                  <a:lnTo>
                    <a:pt x="1338517" y="628659"/>
                  </a:lnTo>
                  <a:lnTo>
                    <a:pt x="1347792" y="632429"/>
                  </a:lnTo>
                  <a:lnTo>
                    <a:pt x="1350883" y="640721"/>
                  </a:lnTo>
                  <a:lnTo>
                    <a:pt x="1347792" y="649014"/>
                  </a:lnTo>
                  <a:lnTo>
                    <a:pt x="1338517" y="652783"/>
                  </a:lnTo>
                  <a:close/>
                </a:path>
                <a:path w="4122420" h="2482215">
                  <a:moveTo>
                    <a:pt x="1566206" y="652783"/>
                  </a:moveTo>
                  <a:lnTo>
                    <a:pt x="1565726" y="652783"/>
                  </a:lnTo>
                  <a:lnTo>
                    <a:pt x="1564714" y="652711"/>
                  </a:lnTo>
                  <a:lnTo>
                    <a:pt x="1555696" y="648519"/>
                  </a:lnTo>
                  <a:lnTo>
                    <a:pt x="1552690" y="640721"/>
                  </a:lnTo>
                  <a:lnTo>
                    <a:pt x="1555696" y="632923"/>
                  </a:lnTo>
                  <a:lnTo>
                    <a:pt x="1564714" y="628731"/>
                  </a:lnTo>
                  <a:lnTo>
                    <a:pt x="1565220" y="628683"/>
                  </a:lnTo>
                  <a:lnTo>
                    <a:pt x="1566206" y="628659"/>
                  </a:lnTo>
                  <a:lnTo>
                    <a:pt x="1575054" y="632429"/>
                  </a:lnTo>
                  <a:lnTo>
                    <a:pt x="1578003" y="640721"/>
                  </a:lnTo>
                  <a:lnTo>
                    <a:pt x="1575054" y="649014"/>
                  </a:lnTo>
                  <a:lnTo>
                    <a:pt x="1566206" y="652783"/>
                  </a:lnTo>
                  <a:close/>
                </a:path>
                <a:path w="4122420" h="2482215">
                  <a:moveTo>
                    <a:pt x="1116569" y="653287"/>
                  </a:moveTo>
                  <a:lnTo>
                    <a:pt x="1106808" y="653287"/>
                  </a:lnTo>
                  <a:lnTo>
                    <a:pt x="1103521" y="652136"/>
                  </a:lnTo>
                  <a:lnTo>
                    <a:pt x="1100790" y="649522"/>
                  </a:lnTo>
                  <a:lnTo>
                    <a:pt x="1097379" y="643362"/>
                  </a:lnTo>
                  <a:lnTo>
                    <a:pt x="1098157" y="636824"/>
                  </a:lnTo>
                  <a:lnTo>
                    <a:pt x="1102571" y="631636"/>
                  </a:lnTo>
                  <a:lnTo>
                    <a:pt x="1110070" y="629522"/>
                  </a:lnTo>
                  <a:lnTo>
                    <a:pt x="1110500" y="629474"/>
                  </a:lnTo>
                  <a:lnTo>
                    <a:pt x="1111360" y="629450"/>
                  </a:lnTo>
                  <a:lnTo>
                    <a:pt x="1117555" y="629450"/>
                  </a:lnTo>
                  <a:lnTo>
                    <a:pt x="1122714" y="634726"/>
                  </a:lnTo>
                  <a:lnTo>
                    <a:pt x="1122714" y="648275"/>
                  </a:lnTo>
                  <a:lnTo>
                    <a:pt x="1116569" y="653287"/>
                  </a:lnTo>
                  <a:close/>
                </a:path>
                <a:path w="4122420" h="2482215">
                  <a:moveTo>
                    <a:pt x="1419387" y="653287"/>
                  </a:moveTo>
                  <a:lnTo>
                    <a:pt x="1409626" y="653287"/>
                  </a:lnTo>
                  <a:lnTo>
                    <a:pt x="1406364" y="652136"/>
                  </a:lnTo>
                  <a:lnTo>
                    <a:pt x="1403607" y="649522"/>
                  </a:lnTo>
                  <a:lnTo>
                    <a:pt x="1400342" y="643439"/>
                  </a:lnTo>
                  <a:lnTo>
                    <a:pt x="1401135" y="636884"/>
                  </a:lnTo>
                  <a:lnTo>
                    <a:pt x="1405257" y="631642"/>
                  </a:lnTo>
                  <a:lnTo>
                    <a:pt x="1411978" y="629498"/>
                  </a:lnTo>
                  <a:lnTo>
                    <a:pt x="1412585" y="629498"/>
                  </a:lnTo>
                  <a:lnTo>
                    <a:pt x="1412888" y="629522"/>
                  </a:lnTo>
                  <a:lnTo>
                    <a:pt x="1419640" y="629522"/>
                  </a:lnTo>
                  <a:lnTo>
                    <a:pt x="1425532" y="634318"/>
                  </a:lnTo>
                  <a:lnTo>
                    <a:pt x="1425532" y="648275"/>
                  </a:lnTo>
                  <a:lnTo>
                    <a:pt x="1419387" y="653287"/>
                  </a:lnTo>
                  <a:close/>
                </a:path>
                <a:path w="4122420" h="2482215">
                  <a:moveTo>
                    <a:pt x="1494921" y="653287"/>
                  </a:moveTo>
                  <a:lnTo>
                    <a:pt x="1485185" y="653287"/>
                  </a:lnTo>
                  <a:lnTo>
                    <a:pt x="1481999" y="652136"/>
                  </a:lnTo>
                  <a:lnTo>
                    <a:pt x="1479521" y="649522"/>
                  </a:lnTo>
                  <a:lnTo>
                    <a:pt x="1475758" y="643362"/>
                  </a:lnTo>
                  <a:lnTo>
                    <a:pt x="1476575" y="636824"/>
                  </a:lnTo>
                  <a:lnTo>
                    <a:pt x="1481185" y="631636"/>
                  </a:lnTo>
                  <a:lnTo>
                    <a:pt x="1488801" y="629522"/>
                  </a:lnTo>
                  <a:lnTo>
                    <a:pt x="1489231" y="629474"/>
                  </a:lnTo>
                  <a:lnTo>
                    <a:pt x="1490091" y="629450"/>
                  </a:lnTo>
                  <a:lnTo>
                    <a:pt x="1496286" y="629450"/>
                  </a:lnTo>
                  <a:lnTo>
                    <a:pt x="1501445" y="634726"/>
                  </a:lnTo>
                  <a:lnTo>
                    <a:pt x="1501445" y="648275"/>
                  </a:lnTo>
                  <a:lnTo>
                    <a:pt x="1494921" y="653287"/>
                  </a:lnTo>
                  <a:close/>
                </a:path>
                <a:path w="4122420" h="2482215">
                  <a:moveTo>
                    <a:pt x="2823248" y="687122"/>
                  </a:moveTo>
                  <a:lnTo>
                    <a:pt x="2820719" y="687122"/>
                  </a:lnTo>
                  <a:lnTo>
                    <a:pt x="2819884" y="686307"/>
                  </a:lnTo>
                  <a:lnTo>
                    <a:pt x="2811438" y="678322"/>
                  </a:lnTo>
                  <a:lnTo>
                    <a:pt x="2811438" y="677530"/>
                  </a:lnTo>
                  <a:lnTo>
                    <a:pt x="2810604" y="675924"/>
                  </a:lnTo>
                  <a:lnTo>
                    <a:pt x="2810604" y="675108"/>
                  </a:lnTo>
                  <a:lnTo>
                    <a:pt x="2811438" y="667914"/>
                  </a:lnTo>
                  <a:lnTo>
                    <a:pt x="2817558" y="664317"/>
                  </a:lnTo>
                  <a:lnTo>
                    <a:pt x="2829569" y="664317"/>
                  </a:lnTo>
                  <a:lnTo>
                    <a:pt x="2835487" y="667914"/>
                  </a:lnTo>
                  <a:lnTo>
                    <a:pt x="2835891" y="675108"/>
                  </a:lnTo>
                  <a:lnTo>
                    <a:pt x="2835057" y="675108"/>
                  </a:lnTo>
                  <a:lnTo>
                    <a:pt x="2834223" y="681511"/>
                  </a:lnTo>
                  <a:lnTo>
                    <a:pt x="2829999" y="686307"/>
                  </a:lnTo>
                  <a:lnTo>
                    <a:pt x="2823248" y="687122"/>
                  </a:lnTo>
                  <a:close/>
                </a:path>
                <a:path w="4122420" h="2482215">
                  <a:moveTo>
                    <a:pt x="2903738" y="687170"/>
                  </a:moveTo>
                  <a:lnTo>
                    <a:pt x="2894356" y="687170"/>
                  </a:lnTo>
                  <a:lnTo>
                    <a:pt x="2891423" y="686163"/>
                  </a:lnTo>
                  <a:lnTo>
                    <a:pt x="2889046" y="683909"/>
                  </a:lnTo>
                  <a:lnTo>
                    <a:pt x="2885259" y="677292"/>
                  </a:lnTo>
                  <a:lnTo>
                    <a:pt x="2885986" y="670519"/>
                  </a:lnTo>
                  <a:lnTo>
                    <a:pt x="2890355" y="665244"/>
                  </a:lnTo>
                  <a:lnTo>
                    <a:pt x="2897492" y="663118"/>
                  </a:lnTo>
                  <a:lnTo>
                    <a:pt x="2897492" y="663910"/>
                  </a:lnTo>
                  <a:lnTo>
                    <a:pt x="2905022" y="663910"/>
                  </a:lnTo>
                  <a:lnTo>
                    <a:pt x="2910136" y="669137"/>
                  </a:lnTo>
                  <a:lnTo>
                    <a:pt x="2910136" y="682278"/>
                  </a:lnTo>
                  <a:lnTo>
                    <a:pt x="2903738" y="687170"/>
                  </a:lnTo>
                  <a:close/>
                </a:path>
                <a:path w="4122420" h="2482215">
                  <a:moveTo>
                    <a:pt x="2905022" y="663910"/>
                  </a:moveTo>
                  <a:lnTo>
                    <a:pt x="2897492" y="663910"/>
                  </a:lnTo>
                  <a:lnTo>
                    <a:pt x="2898351" y="663838"/>
                  </a:lnTo>
                  <a:lnTo>
                    <a:pt x="2904951" y="663838"/>
                  </a:lnTo>
                  <a:close/>
                </a:path>
                <a:path w="4122420" h="2482215">
                  <a:moveTo>
                    <a:pt x="2979651" y="687170"/>
                  </a:moveTo>
                  <a:lnTo>
                    <a:pt x="2970269" y="687170"/>
                  </a:lnTo>
                  <a:lnTo>
                    <a:pt x="2967336" y="686163"/>
                  </a:lnTo>
                  <a:lnTo>
                    <a:pt x="2964958" y="683909"/>
                  </a:lnTo>
                  <a:lnTo>
                    <a:pt x="2961183" y="677292"/>
                  </a:lnTo>
                  <a:lnTo>
                    <a:pt x="2961909" y="670519"/>
                  </a:lnTo>
                  <a:lnTo>
                    <a:pt x="2966271" y="665244"/>
                  </a:lnTo>
                  <a:lnTo>
                    <a:pt x="2973405" y="663118"/>
                  </a:lnTo>
                  <a:lnTo>
                    <a:pt x="2973405" y="663910"/>
                  </a:lnTo>
                  <a:lnTo>
                    <a:pt x="2980960" y="663910"/>
                  </a:lnTo>
                  <a:lnTo>
                    <a:pt x="2986048" y="669137"/>
                  </a:lnTo>
                  <a:lnTo>
                    <a:pt x="2986048" y="682278"/>
                  </a:lnTo>
                  <a:lnTo>
                    <a:pt x="2979651" y="687170"/>
                  </a:lnTo>
                  <a:close/>
                </a:path>
                <a:path w="4122420" h="2482215">
                  <a:moveTo>
                    <a:pt x="2980960" y="663910"/>
                  </a:moveTo>
                  <a:lnTo>
                    <a:pt x="2973405" y="663910"/>
                  </a:lnTo>
                  <a:lnTo>
                    <a:pt x="2974265" y="663838"/>
                  </a:lnTo>
                  <a:lnTo>
                    <a:pt x="2980890" y="663838"/>
                  </a:lnTo>
                  <a:close/>
                </a:path>
                <a:path w="4122420" h="2482215">
                  <a:moveTo>
                    <a:pt x="4032193" y="687194"/>
                  </a:moveTo>
                  <a:lnTo>
                    <a:pt x="4023275" y="683429"/>
                  </a:lnTo>
                  <a:lnTo>
                    <a:pt x="4020421" y="675144"/>
                  </a:lnTo>
                  <a:lnTo>
                    <a:pt x="4023637" y="666860"/>
                  </a:lnTo>
                  <a:lnTo>
                    <a:pt x="4032926" y="663094"/>
                  </a:lnTo>
                  <a:lnTo>
                    <a:pt x="4033432" y="663118"/>
                  </a:lnTo>
                  <a:lnTo>
                    <a:pt x="4037073" y="663118"/>
                  </a:lnTo>
                  <a:lnTo>
                    <a:pt x="4040437" y="664725"/>
                  </a:lnTo>
                  <a:lnTo>
                    <a:pt x="4042990" y="667123"/>
                  </a:lnTo>
                  <a:lnTo>
                    <a:pt x="4040437" y="685516"/>
                  </a:lnTo>
                  <a:lnTo>
                    <a:pt x="4038767" y="686307"/>
                  </a:lnTo>
                  <a:lnTo>
                    <a:pt x="4036238" y="687122"/>
                  </a:lnTo>
                  <a:lnTo>
                    <a:pt x="4033710" y="687122"/>
                  </a:lnTo>
                  <a:lnTo>
                    <a:pt x="4033179" y="687170"/>
                  </a:lnTo>
                  <a:lnTo>
                    <a:pt x="4032193" y="687194"/>
                  </a:lnTo>
                  <a:close/>
                </a:path>
                <a:path w="4122420" h="2482215">
                  <a:moveTo>
                    <a:pt x="3054983" y="687674"/>
                  </a:moveTo>
                  <a:lnTo>
                    <a:pt x="3045601" y="687674"/>
                  </a:lnTo>
                  <a:lnTo>
                    <a:pt x="3042515" y="686523"/>
                  </a:lnTo>
                  <a:lnTo>
                    <a:pt x="3040038" y="683909"/>
                  </a:lnTo>
                  <a:lnTo>
                    <a:pt x="3036309" y="677837"/>
                  </a:lnTo>
                  <a:lnTo>
                    <a:pt x="3036930" y="671281"/>
                  </a:lnTo>
                  <a:lnTo>
                    <a:pt x="3041179" y="666033"/>
                  </a:lnTo>
                  <a:lnTo>
                    <a:pt x="3048332" y="663886"/>
                  </a:lnTo>
                  <a:lnTo>
                    <a:pt x="3048989" y="663910"/>
                  </a:lnTo>
                  <a:lnTo>
                    <a:pt x="3056069" y="663910"/>
                  </a:lnTo>
                  <a:lnTo>
                    <a:pt x="3061127" y="668730"/>
                  </a:lnTo>
                  <a:lnTo>
                    <a:pt x="3061127" y="682686"/>
                  </a:lnTo>
                  <a:lnTo>
                    <a:pt x="3054983" y="687674"/>
                  </a:lnTo>
                  <a:close/>
                </a:path>
                <a:path w="4122420" h="2482215">
                  <a:moveTo>
                    <a:pt x="3130895" y="687674"/>
                  </a:moveTo>
                  <a:lnTo>
                    <a:pt x="3121514" y="687674"/>
                  </a:lnTo>
                  <a:lnTo>
                    <a:pt x="3118429" y="686523"/>
                  </a:lnTo>
                  <a:lnTo>
                    <a:pt x="3115951" y="683909"/>
                  </a:lnTo>
                  <a:lnTo>
                    <a:pt x="3112164" y="677749"/>
                  </a:lnTo>
                  <a:lnTo>
                    <a:pt x="3112891" y="671212"/>
                  </a:lnTo>
                  <a:lnTo>
                    <a:pt x="3117259" y="666023"/>
                  </a:lnTo>
                  <a:lnTo>
                    <a:pt x="3124397" y="663910"/>
                  </a:lnTo>
                  <a:lnTo>
                    <a:pt x="3131983" y="663910"/>
                  </a:lnTo>
                  <a:lnTo>
                    <a:pt x="3137040" y="668730"/>
                  </a:lnTo>
                  <a:lnTo>
                    <a:pt x="3137040" y="682686"/>
                  </a:lnTo>
                  <a:lnTo>
                    <a:pt x="3130895" y="687674"/>
                  </a:lnTo>
                  <a:close/>
                </a:path>
                <a:path w="4122420" h="2482215">
                  <a:moveTo>
                    <a:pt x="3207264" y="687674"/>
                  </a:moveTo>
                  <a:lnTo>
                    <a:pt x="3197528" y="687674"/>
                  </a:lnTo>
                  <a:lnTo>
                    <a:pt x="3194342" y="686523"/>
                  </a:lnTo>
                  <a:lnTo>
                    <a:pt x="3191864" y="683909"/>
                  </a:lnTo>
                  <a:lnTo>
                    <a:pt x="3188101" y="677749"/>
                  </a:lnTo>
                  <a:lnTo>
                    <a:pt x="3188918" y="671212"/>
                  </a:lnTo>
                  <a:lnTo>
                    <a:pt x="3193528" y="666023"/>
                  </a:lnTo>
                  <a:lnTo>
                    <a:pt x="3201144" y="663910"/>
                  </a:lnTo>
                  <a:lnTo>
                    <a:pt x="3201574" y="663862"/>
                  </a:lnTo>
                  <a:lnTo>
                    <a:pt x="3202433" y="663838"/>
                  </a:lnTo>
                  <a:lnTo>
                    <a:pt x="3208630" y="663838"/>
                  </a:lnTo>
                  <a:lnTo>
                    <a:pt x="3213788" y="669137"/>
                  </a:lnTo>
                  <a:lnTo>
                    <a:pt x="3213788" y="682686"/>
                  </a:lnTo>
                  <a:lnTo>
                    <a:pt x="3207264" y="687674"/>
                  </a:lnTo>
                  <a:close/>
                </a:path>
                <a:path w="4122420" h="2482215">
                  <a:moveTo>
                    <a:pt x="3282722" y="687674"/>
                  </a:moveTo>
                  <a:lnTo>
                    <a:pt x="3273340" y="687674"/>
                  </a:lnTo>
                  <a:lnTo>
                    <a:pt x="3270255" y="686523"/>
                  </a:lnTo>
                  <a:lnTo>
                    <a:pt x="3267776" y="683909"/>
                  </a:lnTo>
                  <a:lnTo>
                    <a:pt x="3264036" y="677837"/>
                  </a:lnTo>
                  <a:lnTo>
                    <a:pt x="3264575" y="671281"/>
                  </a:lnTo>
                  <a:lnTo>
                    <a:pt x="3268598" y="666033"/>
                  </a:lnTo>
                  <a:lnTo>
                    <a:pt x="3275313" y="663886"/>
                  </a:lnTo>
                  <a:lnTo>
                    <a:pt x="3275919" y="663910"/>
                  </a:lnTo>
                  <a:lnTo>
                    <a:pt x="3283809" y="663910"/>
                  </a:lnTo>
                  <a:lnTo>
                    <a:pt x="3288866" y="668730"/>
                  </a:lnTo>
                  <a:lnTo>
                    <a:pt x="3288866" y="682686"/>
                  </a:lnTo>
                  <a:lnTo>
                    <a:pt x="3282722" y="687674"/>
                  </a:lnTo>
                  <a:close/>
                </a:path>
                <a:path w="4122420" h="2482215">
                  <a:moveTo>
                    <a:pt x="3358635" y="687674"/>
                  </a:moveTo>
                  <a:lnTo>
                    <a:pt x="3349253" y="687674"/>
                  </a:lnTo>
                  <a:lnTo>
                    <a:pt x="3346168" y="686523"/>
                  </a:lnTo>
                  <a:lnTo>
                    <a:pt x="3343690" y="683909"/>
                  </a:lnTo>
                  <a:lnTo>
                    <a:pt x="3339913" y="677749"/>
                  </a:lnTo>
                  <a:lnTo>
                    <a:pt x="3340639" y="671212"/>
                  </a:lnTo>
                  <a:lnTo>
                    <a:pt x="3345002" y="666023"/>
                  </a:lnTo>
                  <a:lnTo>
                    <a:pt x="3352136" y="663910"/>
                  </a:lnTo>
                  <a:lnTo>
                    <a:pt x="3352565" y="663862"/>
                  </a:lnTo>
                  <a:lnTo>
                    <a:pt x="3353426" y="663838"/>
                  </a:lnTo>
                  <a:lnTo>
                    <a:pt x="3359621" y="663838"/>
                  </a:lnTo>
                  <a:lnTo>
                    <a:pt x="3364780" y="669137"/>
                  </a:lnTo>
                  <a:lnTo>
                    <a:pt x="3364780" y="682686"/>
                  </a:lnTo>
                  <a:lnTo>
                    <a:pt x="3358635" y="687674"/>
                  </a:lnTo>
                  <a:close/>
                </a:path>
                <a:path w="4122420" h="2482215">
                  <a:moveTo>
                    <a:pt x="3434573" y="687674"/>
                  </a:moveTo>
                  <a:lnTo>
                    <a:pt x="3425191" y="687674"/>
                  </a:lnTo>
                  <a:lnTo>
                    <a:pt x="3422081" y="686523"/>
                  </a:lnTo>
                  <a:lnTo>
                    <a:pt x="3419628" y="683909"/>
                  </a:lnTo>
                  <a:lnTo>
                    <a:pt x="3415854" y="677749"/>
                  </a:lnTo>
                  <a:lnTo>
                    <a:pt x="3416672" y="671212"/>
                  </a:lnTo>
                  <a:lnTo>
                    <a:pt x="3421289" y="666023"/>
                  </a:lnTo>
                  <a:lnTo>
                    <a:pt x="3428908" y="663910"/>
                  </a:lnTo>
                  <a:lnTo>
                    <a:pt x="3429338" y="663862"/>
                  </a:lnTo>
                  <a:lnTo>
                    <a:pt x="3430173" y="663838"/>
                  </a:lnTo>
                  <a:lnTo>
                    <a:pt x="3436267" y="663838"/>
                  </a:lnTo>
                  <a:lnTo>
                    <a:pt x="3440718" y="669137"/>
                  </a:lnTo>
                  <a:lnTo>
                    <a:pt x="3440718" y="682686"/>
                  </a:lnTo>
                  <a:lnTo>
                    <a:pt x="3434573" y="687674"/>
                  </a:lnTo>
                  <a:close/>
                </a:path>
                <a:path w="4122420" h="2482215">
                  <a:moveTo>
                    <a:pt x="3510486" y="687674"/>
                  </a:moveTo>
                  <a:lnTo>
                    <a:pt x="3500725" y="687674"/>
                  </a:lnTo>
                  <a:lnTo>
                    <a:pt x="3497438" y="686523"/>
                  </a:lnTo>
                  <a:lnTo>
                    <a:pt x="3494681" y="683909"/>
                  </a:lnTo>
                  <a:lnTo>
                    <a:pt x="3491270" y="677749"/>
                  </a:lnTo>
                  <a:lnTo>
                    <a:pt x="3492048" y="671212"/>
                  </a:lnTo>
                  <a:lnTo>
                    <a:pt x="3496463" y="666023"/>
                  </a:lnTo>
                  <a:lnTo>
                    <a:pt x="3503962" y="663910"/>
                  </a:lnTo>
                  <a:lnTo>
                    <a:pt x="3504417" y="663862"/>
                  </a:lnTo>
                  <a:lnTo>
                    <a:pt x="3505251" y="663838"/>
                  </a:lnTo>
                  <a:lnTo>
                    <a:pt x="3511447" y="663838"/>
                  </a:lnTo>
                  <a:lnTo>
                    <a:pt x="3516631" y="669137"/>
                  </a:lnTo>
                  <a:lnTo>
                    <a:pt x="3516631" y="682686"/>
                  </a:lnTo>
                  <a:lnTo>
                    <a:pt x="3510486" y="687674"/>
                  </a:lnTo>
                  <a:close/>
                </a:path>
                <a:path w="4122420" h="2482215">
                  <a:moveTo>
                    <a:pt x="3586020" y="687674"/>
                  </a:moveTo>
                  <a:lnTo>
                    <a:pt x="3576259" y="687674"/>
                  </a:lnTo>
                  <a:lnTo>
                    <a:pt x="3573073" y="686523"/>
                  </a:lnTo>
                  <a:lnTo>
                    <a:pt x="3570619" y="683909"/>
                  </a:lnTo>
                  <a:lnTo>
                    <a:pt x="3566842" y="677749"/>
                  </a:lnTo>
                  <a:lnTo>
                    <a:pt x="3567652" y="671212"/>
                  </a:lnTo>
                  <a:lnTo>
                    <a:pt x="3572259" y="666023"/>
                  </a:lnTo>
                  <a:lnTo>
                    <a:pt x="3579875" y="663910"/>
                  </a:lnTo>
                  <a:lnTo>
                    <a:pt x="3580330" y="663862"/>
                  </a:lnTo>
                  <a:lnTo>
                    <a:pt x="3581190" y="663838"/>
                  </a:lnTo>
                  <a:lnTo>
                    <a:pt x="3587360" y="663838"/>
                  </a:lnTo>
                  <a:lnTo>
                    <a:pt x="3592544" y="669137"/>
                  </a:lnTo>
                  <a:lnTo>
                    <a:pt x="3592544" y="682686"/>
                  </a:lnTo>
                  <a:lnTo>
                    <a:pt x="3586020" y="687674"/>
                  </a:lnTo>
                  <a:close/>
                </a:path>
                <a:path w="4122420" h="2482215">
                  <a:moveTo>
                    <a:pt x="3661478" y="687674"/>
                  </a:moveTo>
                  <a:lnTo>
                    <a:pt x="3652096" y="687674"/>
                  </a:lnTo>
                  <a:lnTo>
                    <a:pt x="3648986" y="686523"/>
                  </a:lnTo>
                  <a:lnTo>
                    <a:pt x="3646533" y="683909"/>
                  </a:lnTo>
                  <a:lnTo>
                    <a:pt x="3642746" y="677749"/>
                  </a:lnTo>
                  <a:lnTo>
                    <a:pt x="3643470" y="671212"/>
                  </a:lnTo>
                  <a:lnTo>
                    <a:pt x="3647831" y="666023"/>
                  </a:lnTo>
                  <a:lnTo>
                    <a:pt x="3654954" y="663910"/>
                  </a:lnTo>
                  <a:lnTo>
                    <a:pt x="3655459" y="663862"/>
                  </a:lnTo>
                  <a:lnTo>
                    <a:pt x="3656395" y="663838"/>
                  </a:lnTo>
                  <a:lnTo>
                    <a:pt x="3663172" y="663838"/>
                  </a:lnTo>
                  <a:lnTo>
                    <a:pt x="3667623" y="669137"/>
                  </a:lnTo>
                  <a:lnTo>
                    <a:pt x="3667623" y="682686"/>
                  </a:lnTo>
                  <a:lnTo>
                    <a:pt x="3661478" y="687674"/>
                  </a:lnTo>
                  <a:close/>
                </a:path>
                <a:path w="4122420" h="2482215">
                  <a:moveTo>
                    <a:pt x="3737390" y="687674"/>
                  </a:moveTo>
                  <a:lnTo>
                    <a:pt x="3728009" y="687674"/>
                  </a:lnTo>
                  <a:lnTo>
                    <a:pt x="3724899" y="686523"/>
                  </a:lnTo>
                  <a:lnTo>
                    <a:pt x="3722446" y="683909"/>
                  </a:lnTo>
                  <a:lnTo>
                    <a:pt x="3718659" y="677749"/>
                  </a:lnTo>
                  <a:lnTo>
                    <a:pt x="3719383" y="671212"/>
                  </a:lnTo>
                  <a:lnTo>
                    <a:pt x="3723744" y="666023"/>
                  </a:lnTo>
                  <a:lnTo>
                    <a:pt x="3730866" y="663910"/>
                  </a:lnTo>
                  <a:lnTo>
                    <a:pt x="3731322" y="663862"/>
                  </a:lnTo>
                  <a:lnTo>
                    <a:pt x="3732156" y="663838"/>
                  </a:lnTo>
                  <a:lnTo>
                    <a:pt x="3738351" y="663838"/>
                  </a:lnTo>
                  <a:lnTo>
                    <a:pt x="3743536" y="669137"/>
                  </a:lnTo>
                  <a:lnTo>
                    <a:pt x="3743536" y="682686"/>
                  </a:lnTo>
                  <a:lnTo>
                    <a:pt x="3737390" y="687674"/>
                  </a:lnTo>
                  <a:close/>
                </a:path>
                <a:path w="4122420" h="2482215">
                  <a:moveTo>
                    <a:pt x="3889217" y="687674"/>
                  </a:moveTo>
                  <a:lnTo>
                    <a:pt x="3879456" y="687674"/>
                  </a:lnTo>
                  <a:lnTo>
                    <a:pt x="3876169" y="686523"/>
                  </a:lnTo>
                  <a:lnTo>
                    <a:pt x="3873438" y="683909"/>
                  </a:lnTo>
                  <a:lnTo>
                    <a:pt x="3870027" y="677749"/>
                  </a:lnTo>
                  <a:lnTo>
                    <a:pt x="3870804" y="671212"/>
                  </a:lnTo>
                  <a:lnTo>
                    <a:pt x="3875219" y="666023"/>
                  </a:lnTo>
                  <a:lnTo>
                    <a:pt x="3882718" y="663910"/>
                  </a:lnTo>
                  <a:lnTo>
                    <a:pt x="3883148" y="663862"/>
                  </a:lnTo>
                  <a:lnTo>
                    <a:pt x="3884008" y="663838"/>
                  </a:lnTo>
                  <a:lnTo>
                    <a:pt x="3890203" y="663838"/>
                  </a:lnTo>
                  <a:lnTo>
                    <a:pt x="3895362" y="669137"/>
                  </a:lnTo>
                  <a:lnTo>
                    <a:pt x="3895362" y="682686"/>
                  </a:lnTo>
                  <a:lnTo>
                    <a:pt x="3889217" y="687674"/>
                  </a:lnTo>
                  <a:close/>
                </a:path>
                <a:path w="4122420" h="2482215">
                  <a:moveTo>
                    <a:pt x="3964751" y="687674"/>
                  </a:moveTo>
                  <a:lnTo>
                    <a:pt x="3954990" y="687674"/>
                  </a:lnTo>
                  <a:lnTo>
                    <a:pt x="3951829" y="686523"/>
                  </a:lnTo>
                  <a:lnTo>
                    <a:pt x="3949351" y="683909"/>
                  </a:lnTo>
                  <a:lnTo>
                    <a:pt x="3945577" y="677749"/>
                  </a:lnTo>
                  <a:lnTo>
                    <a:pt x="3946395" y="671212"/>
                  </a:lnTo>
                  <a:lnTo>
                    <a:pt x="3951011" y="666023"/>
                  </a:lnTo>
                  <a:lnTo>
                    <a:pt x="3958631" y="663910"/>
                  </a:lnTo>
                  <a:lnTo>
                    <a:pt x="3959061" y="663862"/>
                  </a:lnTo>
                  <a:lnTo>
                    <a:pt x="3959921" y="663838"/>
                  </a:lnTo>
                  <a:lnTo>
                    <a:pt x="3966116" y="663838"/>
                  </a:lnTo>
                  <a:lnTo>
                    <a:pt x="3971275" y="669137"/>
                  </a:lnTo>
                  <a:lnTo>
                    <a:pt x="3971275" y="682686"/>
                  </a:lnTo>
                  <a:lnTo>
                    <a:pt x="3964751" y="687674"/>
                  </a:lnTo>
                  <a:close/>
                </a:path>
                <a:path w="4122420" h="2482215">
                  <a:moveTo>
                    <a:pt x="3813380" y="687722"/>
                  </a:moveTo>
                  <a:lnTo>
                    <a:pt x="3803619" y="687722"/>
                  </a:lnTo>
                  <a:lnTo>
                    <a:pt x="3800281" y="686547"/>
                  </a:lnTo>
                  <a:lnTo>
                    <a:pt x="3797525" y="683909"/>
                  </a:lnTo>
                  <a:lnTo>
                    <a:pt x="3794221" y="677749"/>
                  </a:lnTo>
                  <a:lnTo>
                    <a:pt x="3795195" y="671212"/>
                  </a:lnTo>
                  <a:lnTo>
                    <a:pt x="3799655" y="666023"/>
                  </a:lnTo>
                  <a:lnTo>
                    <a:pt x="3806805" y="663910"/>
                  </a:lnTo>
                  <a:lnTo>
                    <a:pt x="3807235" y="663862"/>
                  </a:lnTo>
                  <a:lnTo>
                    <a:pt x="3808069" y="663838"/>
                  </a:lnTo>
                  <a:lnTo>
                    <a:pt x="3814265" y="663838"/>
                  </a:lnTo>
                  <a:lnTo>
                    <a:pt x="3819449" y="669185"/>
                  </a:lnTo>
                  <a:lnTo>
                    <a:pt x="3819449" y="682902"/>
                  </a:lnTo>
                  <a:lnTo>
                    <a:pt x="3813380" y="687722"/>
                  </a:lnTo>
                  <a:close/>
                </a:path>
                <a:path w="4122420" h="2482215">
                  <a:moveTo>
                    <a:pt x="921855" y="687986"/>
                  </a:moveTo>
                  <a:lnTo>
                    <a:pt x="921349" y="687986"/>
                  </a:lnTo>
                  <a:lnTo>
                    <a:pt x="920262" y="687914"/>
                  </a:lnTo>
                  <a:lnTo>
                    <a:pt x="911728" y="684055"/>
                  </a:lnTo>
                  <a:lnTo>
                    <a:pt x="908883" y="676218"/>
                  </a:lnTo>
                  <a:lnTo>
                    <a:pt x="911728" y="668227"/>
                  </a:lnTo>
                  <a:lnTo>
                    <a:pt x="920262" y="663910"/>
                  </a:lnTo>
                  <a:lnTo>
                    <a:pt x="921097" y="663910"/>
                  </a:lnTo>
                  <a:lnTo>
                    <a:pt x="930817" y="667672"/>
                  </a:lnTo>
                  <a:lnTo>
                    <a:pt x="934183" y="675948"/>
                  </a:lnTo>
                  <a:lnTo>
                    <a:pt x="931196" y="684224"/>
                  </a:lnTo>
                  <a:lnTo>
                    <a:pt x="921855" y="687986"/>
                  </a:lnTo>
                  <a:close/>
                </a:path>
                <a:path w="4122420" h="2482215">
                  <a:moveTo>
                    <a:pt x="1305517" y="688489"/>
                  </a:moveTo>
                  <a:lnTo>
                    <a:pt x="1295756" y="688489"/>
                  </a:lnTo>
                  <a:lnTo>
                    <a:pt x="1292469" y="687314"/>
                  </a:lnTo>
                  <a:lnTo>
                    <a:pt x="1289738" y="684724"/>
                  </a:lnTo>
                  <a:lnTo>
                    <a:pt x="1286327" y="678552"/>
                  </a:lnTo>
                  <a:lnTo>
                    <a:pt x="1287105" y="671925"/>
                  </a:lnTo>
                  <a:lnTo>
                    <a:pt x="1291519" y="666494"/>
                  </a:lnTo>
                  <a:lnTo>
                    <a:pt x="1299018" y="663910"/>
                  </a:lnTo>
                  <a:lnTo>
                    <a:pt x="1299018" y="664725"/>
                  </a:lnTo>
                  <a:lnTo>
                    <a:pt x="1305770" y="665516"/>
                  </a:lnTo>
                  <a:lnTo>
                    <a:pt x="1310828" y="670312"/>
                  </a:lnTo>
                  <a:lnTo>
                    <a:pt x="1311662" y="675924"/>
                  </a:lnTo>
                  <a:lnTo>
                    <a:pt x="1311662" y="683477"/>
                  </a:lnTo>
                  <a:lnTo>
                    <a:pt x="1305517" y="688489"/>
                  </a:lnTo>
                  <a:close/>
                </a:path>
                <a:path w="4122420" h="2482215">
                  <a:moveTo>
                    <a:pt x="850924" y="688513"/>
                  </a:moveTo>
                  <a:lnTo>
                    <a:pt x="841188" y="688513"/>
                  </a:lnTo>
                  <a:lnTo>
                    <a:pt x="837850" y="687362"/>
                  </a:lnTo>
                  <a:lnTo>
                    <a:pt x="835069" y="684724"/>
                  </a:lnTo>
                  <a:lnTo>
                    <a:pt x="831778" y="678565"/>
                  </a:lnTo>
                  <a:lnTo>
                    <a:pt x="832758" y="672027"/>
                  </a:lnTo>
                  <a:lnTo>
                    <a:pt x="837213" y="666838"/>
                  </a:lnTo>
                  <a:lnTo>
                    <a:pt x="844349" y="664725"/>
                  </a:lnTo>
                  <a:lnTo>
                    <a:pt x="845209" y="664725"/>
                  </a:lnTo>
                  <a:lnTo>
                    <a:pt x="851935" y="665516"/>
                  </a:lnTo>
                  <a:lnTo>
                    <a:pt x="857018" y="670312"/>
                  </a:lnTo>
                  <a:lnTo>
                    <a:pt x="857018" y="683693"/>
                  </a:lnTo>
                  <a:lnTo>
                    <a:pt x="850924" y="688513"/>
                  </a:lnTo>
                  <a:close/>
                </a:path>
                <a:path w="4122420" h="2482215">
                  <a:moveTo>
                    <a:pt x="1002775" y="688513"/>
                  </a:moveTo>
                  <a:lnTo>
                    <a:pt x="993014" y="688513"/>
                  </a:lnTo>
                  <a:lnTo>
                    <a:pt x="989676" y="687362"/>
                  </a:lnTo>
                  <a:lnTo>
                    <a:pt x="986920" y="684724"/>
                  </a:lnTo>
                  <a:lnTo>
                    <a:pt x="983616" y="678565"/>
                  </a:lnTo>
                  <a:lnTo>
                    <a:pt x="984590" y="672027"/>
                  </a:lnTo>
                  <a:lnTo>
                    <a:pt x="989050" y="666838"/>
                  </a:lnTo>
                  <a:lnTo>
                    <a:pt x="996201" y="664725"/>
                  </a:lnTo>
                  <a:lnTo>
                    <a:pt x="1002927" y="664725"/>
                  </a:lnTo>
                  <a:lnTo>
                    <a:pt x="1008844" y="670312"/>
                  </a:lnTo>
                  <a:lnTo>
                    <a:pt x="1008844" y="683693"/>
                  </a:lnTo>
                  <a:lnTo>
                    <a:pt x="1002775" y="688513"/>
                  </a:lnTo>
                  <a:close/>
                </a:path>
                <a:path w="4122420" h="2482215">
                  <a:moveTo>
                    <a:pt x="1229680" y="688513"/>
                  </a:moveTo>
                  <a:lnTo>
                    <a:pt x="1219919" y="688513"/>
                  </a:lnTo>
                  <a:lnTo>
                    <a:pt x="1216581" y="687362"/>
                  </a:lnTo>
                  <a:lnTo>
                    <a:pt x="1213825" y="684724"/>
                  </a:lnTo>
                  <a:lnTo>
                    <a:pt x="1210520" y="678565"/>
                  </a:lnTo>
                  <a:lnTo>
                    <a:pt x="1211495" y="672027"/>
                  </a:lnTo>
                  <a:lnTo>
                    <a:pt x="1215955" y="666838"/>
                  </a:lnTo>
                  <a:lnTo>
                    <a:pt x="1223105" y="664725"/>
                  </a:lnTo>
                  <a:lnTo>
                    <a:pt x="1223940" y="664725"/>
                  </a:lnTo>
                  <a:lnTo>
                    <a:pt x="1229832" y="665516"/>
                  </a:lnTo>
                  <a:lnTo>
                    <a:pt x="1235749" y="670312"/>
                  </a:lnTo>
                  <a:lnTo>
                    <a:pt x="1235749" y="683693"/>
                  </a:lnTo>
                  <a:lnTo>
                    <a:pt x="1229680" y="688513"/>
                  </a:lnTo>
                  <a:close/>
                </a:path>
                <a:path w="4122420" h="2482215">
                  <a:moveTo>
                    <a:pt x="1078360" y="688753"/>
                  </a:moveTo>
                  <a:lnTo>
                    <a:pt x="1068573" y="688753"/>
                  </a:lnTo>
                  <a:lnTo>
                    <a:pt x="1065463" y="687770"/>
                  </a:lnTo>
                  <a:lnTo>
                    <a:pt x="1062833" y="685516"/>
                  </a:lnTo>
                  <a:lnTo>
                    <a:pt x="1059422" y="678898"/>
                  </a:lnTo>
                  <a:lnTo>
                    <a:pt x="1060200" y="672126"/>
                  </a:lnTo>
                  <a:lnTo>
                    <a:pt x="1064615" y="666851"/>
                  </a:lnTo>
                  <a:lnTo>
                    <a:pt x="1072113" y="664725"/>
                  </a:lnTo>
                  <a:lnTo>
                    <a:pt x="1078865" y="664725"/>
                  </a:lnTo>
                  <a:lnTo>
                    <a:pt x="1084757" y="670312"/>
                  </a:lnTo>
                  <a:lnTo>
                    <a:pt x="1084757" y="683885"/>
                  </a:lnTo>
                  <a:lnTo>
                    <a:pt x="1078360" y="688753"/>
                  </a:lnTo>
                  <a:close/>
                </a:path>
                <a:path w="4122420" h="2482215">
                  <a:moveTo>
                    <a:pt x="1456711" y="688753"/>
                  </a:moveTo>
                  <a:lnTo>
                    <a:pt x="1446950" y="688753"/>
                  </a:lnTo>
                  <a:lnTo>
                    <a:pt x="1443941" y="687770"/>
                  </a:lnTo>
                  <a:lnTo>
                    <a:pt x="1441564" y="685516"/>
                  </a:lnTo>
                  <a:lnTo>
                    <a:pt x="1437801" y="678898"/>
                  </a:lnTo>
                  <a:lnTo>
                    <a:pt x="1438618" y="672126"/>
                  </a:lnTo>
                  <a:lnTo>
                    <a:pt x="1443228" y="666851"/>
                  </a:lnTo>
                  <a:lnTo>
                    <a:pt x="1450844" y="664725"/>
                  </a:lnTo>
                  <a:lnTo>
                    <a:pt x="1457596" y="665516"/>
                  </a:lnTo>
                  <a:lnTo>
                    <a:pt x="1462654" y="670312"/>
                  </a:lnTo>
                  <a:lnTo>
                    <a:pt x="1463488" y="676715"/>
                  </a:lnTo>
                  <a:lnTo>
                    <a:pt x="1463488" y="683885"/>
                  </a:lnTo>
                  <a:lnTo>
                    <a:pt x="1456711" y="688753"/>
                  </a:lnTo>
                  <a:close/>
                </a:path>
                <a:path w="4122420" h="2482215">
                  <a:moveTo>
                    <a:pt x="1149493" y="688777"/>
                  </a:moveTo>
                  <a:lnTo>
                    <a:pt x="1149013" y="688777"/>
                  </a:lnTo>
                  <a:lnTo>
                    <a:pt x="1148027" y="688729"/>
                  </a:lnTo>
                  <a:lnTo>
                    <a:pt x="1139009" y="684860"/>
                  </a:lnTo>
                  <a:lnTo>
                    <a:pt x="1136003" y="677024"/>
                  </a:lnTo>
                  <a:lnTo>
                    <a:pt x="1139009" y="669039"/>
                  </a:lnTo>
                  <a:lnTo>
                    <a:pt x="1148027" y="664725"/>
                  </a:lnTo>
                  <a:lnTo>
                    <a:pt x="1148532" y="664677"/>
                  </a:lnTo>
                  <a:lnTo>
                    <a:pt x="1149493" y="664653"/>
                  </a:lnTo>
                  <a:lnTo>
                    <a:pt x="1158355" y="668422"/>
                  </a:lnTo>
                  <a:lnTo>
                    <a:pt x="1161309" y="676715"/>
                  </a:lnTo>
                  <a:lnTo>
                    <a:pt x="1158355" y="685008"/>
                  </a:lnTo>
                  <a:lnTo>
                    <a:pt x="1149493" y="688777"/>
                  </a:lnTo>
                  <a:close/>
                </a:path>
                <a:path w="4122420" h="2482215">
                  <a:moveTo>
                    <a:pt x="1376474" y="688777"/>
                  </a:moveTo>
                  <a:lnTo>
                    <a:pt x="1375968" y="688777"/>
                  </a:lnTo>
                  <a:lnTo>
                    <a:pt x="1374931" y="688729"/>
                  </a:lnTo>
                  <a:lnTo>
                    <a:pt x="1366383" y="684527"/>
                  </a:lnTo>
                  <a:lnTo>
                    <a:pt x="1363537" y="676715"/>
                  </a:lnTo>
                  <a:lnTo>
                    <a:pt x="1366383" y="668928"/>
                  </a:lnTo>
                  <a:lnTo>
                    <a:pt x="1374931" y="664725"/>
                  </a:lnTo>
                  <a:lnTo>
                    <a:pt x="1375462" y="664677"/>
                  </a:lnTo>
                  <a:lnTo>
                    <a:pt x="1376474" y="664653"/>
                  </a:lnTo>
                  <a:lnTo>
                    <a:pt x="1385748" y="668422"/>
                  </a:lnTo>
                  <a:lnTo>
                    <a:pt x="1388835" y="676727"/>
                  </a:lnTo>
                  <a:lnTo>
                    <a:pt x="1385748" y="685008"/>
                  </a:lnTo>
                  <a:lnTo>
                    <a:pt x="1376474" y="688777"/>
                  </a:lnTo>
                  <a:close/>
                </a:path>
                <a:path w="4122420" h="2482215">
                  <a:moveTo>
                    <a:pt x="1528249" y="688777"/>
                  </a:moveTo>
                  <a:lnTo>
                    <a:pt x="1527769" y="688777"/>
                  </a:lnTo>
                  <a:lnTo>
                    <a:pt x="1526758" y="688729"/>
                  </a:lnTo>
                  <a:lnTo>
                    <a:pt x="1517739" y="684527"/>
                  </a:lnTo>
                  <a:lnTo>
                    <a:pt x="1514738" y="676715"/>
                  </a:lnTo>
                  <a:lnTo>
                    <a:pt x="1517739" y="668928"/>
                  </a:lnTo>
                  <a:lnTo>
                    <a:pt x="1526758" y="664725"/>
                  </a:lnTo>
                  <a:lnTo>
                    <a:pt x="1527263" y="664677"/>
                  </a:lnTo>
                  <a:lnTo>
                    <a:pt x="1528249" y="664653"/>
                  </a:lnTo>
                  <a:lnTo>
                    <a:pt x="1537097" y="668422"/>
                  </a:lnTo>
                  <a:lnTo>
                    <a:pt x="1540042" y="676727"/>
                  </a:lnTo>
                  <a:lnTo>
                    <a:pt x="1537097" y="685008"/>
                  </a:lnTo>
                  <a:lnTo>
                    <a:pt x="1528249" y="688777"/>
                  </a:lnTo>
                  <a:close/>
                </a:path>
                <a:path w="4122420" h="2482215">
                  <a:moveTo>
                    <a:pt x="1609246" y="689305"/>
                  </a:moveTo>
                  <a:lnTo>
                    <a:pt x="1599510" y="689305"/>
                  </a:lnTo>
                  <a:lnTo>
                    <a:pt x="1596172" y="688154"/>
                  </a:lnTo>
                  <a:lnTo>
                    <a:pt x="1593390" y="685516"/>
                  </a:lnTo>
                  <a:lnTo>
                    <a:pt x="1589979" y="679356"/>
                  </a:lnTo>
                  <a:lnTo>
                    <a:pt x="1590757" y="672818"/>
                  </a:lnTo>
                  <a:lnTo>
                    <a:pt x="1595172" y="667630"/>
                  </a:lnTo>
                  <a:lnTo>
                    <a:pt x="1602671" y="665516"/>
                  </a:lnTo>
                  <a:lnTo>
                    <a:pt x="1602671" y="664725"/>
                  </a:lnTo>
                  <a:lnTo>
                    <a:pt x="1609423" y="664725"/>
                  </a:lnTo>
                  <a:lnTo>
                    <a:pt x="1615340" y="670312"/>
                  </a:lnTo>
                  <a:lnTo>
                    <a:pt x="1615340" y="684485"/>
                  </a:lnTo>
                  <a:lnTo>
                    <a:pt x="1609246" y="689305"/>
                  </a:lnTo>
                  <a:close/>
                </a:path>
                <a:path w="4122420" h="2482215">
                  <a:moveTo>
                    <a:pt x="1646367" y="724915"/>
                  </a:moveTo>
                  <a:lnTo>
                    <a:pt x="1636910" y="724915"/>
                  </a:lnTo>
                  <a:lnTo>
                    <a:pt x="1633825" y="723860"/>
                  </a:lnTo>
                  <a:lnTo>
                    <a:pt x="1631347" y="721510"/>
                  </a:lnTo>
                  <a:lnTo>
                    <a:pt x="1627602" y="714977"/>
                  </a:lnTo>
                  <a:lnTo>
                    <a:pt x="1628338" y="708273"/>
                  </a:lnTo>
                  <a:lnTo>
                    <a:pt x="1632791" y="702990"/>
                  </a:lnTo>
                  <a:lnTo>
                    <a:pt x="1640197" y="700719"/>
                  </a:lnTo>
                  <a:lnTo>
                    <a:pt x="1647606" y="700911"/>
                  </a:lnTo>
                  <a:lnTo>
                    <a:pt x="1653296" y="706426"/>
                  </a:lnTo>
                  <a:lnTo>
                    <a:pt x="1653296" y="712709"/>
                  </a:lnTo>
                  <a:lnTo>
                    <a:pt x="1652715" y="720287"/>
                  </a:lnTo>
                  <a:lnTo>
                    <a:pt x="1646367" y="724915"/>
                  </a:lnTo>
                  <a:close/>
                </a:path>
                <a:path w="4122420" h="2482215">
                  <a:moveTo>
                    <a:pt x="801689" y="722469"/>
                  </a:moveTo>
                  <a:lnTo>
                    <a:pt x="799767" y="722469"/>
                  </a:lnTo>
                  <a:lnTo>
                    <a:pt x="797896" y="721486"/>
                  </a:lnTo>
                  <a:lnTo>
                    <a:pt x="796278" y="719112"/>
                  </a:lnTo>
                  <a:lnTo>
                    <a:pt x="799641" y="711918"/>
                  </a:lnTo>
                  <a:lnTo>
                    <a:pt x="806392" y="701510"/>
                  </a:lnTo>
                  <a:lnTo>
                    <a:pt x="806392" y="699928"/>
                  </a:lnTo>
                  <a:lnTo>
                    <a:pt x="812802" y="703723"/>
                  </a:lnTo>
                  <a:lnTo>
                    <a:pt x="812642" y="711441"/>
                  </a:lnTo>
                  <a:lnTo>
                    <a:pt x="808181" y="719038"/>
                  </a:lnTo>
                  <a:lnTo>
                    <a:pt x="801689" y="722469"/>
                  </a:lnTo>
                  <a:close/>
                </a:path>
                <a:path w="4122420" h="2482215">
                  <a:moveTo>
                    <a:pt x="2867122" y="723116"/>
                  </a:moveTo>
                  <a:lnTo>
                    <a:pt x="2857841" y="723116"/>
                  </a:lnTo>
                  <a:lnTo>
                    <a:pt x="2856147" y="722325"/>
                  </a:lnTo>
                  <a:lnTo>
                    <a:pt x="2853618" y="721510"/>
                  </a:lnTo>
                  <a:lnTo>
                    <a:pt x="2848561" y="715922"/>
                  </a:lnTo>
                  <a:lnTo>
                    <a:pt x="2847701" y="714316"/>
                  </a:lnTo>
                  <a:lnTo>
                    <a:pt x="2847701" y="712709"/>
                  </a:lnTo>
                  <a:lnTo>
                    <a:pt x="2846866" y="711126"/>
                  </a:lnTo>
                  <a:lnTo>
                    <a:pt x="2846437" y="702326"/>
                  </a:lnTo>
                  <a:lnTo>
                    <a:pt x="2853188" y="697913"/>
                  </a:lnTo>
                  <a:lnTo>
                    <a:pt x="2866490" y="697913"/>
                  </a:lnTo>
                  <a:lnTo>
                    <a:pt x="2873013" y="702326"/>
                  </a:lnTo>
                  <a:lnTo>
                    <a:pt x="2872179" y="711126"/>
                  </a:lnTo>
                  <a:lnTo>
                    <a:pt x="2872179" y="717505"/>
                  </a:lnTo>
                  <a:lnTo>
                    <a:pt x="2867122" y="723116"/>
                  </a:lnTo>
                  <a:close/>
                </a:path>
                <a:path w="4122420" h="2482215">
                  <a:moveTo>
                    <a:pt x="2941694" y="723164"/>
                  </a:moveTo>
                  <a:lnTo>
                    <a:pt x="2932313" y="723164"/>
                  </a:lnTo>
                  <a:lnTo>
                    <a:pt x="2929380" y="722157"/>
                  </a:lnTo>
                  <a:lnTo>
                    <a:pt x="2927002" y="719903"/>
                  </a:lnTo>
                  <a:lnTo>
                    <a:pt x="2923215" y="713286"/>
                  </a:lnTo>
                  <a:lnTo>
                    <a:pt x="2923942" y="706513"/>
                  </a:lnTo>
                  <a:lnTo>
                    <a:pt x="2928311" y="701238"/>
                  </a:lnTo>
                  <a:lnTo>
                    <a:pt x="2935448" y="699112"/>
                  </a:lnTo>
                  <a:lnTo>
                    <a:pt x="2943034" y="699112"/>
                  </a:lnTo>
                  <a:lnTo>
                    <a:pt x="2948092" y="704724"/>
                  </a:lnTo>
                  <a:lnTo>
                    <a:pt x="2948092" y="718272"/>
                  </a:lnTo>
                  <a:lnTo>
                    <a:pt x="2941694" y="723164"/>
                  </a:lnTo>
                  <a:close/>
                </a:path>
                <a:path w="4122420" h="2482215">
                  <a:moveTo>
                    <a:pt x="3017608" y="723164"/>
                  </a:moveTo>
                  <a:lnTo>
                    <a:pt x="3007821" y="723164"/>
                  </a:lnTo>
                  <a:lnTo>
                    <a:pt x="3004711" y="722157"/>
                  </a:lnTo>
                  <a:lnTo>
                    <a:pt x="3002081" y="719903"/>
                  </a:lnTo>
                  <a:lnTo>
                    <a:pt x="2998787" y="713286"/>
                  </a:lnTo>
                  <a:lnTo>
                    <a:pt x="2999761" y="706513"/>
                  </a:lnTo>
                  <a:lnTo>
                    <a:pt x="3004215" y="701238"/>
                  </a:lnTo>
                  <a:lnTo>
                    <a:pt x="3011362" y="699112"/>
                  </a:lnTo>
                  <a:lnTo>
                    <a:pt x="3018113" y="699112"/>
                  </a:lnTo>
                  <a:lnTo>
                    <a:pt x="3024005" y="704724"/>
                  </a:lnTo>
                  <a:lnTo>
                    <a:pt x="3024005" y="718272"/>
                  </a:lnTo>
                  <a:lnTo>
                    <a:pt x="3017608" y="723164"/>
                  </a:lnTo>
                  <a:close/>
                </a:path>
                <a:path w="4122420" h="2482215">
                  <a:moveTo>
                    <a:pt x="3093520" y="723164"/>
                  </a:moveTo>
                  <a:lnTo>
                    <a:pt x="3083734" y="723164"/>
                  </a:lnTo>
                  <a:lnTo>
                    <a:pt x="3080624" y="722157"/>
                  </a:lnTo>
                  <a:lnTo>
                    <a:pt x="3077994" y="719903"/>
                  </a:lnTo>
                  <a:lnTo>
                    <a:pt x="3074700" y="713286"/>
                  </a:lnTo>
                  <a:lnTo>
                    <a:pt x="3075674" y="706513"/>
                  </a:lnTo>
                  <a:lnTo>
                    <a:pt x="3080128" y="701238"/>
                  </a:lnTo>
                  <a:lnTo>
                    <a:pt x="3087275" y="699112"/>
                  </a:lnTo>
                  <a:lnTo>
                    <a:pt x="3094026" y="699112"/>
                  </a:lnTo>
                  <a:lnTo>
                    <a:pt x="3099919" y="704724"/>
                  </a:lnTo>
                  <a:lnTo>
                    <a:pt x="3099919" y="718272"/>
                  </a:lnTo>
                  <a:lnTo>
                    <a:pt x="3093520" y="723164"/>
                  </a:lnTo>
                  <a:close/>
                </a:path>
                <a:path w="4122420" h="2482215">
                  <a:moveTo>
                    <a:pt x="3169055" y="723164"/>
                  </a:moveTo>
                  <a:lnTo>
                    <a:pt x="3159294" y="723164"/>
                  </a:lnTo>
                  <a:lnTo>
                    <a:pt x="3156284" y="722157"/>
                  </a:lnTo>
                  <a:lnTo>
                    <a:pt x="3153907" y="719903"/>
                  </a:lnTo>
                  <a:lnTo>
                    <a:pt x="3150496" y="713286"/>
                  </a:lnTo>
                  <a:lnTo>
                    <a:pt x="3151274" y="706513"/>
                  </a:lnTo>
                  <a:lnTo>
                    <a:pt x="3155688" y="701238"/>
                  </a:lnTo>
                  <a:lnTo>
                    <a:pt x="3163188" y="699112"/>
                  </a:lnTo>
                  <a:lnTo>
                    <a:pt x="3169940" y="699112"/>
                  </a:lnTo>
                  <a:lnTo>
                    <a:pt x="3175831" y="704724"/>
                  </a:lnTo>
                  <a:lnTo>
                    <a:pt x="3175831" y="718272"/>
                  </a:lnTo>
                  <a:lnTo>
                    <a:pt x="3169055" y="723164"/>
                  </a:lnTo>
                  <a:close/>
                </a:path>
                <a:path w="4122420" h="2482215">
                  <a:moveTo>
                    <a:pt x="3320425" y="723164"/>
                  </a:moveTo>
                  <a:lnTo>
                    <a:pt x="3311044" y="723164"/>
                  </a:lnTo>
                  <a:lnTo>
                    <a:pt x="3308110" y="722157"/>
                  </a:lnTo>
                  <a:lnTo>
                    <a:pt x="3305733" y="719903"/>
                  </a:lnTo>
                  <a:lnTo>
                    <a:pt x="3301957" y="713286"/>
                  </a:lnTo>
                  <a:lnTo>
                    <a:pt x="3302683" y="706513"/>
                  </a:lnTo>
                  <a:lnTo>
                    <a:pt x="3307046" y="701238"/>
                  </a:lnTo>
                  <a:lnTo>
                    <a:pt x="3314180" y="699112"/>
                  </a:lnTo>
                  <a:lnTo>
                    <a:pt x="3321765" y="699112"/>
                  </a:lnTo>
                  <a:lnTo>
                    <a:pt x="3326823" y="704724"/>
                  </a:lnTo>
                  <a:lnTo>
                    <a:pt x="3326823" y="718272"/>
                  </a:lnTo>
                  <a:lnTo>
                    <a:pt x="3320425" y="723164"/>
                  </a:lnTo>
                  <a:close/>
                </a:path>
                <a:path w="4122420" h="2482215">
                  <a:moveTo>
                    <a:pt x="3547785" y="723164"/>
                  </a:moveTo>
                  <a:lnTo>
                    <a:pt x="3538024" y="723164"/>
                  </a:lnTo>
                  <a:lnTo>
                    <a:pt x="3535015" y="722157"/>
                  </a:lnTo>
                  <a:lnTo>
                    <a:pt x="3532638" y="719903"/>
                  </a:lnTo>
                  <a:lnTo>
                    <a:pt x="3529227" y="713286"/>
                  </a:lnTo>
                  <a:lnTo>
                    <a:pt x="3530005" y="706513"/>
                  </a:lnTo>
                  <a:lnTo>
                    <a:pt x="3534420" y="701238"/>
                  </a:lnTo>
                  <a:lnTo>
                    <a:pt x="3541919" y="699112"/>
                  </a:lnTo>
                  <a:lnTo>
                    <a:pt x="3548670" y="699112"/>
                  </a:lnTo>
                  <a:lnTo>
                    <a:pt x="3554588" y="704724"/>
                  </a:lnTo>
                  <a:lnTo>
                    <a:pt x="3554588" y="718272"/>
                  </a:lnTo>
                  <a:lnTo>
                    <a:pt x="3547785" y="723164"/>
                  </a:lnTo>
                  <a:close/>
                </a:path>
                <a:path w="4122420" h="2482215">
                  <a:moveTo>
                    <a:pt x="3699181" y="723164"/>
                  </a:moveTo>
                  <a:lnTo>
                    <a:pt x="3689800" y="723164"/>
                  </a:lnTo>
                  <a:lnTo>
                    <a:pt x="3686841" y="722157"/>
                  </a:lnTo>
                  <a:lnTo>
                    <a:pt x="3684490" y="719903"/>
                  </a:lnTo>
                  <a:lnTo>
                    <a:pt x="3680702" y="713286"/>
                  </a:lnTo>
                  <a:lnTo>
                    <a:pt x="3681427" y="706513"/>
                  </a:lnTo>
                  <a:lnTo>
                    <a:pt x="3685787" y="701238"/>
                  </a:lnTo>
                  <a:lnTo>
                    <a:pt x="3692910" y="699112"/>
                  </a:lnTo>
                  <a:lnTo>
                    <a:pt x="3700522" y="699112"/>
                  </a:lnTo>
                  <a:lnTo>
                    <a:pt x="3705579" y="704724"/>
                  </a:lnTo>
                  <a:lnTo>
                    <a:pt x="3705579" y="718272"/>
                  </a:lnTo>
                  <a:lnTo>
                    <a:pt x="3699181" y="723164"/>
                  </a:lnTo>
                  <a:close/>
                </a:path>
                <a:path w="4122420" h="2482215">
                  <a:moveTo>
                    <a:pt x="3926516" y="723164"/>
                  </a:moveTo>
                  <a:lnTo>
                    <a:pt x="3916780" y="723164"/>
                  </a:lnTo>
                  <a:lnTo>
                    <a:pt x="3913746" y="722157"/>
                  </a:lnTo>
                  <a:lnTo>
                    <a:pt x="3911394" y="719903"/>
                  </a:lnTo>
                  <a:lnTo>
                    <a:pt x="3907983" y="713286"/>
                  </a:lnTo>
                  <a:lnTo>
                    <a:pt x="3908761" y="706513"/>
                  </a:lnTo>
                  <a:lnTo>
                    <a:pt x="3913176" y="701238"/>
                  </a:lnTo>
                  <a:lnTo>
                    <a:pt x="3920675" y="699112"/>
                  </a:lnTo>
                  <a:lnTo>
                    <a:pt x="3927426" y="699112"/>
                  </a:lnTo>
                  <a:lnTo>
                    <a:pt x="3933319" y="704724"/>
                  </a:lnTo>
                  <a:lnTo>
                    <a:pt x="3933319" y="718272"/>
                  </a:lnTo>
                  <a:lnTo>
                    <a:pt x="3926516" y="723164"/>
                  </a:lnTo>
                  <a:close/>
                </a:path>
                <a:path w="4122420" h="2482215">
                  <a:moveTo>
                    <a:pt x="3237558" y="723188"/>
                  </a:moveTo>
                  <a:lnTo>
                    <a:pt x="3228284" y="719415"/>
                  </a:lnTo>
                  <a:lnTo>
                    <a:pt x="3225193" y="711114"/>
                  </a:lnTo>
                  <a:lnTo>
                    <a:pt x="3228284" y="702814"/>
                  </a:lnTo>
                  <a:lnTo>
                    <a:pt x="3237558" y="699040"/>
                  </a:lnTo>
                  <a:lnTo>
                    <a:pt x="3238064" y="699040"/>
                  </a:lnTo>
                  <a:lnTo>
                    <a:pt x="3239101" y="699112"/>
                  </a:lnTo>
                  <a:lnTo>
                    <a:pt x="3247649" y="703315"/>
                  </a:lnTo>
                  <a:lnTo>
                    <a:pt x="3250499" y="711114"/>
                  </a:lnTo>
                  <a:lnTo>
                    <a:pt x="3247649" y="718914"/>
                  </a:lnTo>
                  <a:lnTo>
                    <a:pt x="3239101" y="723116"/>
                  </a:lnTo>
                  <a:lnTo>
                    <a:pt x="3238569" y="723164"/>
                  </a:lnTo>
                  <a:lnTo>
                    <a:pt x="3237558" y="723188"/>
                  </a:lnTo>
                  <a:close/>
                </a:path>
                <a:path w="4122420" h="2482215">
                  <a:moveTo>
                    <a:pt x="3464463" y="723188"/>
                  </a:moveTo>
                  <a:lnTo>
                    <a:pt x="3455189" y="719415"/>
                  </a:lnTo>
                  <a:lnTo>
                    <a:pt x="3452098" y="711114"/>
                  </a:lnTo>
                  <a:lnTo>
                    <a:pt x="3455189" y="702814"/>
                  </a:lnTo>
                  <a:lnTo>
                    <a:pt x="3464463" y="699040"/>
                  </a:lnTo>
                  <a:lnTo>
                    <a:pt x="3464969" y="699040"/>
                  </a:lnTo>
                  <a:lnTo>
                    <a:pt x="3466005" y="699112"/>
                  </a:lnTo>
                  <a:lnTo>
                    <a:pt x="3474554" y="703315"/>
                  </a:lnTo>
                  <a:lnTo>
                    <a:pt x="3477403" y="711114"/>
                  </a:lnTo>
                  <a:lnTo>
                    <a:pt x="3474554" y="718914"/>
                  </a:lnTo>
                  <a:lnTo>
                    <a:pt x="3466005" y="723116"/>
                  </a:lnTo>
                  <a:lnTo>
                    <a:pt x="3465474" y="723164"/>
                  </a:lnTo>
                  <a:lnTo>
                    <a:pt x="3464463" y="723188"/>
                  </a:lnTo>
                  <a:close/>
                </a:path>
                <a:path w="4122420" h="2482215">
                  <a:moveTo>
                    <a:pt x="3616289" y="723188"/>
                  </a:moveTo>
                  <a:lnTo>
                    <a:pt x="3607015" y="719415"/>
                  </a:lnTo>
                  <a:lnTo>
                    <a:pt x="3603923" y="711114"/>
                  </a:lnTo>
                  <a:lnTo>
                    <a:pt x="3607015" y="702814"/>
                  </a:lnTo>
                  <a:lnTo>
                    <a:pt x="3616289" y="699040"/>
                  </a:lnTo>
                  <a:lnTo>
                    <a:pt x="3616794" y="699040"/>
                  </a:lnTo>
                  <a:lnTo>
                    <a:pt x="3617857" y="699112"/>
                  </a:lnTo>
                  <a:lnTo>
                    <a:pt x="3626392" y="703315"/>
                  </a:lnTo>
                  <a:lnTo>
                    <a:pt x="3629237" y="711114"/>
                  </a:lnTo>
                  <a:lnTo>
                    <a:pt x="3626392" y="718914"/>
                  </a:lnTo>
                  <a:lnTo>
                    <a:pt x="3617857" y="723116"/>
                  </a:lnTo>
                  <a:lnTo>
                    <a:pt x="3617326" y="723164"/>
                  </a:lnTo>
                  <a:lnTo>
                    <a:pt x="3616289" y="723188"/>
                  </a:lnTo>
                  <a:close/>
                </a:path>
                <a:path w="4122420" h="2482215">
                  <a:moveTo>
                    <a:pt x="3843194" y="723188"/>
                  </a:moveTo>
                  <a:lnTo>
                    <a:pt x="3833920" y="719415"/>
                  </a:lnTo>
                  <a:lnTo>
                    <a:pt x="3830828" y="711114"/>
                  </a:lnTo>
                  <a:lnTo>
                    <a:pt x="3833920" y="702814"/>
                  </a:lnTo>
                  <a:lnTo>
                    <a:pt x="3843194" y="699040"/>
                  </a:lnTo>
                  <a:lnTo>
                    <a:pt x="3843699" y="699040"/>
                  </a:lnTo>
                  <a:lnTo>
                    <a:pt x="3844762" y="699112"/>
                  </a:lnTo>
                  <a:lnTo>
                    <a:pt x="3853296" y="703315"/>
                  </a:lnTo>
                  <a:lnTo>
                    <a:pt x="3856141" y="711114"/>
                  </a:lnTo>
                  <a:lnTo>
                    <a:pt x="3853296" y="718914"/>
                  </a:lnTo>
                  <a:lnTo>
                    <a:pt x="3844762" y="723116"/>
                  </a:lnTo>
                  <a:lnTo>
                    <a:pt x="3844230" y="723164"/>
                  </a:lnTo>
                  <a:lnTo>
                    <a:pt x="3843194" y="723188"/>
                  </a:lnTo>
                  <a:close/>
                </a:path>
                <a:path w="4122420" h="2482215">
                  <a:moveTo>
                    <a:pt x="4002226" y="723332"/>
                  </a:moveTo>
                  <a:lnTo>
                    <a:pt x="3992845" y="723332"/>
                  </a:lnTo>
                  <a:lnTo>
                    <a:pt x="3989760" y="722253"/>
                  </a:lnTo>
                  <a:lnTo>
                    <a:pt x="3987307" y="719903"/>
                  </a:lnTo>
                  <a:lnTo>
                    <a:pt x="3983520" y="713620"/>
                  </a:lnTo>
                  <a:lnTo>
                    <a:pt x="3984247" y="706810"/>
                  </a:lnTo>
                  <a:lnTo>
                    <a:pt x="3988616" y="701349"/>
                  </a:lnTo>
                  <a:lnTo>
                    <a:pt x="3995753" y="699112"/>
                  </a:lnTo>
                  <a:lnTo>
                    <a:pt x="4003340" y="699112"/>
                  </a:lnTo>
                  <a:lnTo>
                    <a:pt x="4009231" y="704724"/>
                  </a:lnTo>
                  <a:lnTo>
                    <a:pt x="4008397" y="711126"/>
                  </a:lnTo>
                  <a:lnTo>
                    <a:pt x="4008397" y="718680"/>
                  </a:lnTo>
                  <a:lnTo>
                    <a:pt x="4002226" y="723332"/>
                  </a:lnTo>
                  <a:close/>
                </a:path>
                <a:path w="4122420" h="2482215">
                  <a:moveTo>
                    <a:pt x="3397072" y="723668"/>
                  </a:moveTo>
                  <a:lnTo>
                    <a:pt x="3387311" y="723668"/>
                  </a:lnTo>
                  <a:lnTo>
                    <a:pt x="3384124" y="722517"/>
                  </a:lnTo>
                  <a:lnTo>
                    <a:pt x="3381672" y="719903"/>
                  </a:lnTo>
                  <a:lnTo>
                    <a:pt x="3377894" y="713747"/>
                  </a:lnTo>
                  <a:lnTo>
                    <a:pt x="3378704" y="707218"/>
                  </a:lnTo>
                  <a:lnTo>
                    <a:pt x="3383311" y="702037"/>
                  </a:lnTo>
                  <a:lnTo>
                    <a:pt x="3390926" y="699928"/>
                  </a:lnTo>
                  <a:lnTo>
                    <a:pt x="3390092" y="699112"/>
                  </a:lnTo>
                  <a:lnTo>
                    <a:pt x="3397679" y="699112"/>
                  </a:lnTo>
                  <a:lnTo>
                    <a:pt x="3403596" y="704724"/>
                  </a:lnTo>
                  <a:lnTo>
                    <a:pt x="3403596" y="718680"/>
                  </a:lnTo>
                  <a:lnTo>
                    <a:pt x="3397072" y="723668"/>
                  </a:lnTo>
                  <a:close/>
                </a:path>
                <a:path w="4122420" h="2482215">
                  <a:moveTo>
                    <a:pt x="3775423" y="723716"/>
                  </a:moveTo>
                  <a:lnTo>
                    <a:pt x="3765663" y="723716"/>
                  </a:lnTo>
                  <a:lnTo>
                    <a:pt x="3762324" y="722541"/>
                  </a:lnTo>
                  <a:lnTo>
                    <a:pt x="3759568" y="719903"/>
                  </a:lnTo>
                  <a:lnTo>
                    <a:pt x="3756263" y="713747"/>
                  </a:lnTo>
                  <a:lnTo>
                    <a:pt x="3757235" y="707218"/>
                  </a:lnTo>
                  <a:lnTo>
                    <a:pt x="3761688" y="702037"/>
                  </a:lnTo>
                  <a:lnTo>
                    <a:pt x="3768823" y="699928"/>
                  </a:lnTo>
                  <a:lnTo>
                    <a:pt x="3768823" y="699112"/>
                  </a:lnTo>
                  <a:lnTo>
                    <a:pt x="3776435" y="699112"/>
                  </a:lnTo>
                  <a:lnTo>
                    <a:pt x="3782326" y="704724"/>
                  </a:lnTo>
                  <a:lnTo>
                    <a:pt x="3781492" y="711918"/>
                  </a:lnTo>
                  <a:lnTo>
                    <a:pt x="3781492" y="718896"/>
                  </a:lnTo>
                  <a:lnTo>
                    <a:pt x="3775423" y="723716"/>
                  </a:lnTo>
                  <a:close/>
                </a:path>
                <a:path w="4122420" h="2482215">
                  <a:moveTo>
                    <a:pt x="1040631" y="724123"/>
                  </a:moveTo>
                  <a:lnTo>
                    <a:pt x="1030870" y="724123"/>
                  </a:lnTo>
                  <a:lnTo>
                    <a:pt x="1027608" y="723044"/>
                  </a:lnTo>
                  <a:lnTo>
                    <a:pt x="1024876" y="720718"/>
                  </a:lnTo>
                  <a:lnTo>
                    <a:pt x="1021572" y="714091"/>
                  </a:lnTo>
                  <a:lnTo>
                    <a:pt x="1022547" y="707320"/>
                  </a:lnTo>
                  <a:lnTo>
                    <a:pt x="1027007" y="702050"/>
                  </a:lnTo>
                  <a:lnTo>
                    <a:pt x="1034157" y="699928"/>
                  </a:lnTo>
                  <a:lnTo>
                    <a:pt x="1034157" y="700719"/>
                  </a:lnTo>
                  <a:lnTo>
                    <a:pt x="1040883" y="700719"/>
                  </a:lnTo>
                  <a:lnTo>
                    <a:pt x="1045966" y="705515"/>
                  </a:lnTo>
                  <a:lnTo>
                    <a:pt x="1046801" y="711918"/>
                  </a:lnTo>
                  <a:lnTo>
                    <a:pt x="1046801" y="719471"/>
                  </a:lnTo>
                  <a:lnTo>
                    <a:pt x="1040631" y="724123"/>
                  </a:lnTo>
                  <a:close/>
                </a:path>
                <a:path w="4122420" h="2482215">
                  <a:moveTo>
                    <a:pt x="1267561" y="724123"/>
                  </a:moveTo>
                  <a:lnTo>
                    <a:pt x="1257774" y="724123"/>
                  </a:lnTo>
                  <a:lnTo>
                    <a:pt x="1254512" y="723044"/>
                  </a:lnTo>
                  <a:lnTo>
                    <a:pt x="1251781" y="720718"/>
                  </a:lnTo>
                  <a:lnTo>
                    <a:pt x="1248370" y="714091"/>
                  </a:lnTo>
                  <a:lnTo>
                    <a:pt x="1249148" y="707320"/>
                  </a:lnTo>
                  <a:lnTo>
                    <a:pt x="1253563" y="702050"/>
                  </a:lnTo>
                  <a:lnTo>
                    <a:pt x="1261062" y="699928"/>
                  </a:lnTo>
                  <a:lnTo>
                    <a:pt x="1261062" y="700719"/>
                  </a:lnTo>
                  <a:lnTo>
                    <a:pt x="1267813" y="701510"/>
                  </a:lnTo>
                  <a:lnTo>
                    <a:pt x="1272871" y="706306"/>
                  </a:lnTo>
                  <a:lnTo>
                    <a:pt x="1273706" y="711918"/>
                  </a:lnTo>
                  <a:lnTo>
                    <a:pt x="1273706" y="719471"/>
                  </a:lnTo>
                  <a:lnTo>
                    <a:pt x="1267561" y="724123"/>
                  </a:lnTo>
                  <a:close/>
                </a:path>
                <a:path w="4122420" h="2482215">
                  <a:moveTo>
                    <a:pt x="1495300" y="724123"/>
                  </a:moveTo>
                  <a:lnTo>
                    <a:pt x="1485539" y="724123"/>
                  </a:lnTo>
                  <a:lnTo>
                    <a:pt x="1482251" y="723044"/>
                  </a:lnTo>
                  <a:lnTo>
                    <a:pt x="1479521" y="720718"/>
                  </a:lnTo>
                  <a:lnTo>
                    <a:pt x="1476110" y="714091"/>
                  </a:lnTo>
                  <a:lnTo>
                    <a:pt x="1476887" y="707320"/>
                  </a:lnTo>
                  <a:lnTo>
                    <a:pt x="1481302" y="702050"/>
                  </a:lnTo>
                  <a:lnTo>
                    <a:pt x="1488801" y="699928"/>
                  </a:lnTo>
                  <a:lnTo>
                    <a:pt x="1488801" y="700719"/>
                  </a:lnTo>
                  <a:lnTo>
                    <a:pt x="1495553" y="700719"/>
                  </a:lnTo>
                  <a:lnTo>
                    <a:pt x="1500610" y="705515"/>
                  </a:lnTo>
                  <a:lnTo>
                    <a:pt x="1501445" y="711918"/>
                  </a:lnTo>
                  <a:lnTo>
                    <a:pt x="1501445" y="719471"/>
                  </a:lnTo>
                  <a:lnTo>
                    <a:pt x="1495300" y="724123"/>
                  </a:lnTo>
                  <a:close/>
                </a:path>
                <a:path w="4122420" h="2482215">
                  <a:moveTo>
                    <a:pt x="888880" y="724507"/>
                  </a:moveTo>
                  <a:lnTo>
                    <a:pt x="879145" y="724507"/>
                  </a:lnTo>
                  <a:lnTo>
                    <a:pt x="875807" y="723356"/>
                  </a:lnTo>
                  <a:lnTo>
                    <a:pt x="873025" y="720718"/>
                  </a:lnTo>
                  <a:lnTo>
                    <a:pt x="869735" y="714558"/>
                  </a:lnTo>
                  <a:lnTo>
                    <a:pt x="870715" y="708021"/>
                  </a:lnTo>
                  <a:lnTo>
                    <a:pt x="875170" y="702832"/>
                  </a:lnTo>
                  <a:lnTo>
                    <a:pt x="882306" y="700719"/>
                  </a:lnTo>
                  <a:lnTo>
                    <a:pt x="889057" y="701510"/>
                  </a:lnTo>
                  <a:lnTo>
                    <a:pt x="894975" y="706306"/>
                  </a:lnTo>
                  <a:lnTo>
                    <a:pt x="894975" y="719687"/>
                  </a:lnTo>
                  <a:lnTo>
                    <a:pt x="888880" y="724507"/>
                  </a:lnTo>
                  <a:close/>
                </a:path>
                <a:path w="4122420" h="2482215">
                  <a:moveTo>
                    <a:pt x="964819" y="724507"/>
                  </a:moveTo>
                  <a:lnTo>
                    <a:pt x="955437" y="724507"/>
                  </a:lnTo>
                  <a:lnTo>
                    <a:pt x="952301" y="723356"/>
                  </a:lnTo>
                  <a:lnTo>
                    <a:pt x="949798" y="720718"/>
                  </a:lnTo>
                  <a:lnTo>
                    <a:pt x="946011" y="714558"/>
                  </a:lnTo>
                  <a:lnTo>
                    <a:pt x="946735" y="708021"/>
                  </a:lnTo>
                  <a:lnTo>
                    <a:pt x="951096" y="702832"/>
                  </a:lnTo>
                  <a:lnTo>
                    <a:pt x="958219" y="700719"/>
                  </a:lnTo>
                  <a:lnTo>
                    <a:pt x="964971" y="700719"/>
                  </a:lnTo>
                  <a:lnTo>
                    <a:pt x="970888" y="706306"/>
                  </a:lnTo>
                  <a:lnTo>
                    <a:pt x="970888" y="719687"/>
                  </a:lnTo>
                  <a:lnTo>
                    <a:pt x="964819" y="724507"/>
                  </a:lnTo>
                  <a:close/>
                </a:path>
                <a:path w="4122420" h="2482215">
                  <a:moveTo>
                    <a:pt x="1191723" y="724507"/>
                  </a:moveTo>
                  <a:lnTo>
                    <a:pt x="1182342" y="724507"/>
                  </a:lnTo>
                  <a:lnTo>
                    <a:pt x="1179206" y="723356"/>
                  </a:lnTo>
                  <a:lnTo>
                    <a:pt x="1176703" y="720718"/>
                  </a:lnTo>
                  <a:lnTo>
                    <a:pt x="1172929" y="714558"/>
                  </a:lnTo>
                  <a:lnTo>
                    <a:pt x="1173747" y="708021"/>
                  </a:lnTo>
                  <a:lnTo>
                    <a:pt x="1178363" y="702832"/>
                  </a:lnTo>
                  <a:lnTo>
                    <a:pt x="1185983" y="700719"/>
                  </a:lnTo>
                  <a:lnTo>
                    <a:pt x="1192735" y="700719"/>
                  </a:lnTo>
                  <a:lnTo>
                    <a:pt x="1197792" y="706306"/>
                  </a:lnTo>
                  <a:lnTo>
                    <a:pt x="1197792" y="719687"/>
                  </a:lnTo>
                  <a:lnTo>
                    <a:pt x="1191723" y="724507"/>
                  </a:lnTo>
                  <a:close/>
                </a:path>
                <a:path w="4122420" h="2482215">
                  <a:moveTo>
                    <a:pt x="1343549" y="724507"/>
                  </a:moveTo>
                  <a:lnTo>
                    <a:pt x="1334168" y="724507"/>
                  </a:lnTo>
                  <a:lnTo>
                    <a:pt x="1331032" y="723356"/>
                  </a:lnTo>
                  <a:lnTo>
                    <a:pt x="1328529" y="720718"/>
                  </a:lnTo>
                  <a:lnTo>
                    <a:pt x="1324753" y="714558"/>
                  </a:lnTo>
                  <a:lnTo>
                    <a:pt x="1325479" y="708021"/>
                  </a:lnTo>
                  <a:lnTo>
                    <a:pt x="1329841" y="702832"/>
                  </a:lnTo>
                  <a:lnTo>
                    <a:pt x="1336975" y="700719"/>
                  </a:lnTo>
                  <a:lnTo>
                    <a:pt x="1343727" y="700719"/>
                  </a:lnTo>
                  <a:lnTo>
                    <a:pt x="1349619" y="706306"/>
                  </a:lnTo>
                  <a:lnTo>
                    <a:pt x="1349619" y="719687"/>
                  </a:lnTo>
                  <a:lnTo>
                    <a:pt x="1343549" y="724507"/>
                  </a:lnTo>
                  <a:close/>
                </a:path>
                <a:path w="4122420" h="2482215">
                  <a:moveTo>
                    <a:pt x="1570126" y="724747"/>
                  </a:moveTo>
                  <a:lnTo>
                    <a:pt x="1560744" y="724747"/>
                  </a:lnTo>
                  <a:lnTo>
                    <a:pt x="1557811" y="723764"/>
                  </a:lnTo>
                  <a:lnTo>
                    <a:pt x="1555433" y="721510"/>
                  </a:lnTo>
                  <a:lnTo>
                    <a:pt x="1551670" y="714892"/>
                  </a:lnTo>
                  <a:lnTo>
                    <a:pt x="1552488" y="708120"/>
                  </a:lnTo>
                  <a:lnTo>
                    <a:pt x="1557098" y="702845"/>
                  </a:lnTo>
                  <a:lnTo>
                    <a:pt x="1564714" y="700719"/>
                  </a:lnTo>
                  <a:lnTo>
                    <a:pt x="1571466" y="700719"/>
                  </a:lnTo>
                  <a:lnTo>
                    <a:pt x="1576523" y="706306"/>
                  </a:lnTo>
                  <a:lnTo>
                    <a:pt x="1576523" y="719879"/>
                  </a:lnTo>
                  <a:lnTo>
                    <a:pt x="1570126" y="724747"/>
                  </a:lnTo>
                  <a:close/>
                </a:path>
                <a:path w="4122420" h="2482215">
                  <a:moveTo>
                    <a:pt x="1116569" y="724915"/>
                  </a:moveTo>
                  <a:lnTo>
                    <a:pt x="1106783" y="724915"/>
                  </a:lnTo>
                  <a:lnTo>
                    <a:pt x="1103521" y="723860"/>
                  </a:lnTo>
                  <a:lnTo>
                    <a:pt x="1100790" y="721510"/>
                  </a:lnTo>
                  <a:lnTo>
                    <a:pt x="1097379" y="714892"/>
                  </a:lnTo>
                  <a:lnTo>
                    <a:pt x="1098157" y="708120"/>
                  </a:lnTo>
                  <a:lnTo>
                    <a:pt x="1102571" y="702845"/>
                  </a:lnTo>
                  <a:lnTo>
                    <a:pt x="1110070" y="700719"/>
                  </a:lnTo>
                  <a:lnTo>
                    <a:pt x="1116822" y="700719"/>
                  </a:lnTo>
                  <a:lnTo>
                    <a:pt x="1122714" y="706306"/>
                  </a:lnTo>
                  <a:lnTo>
                    <a:pt x="1122714" y="720287"/>
                  </a:lnTo>
                  <a:lnTo>
                    <a:pt x="1116569" y="724915"/>
                  </a:lnTo>
                  <a:close/>
                </a:path>
                <a:path w="4122420" h="2482215">
                  <a:moveTo>
                    <a:pt x="1418527" y="724915"/>
                  </a:moveTo>
                  <a:lnTo>
                    <a:pt x="1409171" y="724915"/>
                  </a:lnTo>
                  <a:lnTo>
                    <a:pt x="1406060" y="723860"/>
                  </a:lnTo>
                  <a:lnTo>
                    <a:pt x="1403607" y="721510"/>
                  </a:lnTo>
                  <a:lnTo>
                    <a:pt x="1399834" y="714892"/>
                  </a:lnTo>
                  <a:lnTo>
                    <a:pt x="1400652" y="708120"/>
                  </a:lnTo>
                  <a:lnTo>
                    <a:pt x="1405268" y="702845"/>
                  </a:lnTo>
                  <a:lnTo>
                    <a:pt x="1412888" y="700719"/>
                  </a:lnTo>
                  <a:lnTo>
                    <a:pt x="1419640" y="701510"/>
                  </a:lnTo>
                  <a:lnTo>
                    <a:pt x="1424697" y="706306"/>
                  </a:lnTo>
                  <a:lnTo>
                    <a:pt x="1424697" y="720287"/>
                  </a:lnTo>
                  <a:lnTo>
                    <a:pt x="1418527" y="724915"/>
                  </a:lnTo>
                  <a:close/>
                </a:path>
                <a:path w="4122420" h="2482215">
                  <a:moveTo>
                    <a:pt x="4030321" y="758319"/>
                  </a:moveTo>
                  <a:lnTo>
                    <a:pt x="4025264" y="757504"/>
                  </a:lnTo>
                  <a:lnTo>
                    <a:pt x="4021040" y="752708"/>
                  </a:lnTo>
                  <a:lnTo>
                    <a:pt x="4021040" y="740718"/>
                  </a:lnTo>
                  <a:lnTo>
                    <a:pt x="4026958" y="735106"/>
                  </a:lnTo>
                  <a:lnTo>
                    <a:pt x="4033710" y="735106"/>
                  </a:lnTo>
                  <a:lnTo>
                    <a:pt x="4030321" y="758319"/>
                  </a:lnTo>
                  <a:close/>
                </a:path>
                <a:path w="4122420" h="2482215">
                  <a:moveTo>
                    <a:pt x="2904066" y="758894"/>
                  </a:moveTo>
                  <a:lnTo>
                    <a:pt x="2894685" y="758894"/>
                  </a:lnTo>
                  <a:lnTo>
                    <a:pt x="2891549" y="757743"/>
                  </a:lnTo>
                  <a:lnTo>
                    <a:pt x="2889046" y="755106"/>
                  </a:lnTo>
                  <a:lnTo>
                    <a:pt x="2885259" y="748946"/>
                  </a:lnTo>
                  <a:lnTo>
                    <a:pt x="2885986" y="742408"/>
                  </a:lnTo>
                  <a:lnTo>
                    <a:pt x="2890355" y="737220"/>
                  </a:lnTo>
                  <a:lnTo>
                    <a:pt x="2897492" y="735106"/>
                  </a:lnTo>
                  <a:lnTo>
                    <a:pt x="2904219" y="735106"/>
                  </a:lnTo>
                  <a:lnTo>
                    <a:pt x="2910136" y="740718"/>
                  </a:lnTo>
                  <a:lnTo>
                    <a:pt x="2910136" y="754098"/>
                  </a:lnTo>
                  <a:lnTo>
                    <a:pt x="2904066" y="758894"/>
                  </a:lnTo>
                  <a:close/>
                </a:path>
                <a:path w="4122420" h="2482215">
                  <a:moveTo>
                    <a:pt x="2979980" y="758894"/>
                  </a:moveTo>
                  <a:lnTo>
                    <a:pt x="2970598" y="758894"/>
                  </a:lnTo>
                  <a:lnTo>
                    <a:pt x="2967463" y="757743"/>
                  </a:lnTo>
                  <a:lnTo>
                    <a:pt x="2964958" y="755106"/>
                  </a:lnTo>
                  <a:lnTo>
                    <a:pt x="2961183" y="748946"/>
                  </a:lnTo>
                  <a:lnTo>
                    <a:pt x="2961909" y="742408"/>
                  </a:lnTo>
                  <a:lnTo>
                    <a:pt x="2966271" y="737220"/>
                  </a:lnTo>
                  <a:lnTo>
                    <a:pt x="2973405" y="735106"/>
                  </a:lnTo>
                  <a:lnTo>
                    <a:pt x="2980157" y="735106"/>
                  </a:lnTo>
                  <a:lnTo>
                    <a:pt x="2986048" y="740718"/>
                  </a:lnTo>
                  <a:lnTo>
                    <a:pt x="2986048" y="754098"/>
                  </a:lnTo>
                  <a:lnTo>
                    <a:pt x="2979980" y="758894"/>
                  </a:lnTo>
                  <a:close/>
                </a:path>
                <a:path w="4122420" h="2482215">
                  <a:moveTo>
                    <a:pt x="772659" y="759110"/>
                  </a:moveTo>
                  <a:lnTo>
                    <a:pt x="781940" y="747120"/>
                  </a:lnTo>
                  <a:lnTo>
                    <a:pt x="781940" y="749518"/>
                  </a:lnTo>
                  <a:lnTo>
                    <a:pt x="781080" y="754314"/>
                  </a:lnTo>
                  <a:lnTo>
                    <a:pt x="777717" y="758319"/>
                  </a:lnTo>
                  <a:lnTo>
                    <a:pt x="772659" y="759110"/>
                  </a:lnTo>
                  <a:close/>
                </a:path>
                <a:path w="4122420" h="2482215">
                  <a:moveTo>
                    <a:pt x="3047776" y="759182"/>
                  </a:moveTo>
                  <a:lnTo>
                    <a:pt x="3038487" y="755409"/>
                  </a:lnTo>
                  <a:lnTo>
                    <a:pt x="3035391" y="747108"/>
                  </a:lnTo>
                  <a:lnTo>
                    <a:pt x="3038487" y="738808"/>
                  </a:lnTo>
                  <a:lnTo>
                    <a:pt x="3047776" y="735034"/>
                  </a:lnTo>
                  <a:lnTo>
                    <a:pt x="3048256" y="735034"/>
                  </a:lnTo>
                  <a:lnTo>
                    <a:pt x="3049318" y="735106"/>
                  </a:lnTo>
                  <a:lnTo>
                    <a:pt x="3057852" y="739309"/>
                  </a:lnTo>
                  <a:lnTo>
                    <a:pt x="3060697" y="747108"/>
                  </a:lnTo>
                  <a:lnTo>
                    <a:pt x="3057852" y="754908"/>
                  </a:lnTo>
                  <a:lnTo>
                    <a:pt x="3049318" y="759110"/>
                  </a:lnTo>
                  <a:lnTo>
                    <a:pt x="3048787" y="759158"/>
                  </a:lnTo>
                  <a:lnTo>
                    <a:pt x="3047776" y="759182"/>
                  </a:lnTo>
                  <a:close/>
                </a:path>
                <a:path w="4122420" h="2482215">
                  <a:moveTo>
                    <a:pt x="3274756" y="759182"/>
                  </a:moveTo>
                  <a:lnTo>
                    <a:pt x="3265895" y="755409"/>
                  </a:lnTo>
                  <a:lnTo>
                    <a:pt x="3262941" y="747108"/>
                  </a:lnTo>
                  <a:lnTo>
                    <a:pt x="3265895" y="738808"/>
                  </a:lnTo>
                  <a:lnTo>
                    <a:pt x="3274756" y="735034"/>
                  </a:lnTo>
                  <a:lnTo>
                    <a:pt x="3275211" y="735034"/>
                  </a:lnTo>
                  <a:lnTo>
                    <a:pt x="3276223" y="735106"/>
                  </a:lnTo>
                  <a:lnTo>
                    <a:pt x="3285241" y="739309"/>
                  </a:lnTo>
                  <a:lnTo>
                    <a:pt x="3288247" y="747108"/>
                  </a:lnTo>
                  <a:lnTo>
                    <a:pt x="3285241" y="754908"/>
                  </a:lnTo>
                  <a:lnTo>
                    <a:pt x="3276223" y="759110"/>
                  </a:lnTo>
                  <a:lnTo>
                    <a:pt x="3275717" y="759158"/>
                  </a:lnTo>
                  <a:lnTo>
                    <a:pt x="3274756" y="759182"/>
                  </a:lnTo>
                  <a:close/>
                </a:path>
                <a:path w="4122420" h="2482215">
                  <a:moveTo>
                    <a:pt x="3427340" y="759182"/>
                  </a:moveTo>
                  <a:lnTo>
                    <a:pt x="3418066" y="755409"/>
                  </a:lnTo>
                  <a:lnTo>
                    <a:pt x="3414975" y="747108"/>
                  </a:lnTo>
                  <a:lnTo>
                    <a:pt x="3418066" y="738808"/>
                  </a:lnTo>
                  <a:lnTo>
                    <a:pt x="3427340" y="735034"/>
                  </a:lnTo>
                  <a:lnTo>
                    <a:pt x="3427847" y="735034"/>
                  </a:lnTo>
                  <a:lnTo>
                    <a:pt x="3428908" y="735106"/>
                  </a:lnTo>
                  <a:lnTo>
                    <a:pt x="3437443" y="739424"/>
                  </a:lnTo>
                  <a:lnTo>
                    <a:pt x="3440288" y="747414"/>
                  </a:lnTo>
                  <a:lnTo>
                    <a:pt x="3437443" y="755252"/>
                  </a:lnTo>
                  <a:lnTo>
                    <a:pt x="3428908" y="759110"/>
                  </a:lnTo>
                  <a:lnTo>
                    <a:pt x="3428377" y="759158"/>
                  </a:lnTo>
                  <a:lnTo>
                    <a:pt x="3427340" y="759182"/>
                  </a:lnTo>
                  <a:close/>
                </a:path>
                <a:path w="4122420" h="2482215">
                  <a:moveTo>
                    <a:pt x="3653487" y="759182"/>
                  </a:moveTo>
                  <a:lnTo>
                    <a:pt x="3644625" y="755409"/>
                  </a:lnTo>
                  <a:lnTo>
                    <a:pt x="3641671" y="747108"/>
                  </a:lnTo>
                  <a:lnTo>
                    <a:pt x="3644625" y="738808"/>
                  </a:lnTo>
                  <a:lnTo>
                    <a:pt x="3653487" y="735034"/>
                  </a:lnTo>
                  <a:lnTo>
                    <a:pt x="3653967" y="735034"/>
                  </a:lnTo>
                  <a:lnTo>
                    <a:pt x="3654954" y="735106"/>
                  </a:lnTo>
                  <a:lnTo>
                    <a:pt x="3663972" y="739424"/>
                  </a:lnTo>
                  <a:lnTo>
                    <a:pt x="3666978" y="747414"/>
                  </a:lnTo>
                  <a:lnTo>
                    <a:pt x="3663972" y="755252"/>
                  </a:lnTo>
                  <a:lnTo>
                    <a:pt x="3654954" y="759110"/>
                  </a:lnTo>
                  <a:lnTo>
                    <a:pt x="3654448" y="759158"/>
                  </a:lnTo>
                  <a:lnTo>
                    <a:pt x="3653487" y="759182"/>
                  </a:lnTo>
                  <a:close/>
                </a:path>
                <a:path w="4122420" h="2482215">
                  <a:moveTo>
                    <a:pt x="3130895" y="759326"/>
                  </a:moveTo>
                  <a:lnTo>
                    <a:pt x="3121514" y="759326"/>
                  </a:lnTo>
                  <a:lnTo>
                    <a:pt x="3118429" y="758247"/>
                  </a:lnTo>
                  <a:lnTo>
                    <a:pt x="3115951" y="755921"/>
                  </a:lnTo>
                  <a:lnTo>
                    <a:pt x="3112164" y="749290"/>
                  </a:lnTo>
                  <a:lnTo>
                    <a:pt x="3112891" y="742510"/>
                  </a:lnTo>
                  <a:lnTo>
                    <a:pt x="3117259" y="737232"/>
                  </a:lnTo>
                  <a:lnTo>
                    <a:pt x="3124397" y="735106"/>
                  </a:lnTo>
                  <a:lnTo>
                    <a:pt x="3125231" y="735106"/>
                  </a:lnTo>
                  <a:lnTo>
                    <a:pt x="3131983" y="735922"/>
                  </a:lnTo>
                  <a:lnTo>
                    <a:pt x="3137040" y="740718"/>
                  </a:lnTo>
                  <a:lnTo>
                    <a:pt x="3137040" y="754674"/>
                  </a:lnTo>
                  <a:lnTo>
                    <a:pt x="3130895" y="759326"/>
                  </a:lnTo>
                  <a:close/>
                </a:path>
                <a:path w="4122420" h="2482215">
                  <a:moveTo>
                    <a:pt x="3207264" y="759326"/>
                  </a:moveTo>
                  <a:lnTo>
                    <a:pt x="3197503" y="759326"/>
                  </a:lnTo>
                  <a:lnTo>
                    <a:pt x="3194342" y="758247"/>
                  </a:lnTo>
                  <a:lnTo>
                    <a:pt x="3191864" y="755921"/>
                  </a:lnTo>
                  <a:lnTo>
                    <a:pt x="3188101" y="749624"/>
                  </a:lnTo>
                  <a:lnTo>
                    <a:pt x="3188918" y="742807"/>
                  </a:lnTo>
                  <a:lnTo>
                    <a:pt x="3193528" y="737344"/>
                  </a:lnTo>
                  <a:lnTo>
                    <a:pt x="3201144" y="735106"/>
                  </a:lnTo>
                  <a:lnTo>
                    <a:pt x="3207896" y="735106"/>
                  </a:lnTo>
                  <a:lnTo>
                    <a:pt x="3213788" y="740718"/>
                  </a:lnTo>
                  <a:lnTo>
                    <a:pt x="3213788" y="754674"/>
                  </a:lnTo>
                  <a:lnTo>
                    <a:pt x="3207264" y="759326"/>
                  </a:lnTo>
                  <a:close/>
                </a:path>
                <a:path w="4122420" h="2482215">
                  <a:moveTo>
                    <a:pt x="3358635" y="759326"/>
                  </a:moveTo>
                  <a:lnTo>
                    <a:pt x="3349253" y="759326"/>
                  </a:lnTo>
                  <a:lnTo>
                    <a:pt x="3346168" y="758247"/>
                  </a:lnTo>
                  <a:lnTo>
                    <a:pt x="3343690" y="755921"/>
                  </a:lnTo>
                  <a:lnTo>
                    <a:pt x="3339913" y="749624"/>
                  </a:lnTo>
                  <a:lnTo>
                    <a:pt x="3340639" y="742807"/>
                  </a:lnTo>
                  <a:lnTo>
                    <a:pt x="3345002" y="737344"/>
                  </a:lnTo>
                  <a:lnTo>
                    <a:pt x="3352136" y="735106"/>
                  </a:lnTo>
                  <a:lnTo>
                    <a:pt x="3358888" y="735106"/>
                  </a:lnTo>
                  <a:lnTo>
                    <a:pt x="3364780" y="740718"/>
                  </a:lnTo>
                  <a:lnTo>
                    <a:pt x="3364780" y="754674"/>
                  </a:lnTo>
                  <a:lnTo>
                    <a:pt x="3358635" y="759326"/>
                  </a:lnTo>
                  <a:close/>
                </a:path>
                <a:path w="4122420" h="2482215">
                  <a:moveTo>
                    <a:pt x="3510461" y="759326"/>
                  </a:moveTo>
                  <a:lnTo>
                    <a:pt x="3500700" y="759326"/>
                  </a:lnTo>
                  <a:lnTo>
                    <a:pt x="3497438" y="758247"/>
                  </a:lnTo>
                  <a:lnTo>
                    <a:pt x="3494681" y="755921"/>
                  </a:lnTo>
                  <a:lnTo>
                    <a:pt x="3491270" y="749624"/>
                  </a:lnTo>
                  <a:lnTo>
                    <a:pt x="3492048" y="742807"/>
                  </a:lnTo>
                  <a:lnTo>
                    <a:pt x="3496463" y="737344"/>
                  </a:lnTo>
                  <a:lnTo>
                    <a:pt x="3503962" y="735106"/>
                  </a:lnTo>
                  <a:lnTo>
                    <a:pt x="3510714" y="735106"/>
                  </a:lnTo>
                  <a:lnTo>
                    <a:pt x="3516631" y="740718"/>
                  </a:lnTo>
                  <a:lnTo>
                    <a:pt x="3516631" y="754674"/>
                  </a:lnTo>
                  <a:lnTo>
                    <a:pt x="3510461" y="759326"/>
                  </a:lnTo>
                  <a:close/>
                </a:path>
                <a:path w="4122420" h="2482215">
                  <a:moveTo>
                    <a:pt x="3585640" y="759326"/>
                  </a:moveTo>
                  <a:lnTo>
                    <a:pt x="3576158" y="759326"/>
                  </a:lnTo>
                  <a:lnTo>
                    <a:pt x="3573073" y="758247"/>
                  </a:lnTo>
                  <a:lnTo>
                    <a:pt x="3570619" y="755921"/>
                  </a:lnTo>
                  <a:lnTo>
                    <a:pt x="3566842" y="749624"/>
                  </a:lnTo>
                  <a:lnTo>
                    <a:pt x="3567652" y="742807"/>
                  </a:lnTo>
                  <a:lnTo>
                    <a:pt x="3572259" y="737344"/>
                  </a:lnTo>
                  <a:lnTo>
                    <a:pt x="3579875" y="735106"/>
                  </a:lnTo>
                  <a:lnTo>
                    <a:pt x="3586626" y="735106"/>
                  </a:lnTo>
                  <a:lnTo>
                    <a:pt x="3592544" y="740718"/>
                  </a:lnTo>
                  <a:lnTo>
                    <a:pt x="3592544" y="747120"/>
                  </a:lnTo>
                  <a:lnTo>
                    <a:pt x="3591963" y="754674"/>
                  </a:lnTo>
                  <a:lnTo>
                    <a:pt x="3585640" y="759326"/>
                  </a:lnTo>
                  <a:close/>
                </a:path>
                <a:path w="4122420" h="2482215">
                  <a:moveTo>
                    <a:pt x="3737365" y="759326"/>
                  </a:moveTo>
                  <a:lnTo>
                    <a:pt x="3727984" y="759326"/>
                  </a:lnTo>
                  <a:lnTo>
                    <a:pt x="3724899" y="758247"/>
                  </a:lnTo>
                  <a:lnTo>
                    <a:pt x="3722446" y="755921"/>
                  </a:lnTo>
                  <a:lnTo>
                    <a:pt x="3718659" y="749624"/>
                  </a:lnTo>
                  <a:lnTo>
                    <a:pt x="3719383" y="742807"/>
                  </a:lnTo>
                  <a:lnTo>
                    <a:pt x="3723744" y="737344"/>
                  </a:lnTo>
                  <a:lnTo>
                    <a:pt x="3730866" y="735106"/>
                  </a:lnTo>
                  <a:lnTo>
                    <a:pt x="3737619" y="735106"/>
                  </a:lnTo>
                  <a:lnTo>
                    <a:pt x="3743536" y="740718"/>
                  </a:lnTo>
                  <a:lnTo>
                    <a:pt x="3743536" y="754674"/>
                  </a:lnTo>
                  <a:lnTo>
                    <a:pt x="3737365" y="759326"/>
                  </a:lnTo>
                  <a:close/>
                </a:path>
                <a:path w="4122420" h="2482215">
                  <a:moveTo>
                    <a:pt x="3889217" y="759326"/>
                  </a:moveTo>
                  <a:lnTo>
                    <a:pt x="3879430" y="759326"/>
                  </a:lnTo>
                  <a:lnTo>
                    <a:pt x="3876169" y="758247"/>
                  </a:lnTo>
                  <a:lnTo>
                    <a:pt x="3873438" y="755921"/>
                  </a:lnTo>
                  <a:lnTo>
                    <a:pt x="3870027" y="749624"/>
                  </a:lnTo>
                  <a:lnTo>
                    <a:pt x="3870804" y="742807"/>
                  </a:lnTo>
                  <a:lnTo>
                    <a:pt x="3875219" y="737344"/>
                  </a:lnTo>
                  <a:lnTo>
                    <a:pt x="3882718" y="735106"/>
                  </a:lnTo>
                  <a:lnTo>
                    <a:pt x="3889470" y="735106"/>
                  </a:lnTo>
                  <a:lnTo>
                    <a:pt x="3895362" y="740718"/>
                  </a:lnTo>
                  <a:lnTo>
                    <a:pt x="3895362" y="754674"/>
                  </a:lnTo>
                  <a:lnTo>
                    <a:pt x="3889217" y="759326"/>
                  </a:lnTo>
                  <a:close/>
                </a:path>
                <a:path w="4122420" h="2482215">
                  <a:moveTo>
                    <a:pt x="3964751" y="759326"/>
                  </a:moveTo>
                  <a:lnTo>
                    <a:pt x="3954990" y="759326"/>
                  </a:lnTo>
                  <a:lnTo>
                    <a:pt x="3951804" y="758247"/>
                  </a:lnTo>
                  <a:lnTo>
                    <a:pt x="3949351" y="755921"/>
                  </a:lnTo>
                  <a:lnTo>
                    <a:pt x="3945577" y="749624"/>
                  </a:lnTo>
                  <a:lnTo>
                    <a:pt x="3946395" y="742807"/>
                  </a:lnTo>
                  <a:lnTo>
                    <a:pt x="3951011" y="737344"/>
                  </a:lnTo>
                  <a:lnTo>
                    <a:pt x="3958631" y="735106"/>
                  </a:lnTo>
                  <a:lnTo>
                    <a:pt x="3965383" y="735106"/>
                  </a:lnTo>
                  <a:lnTo>
                    <a:pt x="3971275" y="740718"/>
                  </a:lnTo>
                  <a:lnTo>
                    <a:pt x="3971275" y="754674"/>
                  </a:lnTo>
                  <a:lnTo>
                    <a:pt x="3964751" y="759326"/>
                  </a:lnTo>
                  <a:close/>
                </a:path>
                <a:path w="4122420" h="2482215">
                  <a:moveTo>
                    <a:pt x="3813380" y="759710"/>
                  </a:moveTo>
                  <a:lnTo>
                    <a:pt x="3803619" y="759710"/>
                  </a:lnTo>
                  <a:lnTo>
                    <a:pt x="3800281" y="758535"/>
                  </a:lnTo>
                  <a:lnTo>
                    <a:pt x="3797525" y="755921"/>
                  </a:lnTo>
                  <a:lnTo>
                    <a:pt x="3794221" y="749751"/>
                  </a:lnTo>
                  <a:lnTo>
                    <a:pt x="3795195" y="743215"/>
                  </a:lnTo>
                  <a:lnTo>
                    <a:pt x="3799655" y="738032"/>
                  </a:lnTo>
                  <a:lnTo>
                    <a:pt x="3806805" y="735922"/>
                  </a:lnTo>
                  <a:lnTo>
                    <a:pt x="3806805" y="735106"/>
                  </a:lnTo>
                  <a:lnTo>
                    <a:pt x="3813531" y="735106"/>
                  </a:lnTo>
                  <a:lnTo>
                    <a:pt x="3819449" y="740718"/>
                  </a:lnTo>
                  <a:lnTo>
                    <a:pt x="3819449" y="754890"/>
                  </a:lnTo>
                  <a:lnTo>
                    <a:pt x="3813380" y="759710"/>
                  </a:lnTo>
                  <a:close/>
                </a:path>
                <a:path w="4122420" h="2482215">
                  <a:moveTo>
                    <a:pt x="842756" y="759974"/>
                  </a:moveTo>
                  <a:lnTo>
                    <a:pt x="833510" y="756328"/>
                  </a:lnTo>
                  <a:lnTo>
                    <a:pt x="830428" y="748307"/>
                  </a:lnTo>
                  <a:lnTo>
                    <a:pt x="833510" y="740287"/>
                  </a:lnTo>
                  <a:lnTo>
                    <a:pt x="842756" y="736641"/>
                  </a:lnTo>
                  <a:lnTo>
                    <a:pt x="843287" y="736641"/>
                  </a:lnTo>
                  <a:lnTo>
                    <a:pt x="844349" y="736713"/>
                  </a:lnTo>
                  <a:lnTo>
                    <a:pt x="852898" y="740559"/>
                  </a:lnTo>
                  <a:lnTo>
                    <a:pt x="855747" y="748307"/>
                  </a:lnTo>
                  <a:lnTo>
                    <a:pt x="852898" y="756056"/>
                  </a:lnTo>
                  <a:lnTo>
                    <a:pt x="844349" y="759902"/>
                  </a:lnTo>
                  <a:lnTo>
                    <a:pt x="843818" y="759950"/>
                  </a:lnTo>
                  <a:lnTo>
                    <a:pt x="842756" y="759974"/>
                  </a:lnTo>
                  <a:close/>
                </a:path>
                <a:path w="4122420" h="2482215">
                  <a:moveTo>
                    <a:pt x="1221512" y="759974"/>
                  </a:moveTo>
                  <a:lnTo>
                    <a:pt x="1212266" y="756328"/>
                  </a:lnTo>
                  <a:lnTo>
                    <a:pt x="1209184" y="748307"/>
                  </a:lnTo>
                  <a:lnTo>
                    <a:pt x="1212266" y="740287"/>
                  </a:lnTo>
                  <a:lnTo>
                    <a:pt x="1221512" y="736641"/>
                  </a:lnTo>
                  <a:lnTo>
                    <a:pt x="1222018" y="736641"/>
                  </a:lnTo>
                  <a:lnTo>
                    <a:pt x="1223105" y="736713"/>
                  </a:lnTo>
                  <a:lnTo>
                    <a:pt x="1231640" y="740559"/>
                  </a:lnTo>
                  <a:lnTo>
                    <a:pt x="1234485" y="748307"/>
                  </a:lnTo>
                  <a:lnTo>
                    <a:pt x="1231640" y="756056"/>
                  </a:lnTo>
                  <a:lnTo>
                    <a:pt x="1223105" y="759902"/>
                  </a:lnTo>
                  <a:lnTo>
                    <a:pt x="1222549" y="759950"/>
                  </a:lnTo>
                  <a:lnTo>
                    <a:pt x="1221512" y="759974"/>
                  </a:lnTo>
                  <a:close/>
                </a:path>
                <a:path w="4122420" h="2482215">
                  <a:moveTo>
                    <a:pt x="926761" y="760118"/>
                  </a:moveTo>
                  <a:lnTo>
                    <a:pt x="917000" y="760118"/>
                  </a:lnTo>
                  <a:lnTo>
                    <a:pt x="913738" y="759038"/>
                  </a:lnTo>
                  <a:lnTo>
                    <a:pt x="910981" y="756712"/>
                  </a:lnTo>
                  <a:lnTo>
                    <a:pt x="907571" y="750085"/>
                  </a:lnTo>
                  <a:lnTo>
                    <a:pt x="908349" y="743314"/>
                  </a:lnTo>
                  <a:lnTo>
                    <a:pt x="912763" y="738044"/>
                  </a:lnTo>
                  <a:lnTo>
                    <a:pt x="920262" y="735922"/>
                  </a:lnTo>
                  <a:lnTo>
                    <a:pt x="920262" y="736713"/>
                  </a:lnTo>
                  <a:lnTo>
                    <a:pt x="927014" y="736713"/>
                  </a:lnTo>
                  <a:lnTo>
                    <a:pt x="932071" y="741509"/>
                  </a:lnTo>
                  <a:lnTo>
                    <a:pt x="932931" y="747912"/>
                  </a:lnTo>
                  <a:lnTo>
                    <a:pt x="932931" y="755465"/>
                  </a:lnTo>
                  <a:lnTo>
                    <a:pt x="926761" y="760118"/>
                  </a:lnTo>
                  <a:close/>
                </a:path>
                <a:path w="4122420" h="2482215">
                  <a:moveTo>
                    <a:pt x="1305517" y="760118"/>
                  </a:moveTo>
                  <a:lnTo>
                    <a:pt x="1295731" y="760118"/>
                  </a:lnTo>
                  <a:lnTo>
                    <a:pt x="1292469" y="759038"/>
                  </a:lnTo>
                  <a:lnTo>
                    <a:pt x="1289738" y="756712"/>
                  </a:lnTo>
                  <a:lnTo>
                    <a:pt x="1286327" y="750085"/>
                  </a:lnTo>
                  <a:lnTo>
                    <a:pt x="1287105" y="743314"/>
                  </a:lnTo>
                  <a:lnTo>
                    <a:pt x="1291519" y="738044"/>
                  </a:lnTo>
                  <a:lnTo>
                    <a:pt x="1299018" y="735922"/>
                  </a:lnTo>
                  <a:lnTo>
                    <a:pt x="1299018" y="736713"/>
                  </a:lnTo>
                  <a:lnTo>
                    <a:pt x="1305770" y="736713"/>
                  </a:lnTo>
                  <a:lnTo>
                    <a:pt x="1310828" y="741509"/>
                  </a:lnTo>
                  <a:lnTo>
                    <a:pt x="1311662" y="747912"/>
                  </a:lnTo>
                  <a:lnTo>
                    <a:pt x="1311662" y="755465"/>
                  </a:lnTo>
                  <a:lnTo>
                    <a:pt x="1305517" y="760118"/>
                  </a:lnTo>
                  <a:close/>
                </a:path>
                <a:path w="4122420" h="2482215">
                  <a:moveTo>
                    <a:pt x="1002699" y="760477"/>
                  </a:moveTo>
                  <a:lnTo>
                    <a:pt x="992938" y="760477"/>
                  </a:lnTo>
                  <a:lnTo>
                    <a:pt x="989651" y="759302"/>
                  </a:lnTo>
                  <a:lnTo>
                    <a:pt x="986920" y="756712"/>
                  </a:lnTo>
                  <a:lnTo>
                    <a:pt x="983616" y="750429"/>
                  </a:lnTo>
                  <a:lnTo>
                    <a:pt x="984590" y="743619"/>
                  </a:lnTo>
                  <a:lnTo>
                    <a:pt x="989050" y="738159"/>
                  </a:lnTo>
                  <a:lnTo>
                    <a:pt x="996201" y="735922"/>
                  </a:lnTo>
                  <a:lnTo>
                    <a:pt x="996201" y="736713"/>
                  </a:lnTo>
                  <a:lnTo>
                    <a:pt x="1002927" y="736713"/>
                  </a:lnTo>
                  <a:lnTo>
                    <a:pt x="1008844" y="742300"/>
                  </a:lnTo>
                  <a:lnTo>
                    <a:pt x="1008844" y="755465"/>
                  </a:lnTo>
                  <a:lnTo>
                    <a:pt x="1002699" y="760477"/>
                  </a:lnTo>
                  <a:close/>
                </a:path>
                <a:path w="4122420" h="2482215">
                  <a:moveTo>
                    <a:pt x="1078688" y="760501"/>
                  </a:moveTo>
                  <a:lnTo>
                    <a:pt x="1068927" y="760501"/>
                  </a:lnTo>
                  <a:lnTo>
                    <a:pt x="1065615" y="759350"/>
                  </a:lnTo>
                  <a:lnTo>
                    <a:pt x="1062833" y="756712"/>
                  </a:lnTo>
                  <a:lnTo>
                    <a:pt x="1059539" y="750553"/>
                  </a:lnTo>
                  <a:lnTo>
                    <a:pt x="1060513" y="744015"/>
                  </a:lnTo>
                  <a:lnTo>
                    <a:pt x="1064967" y="738826"/>
                  </a:lnTo>
                  <a:lnTo>
                    <a:pt x="1072113" y="736713"/>
                  </a:lnTo>
                  <a:lnTo>
                    <a:pt x="1078865" y="736713"/>
                  </a:lnTo>
                  <a:lnTo>
                    <a:pt x="1084757" y="742300"/>
                  </a:lnTo>
                  <a:lnTo>
                    <a:pt x="1084757" y="755681"/>
                  </a:lnTo>
                  <a:lnTo>
                    <a:pt x="1078688" y="760501"/>
                  </a:lnTo>
                  <a:close/>
                </a:path>
                <a:path w="4122420" h="2482215">
                  <a:moveTo>
                    <a:pt x="1381506" y="760501"/>
                  </a:moveTo>
                  <a:lnTo>
                    <a:pt x="1371745" y="760501"/>
                  </a:lnTo>
                  <a:lnTo>
                    <a:pt x="1368433" y="759350"/>
                  </a:lnTo>
                  <a:lnTo>
                    <a:pt x="1365651" y="756712"/>
                  </a:lnTo>
                  <a:lnTo>
                    <a:pt x="1362357" y="750553"/>
                  </a:lnTo>
                  <a:lnTo>
                    <a:pt x="1363331" y="744015"/>
                  </a:lnTo>
                  <a:lnTo>
                    <a:pt x="1367785" y="738826"/>
                  </a:lnTo>
                  <a:lnTo>
                    <a:pt x="1374931" y="736713"/>
                  </a:lnTo>
                  <a:lnTo>
                    <a:pt x="1381683" y="736713"/>
                  </a:lnTo>
                  <a:lnTo>
                    <a:pt x="1387575" y="742300"/>
                  </a:lnTo>
                  <a:lnTo>
                    <a:pt x="1387575" y="755681"/>
                  </a:lnTo>
                  <a:lnTo>
                    <a:pt x="1381506" y="760501"/>
                  </a:lnTo>
                  <a:close/>
                </a:path>
                <a:path w="4122420" h="2482215">
                  <a:moveTo>
                    <a:pt x="1532953" y="760501"/>
                  </a:moveTo>
                  <a:lnTo>
                    <a:pt x="1523217" y="760501"/>
                  </a:lnTo>
                  <a:lnTo>
                    <a:pt x="1519980" y="759350"/>
                  </a:lnTo>
                  <a:lnTo>
                    <a:pt x="1517477" y="756712"/>
                  </a:lnTo>
                  <a:lnTo>
                    <a:pt x="1514066" y="750553"/>
                  </a:lnTo>
                  <a:lnTo>
                    <a:pt x="1514844" y="744015"/>
                  </a:lnTo>
                  <a:lnTo>
                    <a:pt x="1519259" y="738826"/>
                  </a:lnTo>
                  <a:lnTo>
                    <a:pt x="1526758" y="736713"/>
                  </a:lnTo>
                  <a:lnTo>
                    <a:pt x="1533509" y="736713"/>
                  </a:lnTo>
                  <a:lnTo>
                    <a:pt x="1539426" y="742300"/>
                  </a:lnTo>
                  <a:lnTo>
                    <a:pt x="1539426" y="755681"/>
                  </a:lnTo>
                  <a:lnTo>
                    <a:pt x="1532953" y="760501"/>
                  </a:lnTo>
                  <a:close/>
                </a:path>
                <a:path w="4122420" h="2482215">
                  <a:moveTo>
                    <a:pt x="1153868" y="760765"/>
                  </a:moveTo>
                  <a:lnTo>
                    <a:pt x="1144132" y="760765"/>
                  </a:lnTo>
                  <a:lnTo>
                    <a:pt x="1141098" y="759758"/>
                  </a:lnTo>
                  <a:lnTo>
                    <a:pt x="1138746" y="757504"/>
                  </a:lnTo>
                  <a:lnTo>
                    <a:pt x="1135335" y="750886"/>
                  </a:lnTo>
                  <a:lnTo>
                    <a:pt x="1136113" y="744114"/>
                  </a:lnTo>
                  <a:lnTo>
                    <a:pt x="1140528" y="738839"/>
                  </a:lnTo>
                  <a:lnTo>
                    <a:pt x="1148027" y="736713"/>
                  </a:lnTo>
                  <a:lnTo>
                    <a:pt x="1154778" y="736713"/>
                  </a:lnTo>
                  <a:lnTo>
                    <a:pt x="1160671" y="742300"/>
                  </a:lnTo>
                  <a:lnTo>
                    <a:pt x="1160671" y="755873"/>
                  </a:lnTo>
                  <a:lnTo>
                    <a:pt x="1153868" y="760765"/>
                  </a:lnTo>
                  <a:close/>
                </a:path>
                <a:path w="4122420" h="2482215">
                  <a:moveTo>
                    <a:pt x="1684450" y="760765"/>
                  </a:moveTo>
                  <a:lnTo>
                    <a:pt x="1674715" y="760765"/>
                  </a:lnTo>
                  <a:lnTo>
                    <a:pt x="1671680" y="759758"/>
                  </a:lnTo>
                  <a:lnTo>
                    <a:pt x="1669328" y="757504"/>
                  </a:lnTo>
                  <a:lnTo>
                    <a:pt x="1665551" y="750886"/>
                  </a:lnTo>
                  <a:lnTo>
                    <a:pt x="1666360" y="744114"/>
                  </a:lnTo>
                  <a:lnTo>
                    <a:pt x="1670968" y="738839"/>
                  </a:lnTo>
                  <a:lnTo>
                    <a:pt x="1678584" y="736713"/>
                  </a:lnTo>
                  <a:lnTo>
                    <a:pt x="1685335" y="736713"/>
                  </a:lnTo>
                  <a:lnTo>
                    <a:pt x="1691253" y="742300"/>
                  </a:lnTo>
                  <a:lnTo>
                    <a:pt x="1691253" y="755873"/>
                  </a:lnTo>
                  <a:lnTo>
                    <a:pt x="1684450" y="760765"/>
                  </a:lnTo>
                  <a:close/>
                </a:path>
                <a:path w="4122420" h="2482215">
                  <a:moveTo>
                    <a:pt x="1449302" y="760789"/>
                  </a:moveTo>
                  <a:lnTo>
                    <a:pt x="1440028" y="757016"/>
                  </a:lnTo>
                  <a:lnTo>
                    <a:pt x="1436936" y="748715"/>
                  </a:lnTo>
                  <a:lnTo>
                    <a:pt x="1440028" y="740414"/>
                  </a:lnTo>
                  <a:lnTo>
                    <a:pt x="1449302" y="736641"/>
                  </a:lnTo>
                  <a:lnTo>
                    <a:pt x="1449808" y="736641"/>
                  </a:lnTo>
                  <a:lnTo>
                    <a:pt x="1450844" y="736713"/>
                  </a:lnTo>
                  <a:lnTo>
                    <a:pt x="1459379" y="740916"/>
                  </a:lnTo>
                  <a:lnTo>
                    <a:pt x="1462224" y="748715"/>
                  </a:lnTo>
                  <a:lnTo>
                    <a:pt x="1459379" y="756515"/>
                  </a:lnTo>
                  <a:lnTo>
                    <a:pt x="1450844" y="760717"/>
                  </a:lnTo>
                  <a:lnTo>
                    <a:pt x="1450313" y="760765"/>
                  </a:lnTo>
                  <a:lnTo>
                    <a:pt x="1449302" y="760789"/>
                  </a:lnTo>
                  <a:close/>
                </a:path>
                <a:path w="4122420" h="2482215">
                  <a:moveTo>
                    <a:pt x="1608512" y="760957"/>
                  </a:moveTo>
                  <a:lnTo>
                    <a:pt x="1599029" y="760957"/>
                  </a:lnTo>
                  <a:lnTo>
                    <a:pt x="1595894" y="759878"/>
                  </a:lnTo>
                  <a:lnTo>
                    <a:pt x="1593390" y="757504"/>
                  </a:lnTo>
                  <a:lnTo>
                    <a:pt x="1589627" y="750886"/>
                  </a:lnTo>
                  <a:lnTo>
                    <a:pt x="1590444" y="744114"/>
                  </a:lnTo>
                  <a:lnTo>
                    <a:pt x="1595054" y="738839"/>
                  </a:lnTo>
                  <a:lnTo>
                    <a:pt x="1602671" y="736713"/>
                  </a:lnTo>
                  <a:lnTo>
                    <a:pt x="1609423" y="736713"/>
                  </a:lnTo>
                  <a:lnTo>
                    <a:pt x="1615340" y="742300"/>
                  </a:lnTo>
                  <a:lnTo>
                    <a:pt x="1615226" y="750886"/>
                  </a:lnTo>
                  <a:lnTo>
                    <a:pt x="1614758" y="756497"/>
                  </a:lnTo>
                  <a:lnTo>
                    <a:pt x="1608512" y="760957"/>
                  </a:lnTo>
                  <a:close/>
                </a:path>
                <a:path w="4122420" h="2482215">
                  <a:moveTo>
                    <a:pt x="3390523" y="771124"/>
                  </a:moveTo>
                  <a:lnTo>
                    <a:pt x="3390370" y="771100"/>
                  </a:lnTo>
                  <a:lnTo>
                    <a:pt x="3390648" y="771100"/>
                  </a:lnTo>
                  <a:close/>
                </a:path>
                <a:path w="4122420" h="2482215">
                  <a:moveTo>
                    <a:pt x="3397047" y="795320"/>
                  </a:moveTo>
                  <a:lnTo>
                    <a:pt x="3387311" y="795320"/>
                  </a:lnTo>
                  <a:lnTo>
                    <a:pt x="3384124" y="794241"/>
                  </a:lnTo>
                  <a:lnTo>
                    <a:pt x="3381672" y="791915"/>
                  </a:lnTo>
                  <a:lnTo>
                    <a:pt x="3377912" y="785368"/>
                  </a:lnTo>
                  <a:lnTo>
                    <a:pt x="3378643" y="778660"/>
                  </a:lnTo>
                  <a:lnTo>
                    <a:pt x="3383101" y="773381"/>
                  </a:lnTo>
                  <a:lnTo>
                    <a:pt x="3390523" y="771124"/>
                  </a:lnTo>
                  <a:lnTo>
                    <a:pt x="3397906" y="771316"/>
                  </a:lnTo>
                  <a:lnTo>
                    <a:pt x="3403596" y="776832"/>
                  </a:lnTo>
                  <a:lnTo>
                    <a:pt x="3403596" y="790668"/>
                  </a:lnTo>
                  <a:lnTo>
                    <a:pt x="3397047" y="795320"/>
                  </a:lnTo>
                  <a:close/>
                </a:path>
                <a:path w="4122420" h="2482215">
                  <a:moveTo>
                    <a:pt x="1646140" y="796759"/>
                  </a:moveTo>
                  <a:lnTo>
                    <a:pt x="1636657" y="796759"/>
                  </a:lnTo>
                  <a:lnTo>
                    <a:pt x="1633724" y="795752"/>
                  </a:lnTo>
                  <a:lnTo>
                    <a:pt x="1631347" y="793498"/>
                  </a:lnTo>
                  <a:lnTo>
                    <a:pt x="1627602" y="786965"/>
                  </a:lnTo>
                  <a:lnTo>
                    <a:pt x="1628338" y="780261"/>
                  </a:lnTo>
                  <a:lnTo>
                    <a:pt x="1632791" y="774978"/>
                  </a:lnTo>
                  <a:lnTo>
                    <a:pt x="1640197" y="772707"/>
                  </a:lnTo>
                  <a:lnTo>
                    <a:pt x="1647606" y="772923"/>
                  </a:lnTo>
                  <a:lnTo>
                    <a:pt x="1653296" y="778414"/>
                  </a:lnTo>
                  <a:lnTo>
                    <a:pt x="1653296" y="784697"/>
                  </a:lnTo>
                  <a:lnTo>
                    <a:pt x="1652715" y="791867"/>
                  </a:lnTo>
                  <a:lnTo>
                    <a:pt x="1646140" y="796759"/>
                  </a:lnTo>
                  <a:close/>
                </a:path>
                <a:path w="4122420" h="2482215">
                  <a:moveTo>
                    <a:pt x="2942023" y="794889"/>
                  </a:moveTo>
                  <a:lnTo>
                    <a:pt x="2932641" y="794889"/>
                  </a:lnTo>
                  <a:lnTo>
                    <a:pt x="2929506" y="793737"/>
                  </a:lnTo>
                  <a:lnTo>
                    <a:pt x="2927002" y="791100"/>
                  </a:lnTo>
                  <a:lnTo>
                    <a:pt x="2923215" y="784940"/>
                  </a:lnTo>
                  <a:lnTo>
                    <a:pt x="2923942" y="778402"/>
                  </a:lnTo>
                  <a:lnTo>
                    <a:pt x="2928311" y="773214"/>
                  </a:lnTo>
                  <a:lnTo>
                    <a:pt x="2935448" y="771100"/>
                  </a:lnTo>
                  <a:lnTo>
                    <a:pt x="2942175" y="771100"/>
                  </a:lnTo>
                  <a:lnTo>
                    <a:pt x="2948092" y="776712"/>
                  </a:lnTo>
                  <a:lnTo>
                    <a:pt x="2948092" y="790093"/>
                  </a:lnTo>
                  <a:lnTo>
                    <a:pt x="2942023" y="794889"/>
                  </a:lnTo>
                  <a:close/>
                </a:path>
                <a:path w="4122420" h="2482215">
                  <a:moveTo>
                    <a:pt x="3092686" y="795152"/>
                  </a:moveTo>
                  <a:lnTo>
                    <a:pt x="3083305" y="795152"/>
                  </a:lnTo>
                  <a:lnTo>
                    <a:pt x="3080371" y="794145"/>
                  </a:lnTo>
                  <a:lnTo>
                    <a:pt x="3077994" y="791915"/>
                  </a:lnTo>
                  <a:lnTo>
                    <a:pt x="3074207" y="785284"/>
                  </a:lnTo>
                  <a:lnTo>
                    <a:pt x="3074934" y="778504"/>
                  </a:lnTo>
                  <a:lnTo>
                    <a:pt x="3079303" y="773226"/>
                  </a:lnTo>
                  <a:lnTo>
                    <a:pt x="3086440" y="771100"/>
                  </a:lnTo>
                  <a:lnTo>
                    <a:pt x="3094026" y="771100"/>
                  </a:lnTo>
                  <a:lnTo>
                    <a:pt x="3099083" y="776712"/>
                  </a:lnTo>
                  <a:lnTo>
                    <a:pt x="3099083" y="790260"/>
                  </a:lnTo>
                  <a:lnTo>
                    <a:pt x="3092686" y="795152"/>
                  </a:lnTo>
                  <a:close/>
                </a:path>
                <a:path w="4122420" h="2482215">
                  <a:moveTo>
                    <a:pt x="4001999" y="795152"/>
                  </a:moveTo>
                  <a:lnTo>
                    <a:pt x="3992618" y="795152"/>
                  </a:lnTo>
                  <a:lnTo>
                    <a:pt x="3989684" y="794145"/>
                  </a:lnTo>
                  <a:lnTo>
                    <a:pt x="3987307" y="791915"/>
                  </a:lnTo>
                  <a:lnTo>
                    <a:pt x="3983520" y="785284"/>
                  </a:lnTo>
                  <a:lnTo>
                    <a:pt x="3984247" y="778504"/>
                  </a:lnTo>
                  <a:lnTo>
                    <a:pt x="3988616" y="773226"/>
                  </a:lnTo>
                  <a:lnTo>
                    <a:pt x="3995753" y="771100"/>
                  </a:lnTo>
                  <a:lnTo>
                    <a:pt x="4003340" y="771100"/>
                  </a:lnTo>
                  <a:lnTo>
                    <a:pt x="4008397" y="776712"/>
                  </a:lnTo>
                  <a:lnTo>
                    <a:pt x="4008397" y="790260"/>
                  </a:lnTo>
                  <a:lnTo>
                    <a:pt x="4001999" y="795152"/>
                  </a:lnTo>
                  <a:close/>
                </a:path>
                <a:path w="4122420" h="2482215">
                  <a:moveTo>
                    <a:pt x="3017101" y="795320"/>
                  </a:moveTo>
                  <a:lnTo>
                    <a:pt x="3007619" y="795320"/>
                  </a:lnTo>
                  <a:lnTo>
                    <a:pt x="3004533" y="794241"/>
                  </a:lnTo>
                  <a:lnTo>
                    <a:pt x="3002081" y="791915"/>
                  </a:lnTo>
                  <a:lnTo>
                    <a:pt x="2998307" y="785284"/>
                  </a:lnTo>
                  <a:lnTo>
                    <a:pt x="2999126" y="778504"/>
                  </a:lnTo>
                  <a:lnTo>
                    <a:pt x="3003742" y="773226"/>
                  </a:lnTo>
                  <a:lnTo>
                    <a:pt x="3011362" y="771100"/>
                  </a:lnTo>
                  <a:lnTo>
                    <a:pt x="3018113" y="771100"/>
                  </a:lnTo>
                  <a:lnTo>
                    <a:pt x="3024005" y="776712"/>
                  </a:lnTo>
                  <a:lnTo>
                    <a:pt x="3024005" y="783114"/>
                  </a:lnTo>
                  <a:lnTo>
                    <a:pt x="3023449" y="790668"/>
                  </a:lnTo>
                  <a:lnTo>
                    <a:pt x="3017101" y="795320"/>
                  </a:lnTo>
                  <a:close/>
                </a:path>
                <a:path w="4122420" h="2482215">
                  <a:moveTo>
                    <a:pt x="3169307" y="795320"/>
                  </a:moveTo>
                  <a:lnTo>
                    <a:pt x="3159546" y="795320"/>
                  </a:lnTo>
                  <a:lnTo>
                    <a:pt x="3156385" y="794241"/>
                  </a:lnTo>
                  <a:lnTo>
                    <a:pt x="3153907" y="791915"/>
                  </a:lnTo>
                  <a:lnTo>
                    <a:pt x="3150496" y="785284"/>
                  </a:lnTo>
                  <a:lnTo>
                    <a:pt x="3151274" y="778504"/>
                  </a:lnTo>
                  <a:lnTo>
                    <a:pt x="3155688" y="773226"/>
                  </a:lnTo>
                  <a:lnTo>
                    <a:pt x="3163188" y="771100"/>
                  </a:lnTo>
                  <a:lnTo>
                    <a:pt x="3169940" y="771100"/>
                  </a:lnTo>
                  <a:lnTo>
                    <a:pt x="3175831" y="776712"/>
                  </a:lnTo>
                  <a:lnTo>
                    <a:pt x="3175831" y="790668"/>
                  </a:lnTo>
                  <a:lnTo>
                    <a:pt x="3169307" y="795320"/>
                  </a:lnTo>
                  <a:close/>
                </a:path>
                <a:path w="4122420" h="2482215">
                  <a:moveTo>
                    <a:pt x="3244765" y="795320"/>
                  </a:moveTo>
                  <a:lnTo>
                    <a:pt x="3235383" y="795320"/>
                  </a:lnTo>
                  <a:lnTo>
                    <a:pt x="3232298" y="794241"/>
                  </a:lnTo>
                  <a:lnTo>
                    <a:pt x="3229820" y="791915"/>
                  </a:lnTo>
                  <a:lnTo>
                    <a:pt x="3226057" y="785284"/>
                  </a:lnTo>
                  <a:lnTo>
                    <a:pt x="3226874" y="778504"/>
                  </a:lnTo>
                  <a:lnTo>
                    <a:pt x="3231484" y="773226"/>
                  </a:lnTo>
                  <a:lnTo>
                    <a:pt x="3239101" y="771100"/>
                  </a:lnTo>
                  <a:lnTo>
                    <a:pt x="3245852" y="771100"/>
                  </a:lnTo>
                  <a:lnTo>
                    <a:pt x="3250910" y="776712"/>
                  </a:lnTo>
                  <a:lnTo>
                    <a:pt x="3250910" y="790668"/>
                  </a:lnTo>
                  <a:lnTo>
                    <a:pt x="3244765" y="795320"/>
                  </a:lnTo>
                  <a:close/>
                </a:path>
                <a:path w="4122420" h="2482215">
                  <a:moveTo>
                    <a:pt x="3320678" y="795320"/>
                  </a:moveTo>
                  <a:lnTo>
                    <a:pt x="3311297" y="795320"/>
                  </a:lnTo>
                  <a:lnTo>
                    <a:pt x="3308212" y="794241"/>
                  </a:lnTo>
                  <a:lnTo>
                    <a:pt x="3305733" y="791915"/>
                  </a:lnTo>
                  <a:lnTo>
                    <a:pt x="3301957" y="785284"/>
                  </a:lnTo>
                  <a:lnTo>
                    <a:pt x="3302683" y="778504"/>
                  </a:lnTo>
                  <a:lnTo>
                    <a:pt x="3307046" y="773226"/>
                  </a:lnTo>
                  <a:lnTo>
                    <a:pt x="3314180" y="771100"/>
                  </a:lnTo>
                  <a:lnTo>
                    <a:pt x="3321765" y="771100"/>
                  </a:lnTo>
                  <a:lnTo>
                    <a:pt x="3326823" y="776712"/>
                  </a:lnTo>
                  <a:lnTo>
                    <a:pt x="3326823" y="790668"/>
                  </a:lnTo>
                  <a:lnTo>
                    <a:pt x="3320678" y="795320"/>
                  </a:lnTo>
                  <a:close/>
                </a:path>
                <a:path w="4122420" h="2482215">
                  <a:moveTo>
                    <a:pt x="3472505" y="795320"/>
                  </a:moveTo>
                  <a:lnTo>
                    <a:pt x="3462744" y="795320"/>
                  </a:lnTo>
                  <a:lnTo>
                    <a:pt x="3459481" y="794241"/>
                  </a:lnTo>
                  <a:lnTo>
                    <a:pt x="3456725" y="791915"/>
                  </a:lnTo>
                  <a:lnTo>
                    <a:pt x="3453314" y="785284"/>
                  </a:lnTo>
                  <a:lnTo>
                    <a:pt x="3454092" y="778504"/>
                  </a:lnTo>
                  <a:lnTo>
                    <a:pt x="3458506" y="773226"/>
                  </a:lnTo>
                  <a:lnTo>
                    <a:pt x="3466005" y="771100"/>
                  </a:lnTo>
                  <a:lnTo>
                    <a:pt x="3472757" y="771100"/>
                  </a:lnTo>
                  <a:lnTo>
                    <a:pt x="3478674" y="776712"/>
                  </a:lnTo>
                  <a:lnTo>
                    <a:pt x="3478674" y="790668"/>
                  </a:lnTo>
                  <a:lnTo>
                    <a:pt x="3472505" y="795320"/>
                  </a:lnTo>
                  <a:close/>
                </a:path>
                <a:path w="4122420" h="2482215">
                  <a:moveTo>
                    <a:pt x="3548038" y="795320"/>
                  </a:moveTo>
                  <a:lnTo>
                    <a:pt x="3538277" y="795320"/>
                  </a:lnTo>
                  <a:lnTo>
                    <a:pt x="3535116" y="794241"/>
                  </a:lnTo>
                  <a:lnTo>
                    <a:pt x="3532638" y="791915"/>
                  </a:lnTo>
                  <a:lnTo>
                    <a:pt x="3529227" y="785284"/>
                  </a:lnTo>
                  <a:lnTo>
                    <a:pt x="3530005" y="778504"/>
                  </a:lnTo>
                  <a:lnTo>
                    <a:pt x="3534420" y="773226"/>
                  </a:lnTo>
                  <a:lnTo>
                    <a:pt x="3541919" y="771100"/>
                  </a:lnTo>
                  <a:lnTo>
                    <a:pt x="3548670" y="771100"/>
                  </a:lnTo>
                  <a:lnTo>
                    <a:pt x="3554588" y="776712"/>
                  </a:lnTo>
                  <a:lnTo>
                    <a:pt x="3554588" y="790668"/>
                  </a:lnTo>
                  <a:lnTo>
                    <a:pt x="3548038" y="795320"/>
                  </a:lnTo>
                  <a:close/>
                </a:path>
                <a:path w="4122420" h="2482215">
                  <a:moveTo>
                    <a:pt x="3623496" y="795320"/>
                  </a:moveTo>
                  <a:lnTo>
                    <a:pt x="3614114" y="795320"/>
                  </a:lnTo>
                  <a:lnTo>
                    <a:pt x="3611030" y="794241"/>
                  </a:lnTo>
                  <a:lnTo>
                    <a:pt x="3608576" y="791915"/>
                  </a:lnTo>
                  <a:lnTo>
                    <a:pt x="3604803" y="785284"/>
                  </a:lnTo>
                  <a:lnTo>
                    <a:pt x="3605621" y="778504"/>
                  </a:lnTo>
                  <a:lnTo>
                    <a:pt x="3610237" y="773226"/>
                  </a:lnTo>
                  <a:lnTo>
                    <a:pt x="3617857" y="771100"/>
                  </a:lnTo>
                  <a:lnTo>
                    <a:pt x="3624583" y="771100"/>
                  </a:lnTo>
                  <a:lnTo>
                    <a:pt x="3629666" y="776712"/>
                  </a:lnTo>
                  <a:lnTo>
                    <a:pt x="3629666" y="790668"/>
                  </a:lnTo>
                  <a:lnTo>
                    <a:pt x="3623496" y="795320"/>
                  </a:lnTo>
                  <a:close/>
                </a:path>
                <a:path w="4122420" h="2482215">
                  <a:moveTo>
                    <a:pt x="3699409" y="795320"/>
                  </a:moveTo>
                  <a:lnTo>
                    <a:pt x="3690027" y="795320"/>
                  </a:lnTo>
                  <a:lnTo>
                    <a:pt x="3686942" y="794241"/>
                  </a:lnTo>
                  <a:lnTo>
                    <a:pt x="3684490" y="791915"/>
                  </a:lnTo>
                  <a:lnTo>
                    <a:pt x="3680702" y="785284"/>
                  </a:lnTo>
                  <a:lnTo>
                    <a:pt x="3681427" y="778504"/>
                  </a:lnTo>
                  <a:lnTo>
                    <a:pt x="3685787" y="773226"/>
                  </a:lnTo>
                  <a:lnTo>
                    <a:pt x="3692910" y="771100"/>
                  </a:lnTo>
                  <a:lnTo>
                    <a:pt x="3700522" y="771100"/>
                  </a:lnTo>
                  <a:lnTo>
                    <a:pt x="3705579" y="776712"/>
                  </a:lnTo>
                  <a:lnTo>
                    <a:pt x="3705579" y="790668"/>
                  </a:lnTo>
                  <a:lnTo>
                    <a:pt x="3699409" y="795320"/>
                  </a:lnTo>
                  <a:close/>
                </a:path>
                <a:path w="4122420" h="2482215">
                  <a:moveTo>
                    <a:pt x="3851261" y="795320"/>
                  </a:moveTo>
                  <a:lnTo>
                    <a:pt x="3841474" y="795320"/>
                  </a:lnTo>
                  <a:lnTo>
                    <a:pt x="3838213" y="794241"/>
                  </a:lnTo>
                  <a:lnTo>
                    <a:pt x="3835481" y="791915"/>
                  </a:lnTo>
                  <a:lnTo>
                    <a:pt x="3832059" y="785284"/>
                  </a:lnTo>
                  <a:lnTo>
                    <a:pt x="3832839" y="778504"/>
                  </a:lnTo>
                  <a:lnTo>
                    <a:pt x="3837259" y="773226"/>
                  </a:lnTo>
                  <a:lnTo>
                    <a:pt x="3844762" y="771100"/>
                  </a:lnTo>
                  <a:lnTo>
                    <a:pt x="3851488" y="771100"/>
                  </a:lnTo>
                  <a:lnTo>
                    <a:pt x="3857405" y="776712"/>
                  </a:lnTo>
                  <a:lnTo>
                    <a:pt x="3857405" y="790668"/>
                  </a:lnTo>
                  <a:lnTo>
                    <a:pt x="3851261" y="795320"/>
                  </a:lnTo>
                  <a:close/>
                </a:path>
                <a:path w="4122420" h="2482215">
                  <a:moveTo>
                    <a:pt x="3926769" y="795320"/>
                  </a:moveTo>
                  <a:lnTo>
                    <a:pt x="3917033" y="795320"/>
                  </a:lnTo>
                  <a:lnTo>
                    <a:pt x="3913847" y="794241"/>
                  </a:lnTo>
                  <a:lnTo>
                    <a:pt x="3911394" y="791915"/>
                  </a:lnTo>
                  <a:lnTo>
                    <a:pt x="3907983" y="785284"/>
                  </a:lnTo>
                  <a:lnTo>
                    <a:pt x="3908761" y="778504"/>
                  </a:lnTo>
                  <a:lnTo>
                    <a:pt x="3913176" y="773226"/>
                  </a:lnTo>
                  <a:lnTo>
                    <a:pt x="3920675" y="771100"/>
                  </a:lnTo>
                  <a:lnTo>
                    <a:pt x="3927426" y="771100"/>
                  </a:lnTo>
                  <a:lnTo>
                    <a:pt x="3933319" y="776712"/>
                  </a:lnTo>
                  <a:lnTo>
                    <a:pt x="3933319" y="790668"/>
                  </a:lnTo>
                  <a:lnTo>
                    <a:pt x="3926769" y="795320"/>
                  </a:lnTo>
                  <a:close/>
                </a:path>
                <a:path w="4122420" h="2482215">
                  <a:moveTo>
                    <a:pt x="3775348" y="795680"/>
                  </a:moveTo>
                  <a:lnTo>
                    <a:pt x="3765587" y="795680"/>
                  </a:lnTo>
                  <a:lnTo>
                    <a:pt x="3762299" y="794505"/>
                  </a:lnTo>
                  <a:lnTo>
                    <a:pt x="3759568" y="791915"/>
                  </a:lnTo>
                  <a:lnTo>
                    <a:pt x="3756263" y="785732"/>
                  </a:lnTo>
                  <a:lnTo>
                    <a:pt x="3757235" y="779107"/>
                  </a:lnTo>
                  <a:lnTo>
                    <a:pt x="3761688" y="773682"/>
                  </a:lnTo>
                  <a:lnTo>
                    <a:pt x="3768823" y="771100"/>
                  </a:lnTo>
                  <a:lnTo>
                    <a:pt x="3775575" y="771100"/>
                  </a:lnTo>
                  <a:lnTo>
                    <a:pt x="3781492" y="776712"/>
                  </a:lnTo>
                  <a:lnTo>
                    <a:pt x="3781492" y="790668"/>
                  </a:lnTo>
                  <a:lnTo>
                    <a:pt x="3775348" y="795680"/>
                  </a:lnTo>
                  <a:close/>
                </a:path>
                <a:path w="4122420" h="2482215">
                  <a:moveTo>
                    <a:pt x="1040403" y="795944"/>
                  </a:moveTo>
                  <a:lnTo>
                    <a:pt x="1030617" y="795944"/>
                  </a:lnTo>
                  <a:lnTo>
                    <a:pt x="1027506" y="794960"/>
                  </a:lnTo>
                  <a:lnTo>
                    <a:pt x="1024876" y="792706"/>
                  </a:lnTo>
                  <a:lnTo>
                    <a:pt x="1021572" y="786079"/>
                  </a:lnTo>
                  <a:lnTo>
                    <a:pt x="1022547" y="779308"/>
                  </a:lnTo>
                  <a:lnTo>
                    <a:pt x="1027007" y="774038"/>
                  </a:lnTo>
                  <a:lnTo>
                    <a:pt x="1034157" y="771916"/>
                  </a:lnTo>
                  <a:lnTo>
                    <a:pt x="1034157" y="772707"/>
                  </a:lnTo>
                  <a:lnTo>
                    <a:pt x="1040883" y="772707"/>
                  </a:lnTo>
                  <a:lnTo>
                    <a:pt x="1045966" y="777503"/>
                  </a:lnTo>
                  <a:lnTo>
                    <a:pt x="1046801" y="783906"/>
                  </a:lnTo>
                  <a:lnTo>
                    <a:pt x="1046801" y="791076"/>
                  </a:lnTo>
                  <a:lnTo>
                    <a:pt x="1040403" y="795944"/>
                  </a:lnTo>
                  <a:close/>
                </a:path>
                <a:path w="4122420" h="2482215">
                  <a:moveTo>
                    <a:pt x="812133" y="796111"/>
                  </a:moveTo>
                  <a:lnTo>
                    <a:pt x="802675" y="796111"/>
                  </a:lnTo>
                  <a:lnTo>
                    <a:pt x="799590" y="795032"/>
                  </a:lnTo>
                  <a:lnTo>
                    <a:pt x="797112" y="792706"/>
                  </a:lnTo>
                  <a:lnTo>
                    <a:pt x="793349" y="786079"/>
                  </a:lnTo>
                  <a:lnTo>
                    <a:pt x="794166" y="779308"/>
                  </a:lnTo>
                  <a:lnTo>
                    <a:pt x="798776" y="774038"/>
                  </a:lnTo>
                  <a:lnTo>
                    <a:pt x="806392" y="771916"/>
                  </a:lnTo>
                  <a:lnTo>
                    <a:pt x="807252" y="772707"/>
                  </a:lnTo>
                  <a:lnTo>
                    <a:pt x="813144" y="773498"/>
                  </a:lnTo>
                  <a:lnTo>
                    <a:pt x="818202" y="778318"/>
                  </a:lnTo>
                  <a:lnTo>
                    <a:pt x="819062" y="783906"/>
                  </a:lnTo>
                  <a:lnTo>
                    <a:pt x="818480" y="791459"/>
                  </a:lnTo>
                  <a:lnTo>
                    <a:pt x="812133" y="796111"/>
                  </a:lnTo>
                  <a:close/>
                </a:path>
                <a:path w="4122420" h="2482215">
                  <a:moveTo>
                    <a:pt x="1267561" y="796111"/>
                  </a:moveTo>
                  <a:lnTo>
                    <a:pt x="1257774" y="796111"/>
                  </a:lnTo>
                  <a:lnTo>
                    <a:pt x="1254512" y="795032"/>
                  </a:lnTo>
                  <a:lnTo>
                    <a:pt x="1251781" y="792706"/>
                  </a:lnTo>
                  <a:lnTo>
                    <a:pt x="1248370" y="786079"/>
                  </a:lnTo>
                  <a:lnTo>
                    <a:pt x="1249148" y="779308"/>
                  </a:lnTo>
                  <a:lnTo>
                    <a:pt x="1253563" y="774038"/>
                  </a:lnTo>
                  <a:lnTo>
                    <a:pt x="1261062" y="771916"/>
                  </a:lnTo>
                  <a:lnTo>
                    <a:pt x="1261062" y="772707"/>
                  </a:lnTo>
                  <a:lnTo>
                    <a:pt x="1267813" y="772707"/>
                  </a:lnTo>
                  <a:lnTo>
                    <a:pt x="1272871" y="777503"/>
                  </a:lnTo>
                  <a:lnTo>
                    <a:pt x="1273706" y="783906"/>
                  </a:lnTo>
                  <a:lnTo>
                    <a:pt x="1273706" y="791459"/>
                  </a:lnTo>
                  <a:lnTo>
                    <a:pt x="1267561" y="796111"/>
                  </a:lnTo>
                  <a:close/>
                </a:path>
                <a:path w="4122420" h="2482215">
                  <a:moveTo>
                    <a:pt x="888830" y="796471"/>
                  </a:moveTo>
                  <a:lnTo>
                    <a:pt x="879069" y="796471"/>
                  </a:lnTo>
                  <a:lnTo>
                    <a:pt x="875781" y="795296"/>
                  </a:lnTo>
                  <a:lnTo>
                    <a:pt x="873025" y="792706"/>
                  </a:lnTo>
                  <a:lnTo>
                    <a:pt x="869735" y="786423"/>
                  </a:lnTo>
                  <a:lnTo>
                    <a:pt x="870715" y="779613"/>
                  </a:lnTo>
                  <a:lnTo>
                    <a:pt x="875170" y="774153"/>
                  </a:lnTo>
                  <a:lnTo>
                    <a:pt x="882306" y="771916"/>
                  </a:lnTo>
                  <a:lnTo>
                    <a:pt x="882306" y="772707"/>
                  </a:lnTo>
                  <a:lnTo>
                    <a:pt x="889057" y="772707"/>
                  </a:lnTo>
                  <a:lnTo>
                    <a:pt x="894975" y="778318"/>
                  </a:lnTo>
                  <a:lnTo>
                    <a:pt x="894975" y="791459"/>
                  </a:lnTo>
                  <a:lnTo>
                    <a:pt x="888830" y="796471"/>
                  </a:lnTo>
                  <a:close/>
                </a:path>
                <a:path w="4122420" h="2482215">
                  <a:moveTo>
                    <a:pt x="964743" y="796471"/>
                  </a:moveTo>
                  <a:lnTo>
                    <a:pt x="955361" y="796471"/>
                  </a:lnTo>
                  <a:lnTo>
                    <a:pt x="952276" y="795296"/>
                  </a:lnTo>
                  <a:lnTo>
                    <a:pt x="949798" y="792706"/>
                  </a:lnTo>
                  <a:lnTo>
                    <a:pt x="946011" y="786423"/>
                  </a:lnTo>
                  <a:lnTo>
                    <a:pt x="946735" y="779613"/>
                  </a:lnTo>
                  <a:lnTo>
                    <a:pt x="951096" y="774153"/>
                  </a:lnTo>
                  <a:lnTo>
                    <a:pt x="958219" y="771916"/>
                  </a:lnTo>
                  <a:lnTo>
                    <a:pt x="958219" y="772707"/>
                  </a:lnTo>
                  <a:lnTo>
                    <a:pt x="964971" y="772707"/>
                  </a:lnTo>
                  <a:lnTo>
                    <a:pt x="970888" y="777503"/>
                  </a:lnTo>
                  <a:lnTo>
                    <a:pt x="970888" y="791459"/>
                  </a:lnTo>
                  <a:lnTo>
                    <a:pt x="964743" y="796471"/>
                  </a:lnTo>
                  <a:close/>
                </a:path>
                <a:path w="4122420" h="2482215">
                  <a:moveTo>
                    <a:pt x="1343474" y="796471"/>
                  </a:moveTo>
                  <a:lnTo>
                    <a:pt x="1334092" y="796471"/>
                  </a:lnTo>
                  <a:lnTo>
                    <a:pt x="1331007" y="795296"/>
                  </a:lnTo>
                  <a:lnTo>
                    <a:pt x="1328529" y="792706"/>
                  </a:lnTo>
                  <a:lnTo>
                    <a:pt x="1324753" y="786423"/>
                  </a:lnTo>
                  <a:lnTo>
                    <a:pt x="1325479" y="779613"/>
                  </a:lnTo>
                  <a:lnTo>
                    <a:pt x="1329841" y="774153"/>
                  </a:lnTo>
                  <a:lnTo>
                    <a:pt x="1336975" y="771916"/>
                  </a:lnTo>
                  <a:lnTo>
                    <a:pt x="1336975" y="772707"/>
                  </a:lnTo>
                  <a:lnTo>
                    <a:pt x="1343727" y="772707"/>
                  </a:lnTo>
                  <a:lnTo>
                    <a:pt x="1349619" y="777503"/>
                  </a:lnTo>
                  <a:lnTo>
                    <a:pt x="1349619" y="791459"/>
                  </a:lnTo>
                  <a:lnTo>
                    <a:pt x="1343474" y="796471"/>
                  </a:lnTo>
                  <a:close/>
                </a:path>
                <a:path w="4122420" h="2482215">
                  <a:moveTo>
                    <a:pt x="1722230" y="796471"/>
                  </a:moveTo>
                  <a:lnTo>
                    <a:pt x="1712848" y="796471"/>
                  </a:lnTo>
                  <a:lnTo>
                    <a:pt x="1709738" y="795296"/>
                  </a:lnTo>
                  <a:lnTo>
                    <a:pt x="1707285" y="792706"/>
                  </a:lnTo>
                  <a:lnTo>
                    <a:pt x="1703498" y="786423"/>
                  </a:lnTo>
                  <a:lnTo>
                    <a:pt x="1704222" y="779613"/>
                  </a:lnTo>
                  <a:lnTo>
                    <a:pt x="1708583" y="774153"/>
                  </a:lnTo>
                  <a:lnTo>
                    <a:pt x="1715706" y="771916"/>
                  </a:lnTo>
                  <a:lnTo>
                    <a:pt x="1715706" y="772707"/>
                  </a:lnTo>
                  <a:lnTo>
                    <a:pt x="1722458" y="772707"/>
                  </a:lnTo>
                  <a:lnTo>
                    <a:pt x="1728375" y="777503"/>
                  </a:lnTo>
                  <a:lnTo>
                    <a:pt x="1728375" y="791459"/>
                  </a:lnTo>
                  <a:lnTo>
                    <a:pt x="1722230" y="796471"/>
                  </a:lnTo>
                  <a:close/>
                </a:path>
                <a:path w="4122420" h="2482215">
                  <a:moveTo>
                    <a:pt x="1494996" y="796495"/>
                  </a:moveTo>
                  <a:lnTo>
                    <a:pt x="1485261" y="796495"/>
                  </a:lnTo>
                  <a:lnTo>
                    <a:pt x="1482024" y="795344"/>
                  </a:lnTo>
                  <a:lnTo>
                    <a:pt x="1479521" y="792706"/>
                  </a:lnTo>
                  <a:lnTo>
                    <a:pt x="1475758" y="786546"/>
                  </a:lnTo>
                  <a:lnTo>
                    <a:pt x="1476575" y="780009"/>
                  </a:lnTo>
                  <a:lnTo>
                    <a:pt x="1481185" y="774820"/>
                  </a:lnTo>
                  <a:lnTo>
                    <a:pt x="1488801" y="772707"/>
                  </a:lnTo>
                  <a:lnTo>
                    <a:pt x="1495553" y="772707"/>
                  </a:lnTo>
                  <a:lnTo>
                    <a:pt x="1500610" y="778318"/>
                  </a:lnTo>
                  <a:lnTo>
                    <a:pt x="1501445" y="784697"/>
                  </a:lnTo>
                  <a:lnTo>
                    <a:pt x="1501445" y="791675"/>
                  </a:lnTo>
                  <a:lnTo>
                    <a:pt x="1494996" y="796495"/>
                  </a:lnTo>
                  <a:close/>
                </a:path>
                <a:path w="4122420" h="2482215">
                  <a:moveTo>
                    <a:pt x="1570455" y="796495"/>
                  </a:moveTo>
                  <a:lnTo>
                    <a:pt x="1561073" y="796495"/>
                  </a:lnTo>
                  <a:lnTo>
                    <a:pt x="1557937" y="795344"/>
                  </a:lnTo>
                  <a:lnTo>
                    <a:pt x="1555433" y="792706"/>
                  </a:lnTo>
                  <a:lnTo>
                    <a:pt x="1551670" y="786546"/>
                  </a:lnTo>
                  <a:lnTo>
                    <a:pt x="1552488" y="780009"/>
                  </a:lnTo>
                  <a:lnTo>
                    <a:pt x="1557098" y="774820"/>
                  </a:lnTo>
                  <a:lnTo>
                    <a:pt x="1564714" y="772707"/>
                  </a:lnTo>
                  <a:lnTo>
                    <a:pt x="1571466" y="772707"/>
                  </a:lnTo>
                  <a:lnTo>
                    <a:pt x="1576523" y="778318"/>
                  </a:lnTo>
                  <a:lnTo>
                    <a:pt x="1576523" y="791675"/>
                  </a:lnTo>
                  <a:lnTo>
                    <a:pt x="1570455" y="796495"/>
                  </a:lnTo>
                  <a:close/>
                </a:path>
                <a:path w="4122420" h="2482215">
                  <a:moveTo>
                    <a:pt x="1116316" y="796759"/>
                  </a:moveTo>
                  <a:lnTo>
                    <a:pt x="1106530" y="796759"/>
                  </a:lnTo>
                  <a:lnTo>
                    <a:pt x="1103419" y="795752"/>
                  </a:lnTo>
                  <a:lnTo>
                    <a:pt x="1100790" y="793498"/>
                  </a:lnTo>
                  <a:lnTo>
                    <a:pt x="1097379" y="786880"/>
                  </a:lnTo>
                  <a:lnTo>
                    <a:pt x="1098157" y="780108"/>
                  </a:lnTo>
                  <a:lnTo>
                    <a:pt x="1102571" y="774833"/>
                  </a:lnTo>
                  <a:lnTo>
                    <a:pt x="1110070" y="772707"/>
                  </a:lnTo>
                  <a:lnTo>
                    <a:pt x="1116822" y="772707"/>
                  </a:lnTo>
                  <a:lnTo>
                    <a:pt x="1122714" y="778318"/>
                  </a:lnTo>
                  <a:lnTo>
                    <a:pt x="1122714" y="791867"/>
                  </a:lnTo>
                  <a:lnTo>
                    <a:pt x="1116316" y="796759"/>
                  </a:lnTo>
                  <a:close/>
                </a:path>
                <a:path w="4122420" h="2482215">
                  <a:moveTo>
                    <a:pt x="1418755" y="796759"/>
                  </a:moveTo>
                  <a:lnTo>
                    <a:pt x="1408994" y="796759"/>
                  </a:lnTo>
                  <a:lnTo>
                    <a:pt x="1405985" y="795752"/>
                  </a:lnTo>
                  <a:lnTo>
                    <a:pt x="1403607" y="793498"/>
                  </a:lnTo>
                  <a:lnTo>
                    <a:pt x="1400196" y="786880"/>
                  </a:lnTo>
                  <a:lnTo>
                    <a:pt x="1400975" y="780108"/>
                  </a:lnTo>
                  <a:lnTo>
                    <a:pt x="1405389" y="774833"/>
                  </a:lnTo>
                  <a:lnTo>
                    <a:pt x="1412888" y="772707"/>
                  </a:lnTo>
                  <a:lnTo>
                    <a:pt x="1419640" y="772707"/>
                  </a:lnTo>
                  <a:lnTo>
                    <a:pt x="1425532" y="778318"/>
                  </a:lnTo>
                  <a:lnTo>
                    <a:pt x="1425532" y="791867"/>
                  </a:lnTo>
                  <a:lnTo>
                    <a:pt x="1418755" y="796759"/>
                  </a:lnTo>
                  <a:close/>
                </a:path>
                <a:path w="4122420" h="2482215">
                  <a:moveTo>
                    <a:pt x="1191623" y="796927"/>
                  </a:moveTo>
                  <a:lnTo>
                    <a:pt x="1182240" y="796927"/>
                  </a:lnTo>
                  <a:lnTo>
                    <a:pt x="1179156" y="795848"/>
                  </a:lnTo>
                  <a:lnTo>
                    <a:pt x="1176703" y="793498"/>
                  </a:lnTo>
                  <a:lnTo>
                    <a:pt x="1172929" y="787214"/>
                  </a:lnTo>
                  <a:lnTo>
                    <a:pt x="1173747" y="780405"/>
                  </a:lnTo>
                  <a:lnTo>
                    <a:pt x="1178363" y="774944"/>
                  </a:lnTo>
                  <a:lnTo>
                    <a:pt x="1185983" y="772707"/>
                  </a:lnTo>
                  <a:lnTo>
                    <a:pt x="1192735" y="772707"/>
                  </a:lnTo>
                  <a:lnTo>
                    <a:pt x="1198627" y="778318"/>
                  </a:lnTo>
                  <a:lnTo>
                    <a:pt x="1197792" y="784697"/>
                  </a:lnTo>
                  <a:lnTo>
                    <a:pt x="1197792" y="792275"/>
                  </a:lnTo>
                  <a:lnTo>
                    <a:pt x="1191623" y="796927"/>
                  </a:lnTo>
                  <a:close/>
                </a:path>
                <a:path w="4122420" h="2482215">
                  <a:moveTo>
                    <a:pt x="4021040" y="821506"/>
                  </a:moveTo>
                  <a:lnTo>
                    <a:pt x="4021040" y="817502"/>
                  </a:lnTo>
                  <a:lnTo>
                    <a:pt x="4021901" y="815104"/>
                  </a:lnTo>
                  <a:lnTo>
                    <a:pt x="4022735" y="813497"/>
                  </a:lnTo>
                  <a:lnTo>
                    <a:pt x="4021040" y="821506"/>
                  </a:lnTo>
                  <a:close/>
                </a:path>
                <a:path w="4122420" h="2482215">
                  <a:moveTo>
                    <a:pt x="2974214" y="831122"/>
                  </a:moveTo>
                  <a:lnTo>
                    <a:pt x="2973683" y="831122"/>
                  </a:lnTo>
                  <a:lnTo>
                    <a:pt x="2973405" y="831098"/>
                  </a:lnTo>
                  <a:lnTo>
                    <a:pt x="2964856" y="826785"/>
                  </a:lnTo>
                  <a:lnTo>
                    <a:pt x="2962006" y="818800"/>
                  </a:lnTo>
                  <a:lnTo>
                    <a:pt x="2964856" y="810963"/>
                  </a:lnTo>
                  <a:lnTo>
                    <a:pt x="2973405" y="807094"/>
                  </a:lnTo>
                  <a:lnTo>
                    <a:pt x="2973936" y="807046"/>
                  </a:lnTo>
                  <a:lnTo>
                    <a:pt x="2974998" y="807046"/>
                  </a:lnTo>
                  <a:lnTo>
                    <a:pt x="2984335" y="810808"/>
                  </a:lnTo>
                  <a:lnTo>
                    <a:pt x="2987313" y="819084"/>
                  </a:lnTo>
                  <a:lnTo>
                    <a:pt x="2983938" y="827360"/>
                  </a:lnTo>
                  <a:lnTo>
                    <a:pt x="2974214" y="831122"/>
                  </a:lnTo>
                  <a:close/>
                </a:path>
                <a:path w="4122420" h="2482215">
                  <a:moveTo>
                    <a:pt x="3130643" y="831146"/>
                  </a:moveTo>
                  <a:lnTo>
                    <a:pt x="3121261" y="831146"/>
                  </a:lnTo>
                  <a:lnTo>
                    <a:pt x="3118327" y="830139"/>
                  </a:lnTo>
                  <a:lnTo>
                    <a:pt x="3115951" y="827909"/>
                  </a:lnTo>
                  <a:lnTo>
                    <a:pt x="3112164" y="821278"/>
                  </a:lnTo>
                  <a:lnTo>
                    <a:pt x="3112891" y="814498"/>
                  </a:lnTo>
                  <a:lnTo>
                    <a:pt x="3117259" y="809220"/>
                  </a:lnTo>
                  <a:lnTo>
                    <a:pt x="3124397" y="807094"/>
                  </a:lnTo>
                  <a:lnTo>
                    <a:pt x="3131983" y="807094"/>
                  </a:lnTo>
                  <a:lnTo>
                    <a:pt x="3137040" y="812706"/>
                  </a:lnTo>
                  <a:lnTo>
                    <a:pt x="3137040" y="826254"/>
                  </a:lnTo>
                  <a:lnTo>
                    <a:pt x="3130643" y="831146"/>
                  </a:lnTo>
                  <a:close/>
                </a:path>
                <a:path w="4122420" h="2482215">
                  <a:moveTo>
                    <a:pt x="3282469" y="831146"/>
                  </a:moveTo>
                  <a:lnTo>
                    <a:pt x="3273088" y="831146"/>
                  </a:lnTo>
                  <a:lnTo>
                    <a:pt x="3270154" y="830139"/>
                  </a:lnTo>
                  <a:lnTo>
                    <a:pt x="3267776" y="827909"/>
                  </a:lnTo>
                  <a:lnTo>
                    <a:pt x="3264001" y="821278"/>
                  </a:lnTo>
                  <a:lnTo>
                    <a:pt x="3264726" y="814498"/>
                  </a:lnTo>
                  <a:lnTo>
                    <a:pt x="3269089" y="809220"/>
                  </a:lnTo>
                  <a:lnTo>
                    <a:pt x="3276223" y="807094"/>
                  </a:lnTo>
                  <a:lnTo>
                    <a:pt x="3283809" y="807094"/>
                  </a:lnTo>
                  <a:lnTo>
                    <a:pt x="3288866" y="812706"/>
                  </a:lnTo>
                  <a:lnTo>
                    <a:pt x="3288866" y="826254"/>
                  </a:lnTo>
                  <a:lnTo>
                    <a:pt x="3282469" y="831146"/>
                  </a:lnTo>
                  <a:close/>
                </a:path>
                <a:path w="4122420" h="2482215">
                  <a:moveTo>
                    <a:pt x="3661225" y="831146"/>
                  </a:moveTo>
                  <a:lnTo>
                    <a:pt x="3651818" y="831146"/>
                  </a:lnTo>
                  <a:lnTo>
                    <a:pt x="3648884" y="830139"/>
                  </a:lnTo>
                  <a:lnTo>
                    <a:pt x="3646533" y="827909"/>
                  </a:lnTo>
                  <a:lnTo>
                    <a:pt x="3642746" y="821278"/>
                  </a:lnTo>
                  <a:lnTo>
                    <a:pt x="3643470" y="814498"/>
                  </a:lnTo>
                  <a:lnTo>
                    <a:pt x="3647831" y="809220"/>
                  </a:lnTo>
                  <a:lnTo>
                    <a:pt x="3654954" y="807094"/>
                  </a:lnTo>
                  <a:lnTo>
                    <a:pt x="3662540" y="807094"/>
                  </a:lnTo>
                  <a:lnTo>
                    <a:pt x="3667623" y="812706"/>
                  </a:lnTo>
                  <a:lnTo>
                    <a:pt x="3667623" y="826254"/>
                  </a:lnTo>
                  <a:lnTo>
                    <a:pt x="3661225" y="831146"/>
                  </a:lnTo>
                  <a:close/>
                </a:path>
                <a:path w="4122420" h="2482215">
                  <a:moveTo>
                    <a:pt x="3353678" y="831170"/>
                  </a:moveTo>
                  <a:lnTo>
                    <a:pt x="3353173" y="831170"/>
                  </a:lnTo>
                  <a:lnTo>
                    <a:pt x="3352136" y="831098"/>
                  </a:lnTo>
                  <a:lnTo>
                    <a:pt x="3343601" y="826896"/>
                  </a:lnTo>
                  <a:lnTo>
                    <a:pt x="3340756" y="819096"/>
                  </a:lnTo>
                  <a:lnTo>
                    <a:pt x="3343601" y="811297"/>
                  </a:lnTo>
                  <a:lnTo>
                    <a:pt x="3352136" y="807094"/>
                  </a:lnTo>
                  <a:lnTo>
                    <a:pt x="3353678" y="807046"/>
                  </a:lnTo>
                  <a:lnTo>
                    <a:pt x="3362967" y="810816"/>
                  </a:lnTo>
                  <a:lnTo>
                    <a:pt x="3366063" y="819108"/>
                  </a:lnTo>
                  <a:lnTo>
                    <a:pt x="3362967" y="827401"/>
                  </a:lnTo>
                  <a:lnTo>
                    <a:pt x="3353678" y="831170"/>
                  </a:lnTo>
                  <a:close/>
                </a:path>
                <a:path w="4122420" h="2482215">
                  <a:moveTo>
                    <a:pt x="3581367" y="831170"/>
                  </a:moveTo>
                  <a:lnTo>
                    <a:pt x="3580887" y="831170"/>
                  </a:lnTo>
                  <a:lnTo>
                    <a:pt x="3579875" y="831098"/>
                  </a:lnTo>
                  <a:lnTo>
                    <a:pt x="3570871" y="826896"/>
                  </a:lnTo>
                  <a:lnTo>
                    <a:pt x="3567870" y="819096"/>
                  </a:lnTo>
                  <a:lnTo>
                    <a:pt x="3570871" y="811297"/>
                  </a:lnTo>
                  <a:lnTo>
                    <a:pt x="3579875" y="807094"/>
                  </a:lnTo>
                  <a:lnTo>
                    <a:pt x="3581367" y="807046"/>
                  </a:lnTo>
                  <a:lnTo>
                    <a:pt x="3590229" y="810816"/>
                  </a:lnTo>
                  <a:lnTo>
                    <a:pt x="3593183" y="819108"/>
                  </a:lnTo>
                  <a:lnTo>
                    <a:pt x="3590229" y="827401"/>
                  </a:lnTo>
                  <a:lnTo>
                    <a:pt x="3581367" y="831170"/>
                  </a:lnTo>
                  <a:close/>
                </a:path>
                <a:path w="4122420" h="2482215">
                  <a:moveTo>
                    <a:pt x="3732434" y="831170"/>
                  </a:moveTo>
                  <a:lnTo>
                    <a:pt x="3731929" y="831170"/>
                  </a:lnTo>
                  <a:lnTo>
                    <a:pt x="3730866" y="831098"/>
                  </a:lnTo>
                  <a:lnTo>
                    <a:pt x="3722332" y="826896"/>
                  </a:lnTo>
                  <a:lnTo>
                    <a:pt x="3719487" y="819096"/>
                  </a:lnTo>
                  <a:lnTo>
                    <a:pt x="3722332" y="811297"/>
                  </a:lnTo>
                  <a:lnTo>
                    <a:pt x="3730866" y="807094"/>
                  </a:lnTo>
                  <a:lnTo>
                    <a:pt x="3732434" y="807046"/>
                  </a:lnTo>
                  <a:lnTo>
                    <a:pt x="3741708" y="810816"/>
                  </a:lnTo>
                  <a:lnTo>
                    <a:pt x="3744800" y="819108"/>
                  </a:lnTo>
                  <a:lnTo>
                    <a:pt x="3741708" y="827401"/>
                  </a:lnTo>
                  <a:lnTo>
                    <a:pt x="3732434" y="831170"/>
                  </a:lnTo>
                  <a:close/>
                </a:path>
                <a:path w="4122420" h="2482215">
                  <a:moveTo>
                    <a:pt x="3960098" y="831170"/>
                  </a:moveTo>
                  <a:lnTo>
                    <a:pt x="3959617" y="831170"/>
                  </a:lnTo>
                  <a:lnTo>
                    <a:pt x="3958631" y="831098"/>
                  </a:lnTo>
                  <a:lnTo>
                    <a:pt x="3949613" y="826896"/>
                  </a:lnTo>
                  <a:lnTo>
                    <a:pt x="3946607" y="819096"/>
                  </a:lnTo>
                  <a:lnTo>
                    <a:pt x="3949613" y="811297"/>
                  </a:lnTo>
                  <a:lnTo>
                    <a:pt x="3958631" y="807094"/>
                  </a:lnTo>
                  <a:lnTo>
                    <a:pt x="3960098" y="807046"/>
                  </a:lnTo>
                  <a:lnTo>
                    <a:pt x="3968960" y="810816"/>
                  </a:lnTo>
                  <a:lnTo>
                    <a:pt x="3971914" y="819108"/>
                  </a:lnTo>
                  <a:lnTo>
                    <a:pt x="3968960" y="827401"/>
                  </a:lnTo>
                  <a:lnTo>
                    <a:pt x="3960098" y="831170"/>
                  </a:lnTo>
                  <a:close/>
                </a:path>
                <a:path w="4122420" h="2482215">
                  <a:moveTo>
                    <a:pt x="3054957" y="831314"/>
                  </a:moveTo>
                  <a:lnTo>
                    <a:pt x="3045576" y="831314"/>
                  </a:lnTo>
                  <a:lnTo>
                    <a:pt x="3042490" y="830235"/>
                  </a:lnTo>
                  <a:lnTo>
                    <a:pt x="3040038" y="827909"/>
                  </a:lnTo>
                  <a:lnTo>
                    <a:pt x="3036264" y="821278"/>
                  </a:lnTo>
                  <a:lnTo>
                    <a:pt x="3037082" y="814498"/>
                  </a:lnTo>
                  <a:lnTo>
                    <a:pt x="3041698" y="809220"/>
                  </a:lnTo>
                  <a:lnTo>
                    <a:pt x="3049318" y="807094"/>
                  </a:lnTo>
                  <a:lnTo>
                    <a:pt x="3056069" y="807094"/>
                  </a:lnTo>
                  <a:lnTo>
                    <a:pt x="3061127" y="812706"/>
                  </a:lnTo>
                  <a:lnTo>
                    <a:pt x="3061127" y="826662"/>
                  </a:lnTo>
                  <a:lnTo>
                    <a:pt x="3054957" y="831314"/>
                  </a:lnTo>
                  <a:close/>
                </a:path>
                <a:path w="4122420" h="2482215">
                  <a:moveTo>
                    <a:pt x="3207264" y="831314"/>
                  </a:moveTo>
                  <a:lnTo>
                    <a:pt x="3197503" y="831314"/>
                  </a:lnTo>
                  <a:lnTo>
                    <a:pt x="3194342" y="830235"/>
                  </a:lnTo>
                  <a:lnTo>
                    <a:pt x="3191864" y="827909"/>
                  </a:lnTo>
                  <a:lnTo>
                    <a:pt x="3188101" y="821278"/>
                  </a:lnTo>
                  <a:lnTo>
                    <a:pt x="3188918" y="814498"/>
                  </a:lnTo>
                  <a:lnTo>
                    <a:pt x="3193528" y="809220"/>
                  </a:lnTo>
                  <a:lnTo>
                    <a:pt x="3201144" y="807094"/>
                  </a:lnTo>
                  <a:lnTo>
                    <a:pt x="3207896" y="807094"/>
                  </a:lnTo>
                  <a:lnTo>
                    <a:pt x="3213788" y="812706"/>
                  </a:lnTo>
                  <a:lnTo>
                    <a:pt x="3213788" y="826662"/>
                  </a:lnTo>
                  <a:lnTo>
                    <a:pt x="3207264" y="831314"/>
                  </a:lnTo>
                  <a:close/>
                </a:path>
                <a:path w="4122420" h="2482215">
                  <a:moveTo>
                    <a:pt x="3434548" y="831314"/>
                  </a:moveTo>
                  <a:lnTo>
                    <a:pt x="3425166" y="831314"/>
                  </a:lnTo>
                  <a:lnTo>
                    <a:pt x="3422081" y="830235"/>
                  </a:lnTo>
                  <a:lnTo>
                    <a:pt x="3419628" y="827909"/>
                  </a:lnTo>
                  <a:lnTo>
                    <a:pt x="3415854" y="821278"/>
                  </a:lnTo>
                  <a:lnTo>
                    <a:pt x="3416672" y="814498"/>
                  </a:lnTo>
                  <a:lnTo>
                    <a:pt x="3421289" y="809220"/>
                  </a:lnTo>
                  <a:lnTo>
                    <a:pt x="3428908" y="807094"/>
                  </a:lnTo>
                  <a:lnTo>
                    <a:pt x="3435635" y="807094"/>
                  </a:lnTo>
                  <a:lnTo>
                    <a:pt x="3440718" y="812706"/>
                  </a:lnTo>
                  <a:lnTo>
                    <a:pt x="3440718" y="826662"/>
                  </a:lnTo>
                  <a:lnTo>
                    <a:pt x="3434548" y="831314"/>
                  </a:lnTo>
                  <a:close/>
                </a:path>
                <a:path w="4122420" h="2482215">
                  <a:moveTo>
                    <a:pt x="3510461" y="831314"/>
                  </a:moveTo>
                  <a:lnTo>
                    <a:pt x="3500700" y="831314"/>
                  </a:lnTo>
                  <a:lnTo>
                    <a:pt x="3497438" y="830235"/>
                  </a:lnTo>
                  <a:lnTo>
                    <a:pt x="3494681" y="827909"/>
                  </a:lnTo>
                  <a:lnTo>
                    <a:pt x="3491270" y="821278"/>
                  </a:lnTo>
                  <a:lnTo>
                    <a:pt x="3492048" y="814498"/>
                  </a:lnTo>
                  <a:lnTo>
                    <a:pt x="3496463" y="809220"/>
                  </a:lnTo>
                  <a:lnTo>
                    <a:pt x="3503962" y="807094"/>
                  </a:lnTo>
                  <a:lnTo>
                    <a:pt x="3510714" y="807094"/>
                  </a:lnTo>
                  <a:lnTo>
                    <a:pt x="3516631" y="812706"/>
                  </a:lnTo>
                  <a:lnTo>
                    <a:pt x="3516631" y="826662"/>
                  </a:lnTo>
                  <a:lnTo>
                    <a:pt x="3510461" y="831314"/>
                  </a:lnTo>
                  <a:close/>
                </a:path>
                <a:path w="4122420" h="2482215">
                  <a:moveTo>
                    <a:pt x="3889217" y="831314"/>
                  </a:moveTo>
                  <a:lnTo>
                    <a:pt x="3879430" y="831314"/>
                  </a:lnTo>
                  <a:lnTo>
                    <a:pt x="3876169" y="830235"/>
                  </a:lnTo>
                  <a:lnTo>
                    <a:pt x="3873438" y="827909"/>
                  </a:lnTo>
                  <a:lnTo>
                    <a:pt x="3870027" y="821278"/>
                  </a:lnTo>
                  <a:lnTo>
                    <a:pt x="3870804" y="814498"/>
                  </a:lnTo>
                  <a:lnTo>
                    <a:pt x="3875219" y="809220"/>
                  </a:lnTo>
                  <a:lnTo>
                    <a:pt x="3882718" y="807094"/>
                  </a:lnTo>
                  <a:lnTo>
                    <a:pt x="3889470" y="807094"/>
                  </a:lnTo>
                  <a:lnTo>
                    <a:pt x="3895362" y="812706"/>
                  </a:lnTo>
                  <a:lnTo>
                    <a:pt x="3895362" y="826662"/>
                  </a:lnTo>
                  <a:lnTo>
                    <a:pt x="3889217" y="831314"/>
                  </a:lnTo>
                  <a:close/>
                </a:path>
                <a:path w="4122420" h="2482215">
                  <a:moveTo>
                    <a:pt x="3813304" y="831674"/>
                  </a:moveTo>
                  <a:lnTo>
                    <a:pt x="3803543" y="831674"/>
                  </a:lnTo>
                  <a:lnTo>
                    <a:pt x="3800255" y="830499"/>
                  </a:lnTo>
                  <a:lnTo>
                    <a:pt x="3797525" y="827909"/>
                  </a:lnTo>
                  <a:lnTo>
                    <a:pt x="3794221" y="821612"/>
                  </a:lnTo>
                  <a:lnTo>
                    <a:pt x="3795195" y="814795"/>
                  </a:lnTo>
                  <a:lnTo>
                    <a:pt x="3799655" y="809332"/>
                  </a:lnTo>
                  <a:lnTo>
                    <a:pt x="3806805" y="807094"/>
                  </a:lnTo>
                  <a:lnTo>
                    <a:pt x="3813531" y="807094"/>
                  </a:lnTo>
                  <a:lnTo>
                    <a:pt x="3819449" y="812706"/>
                  </a:lnTo>
                  <a:lnTo>
                    <a:pt x="3819449" y="826662"/>
                  </a:lnTo>
                  <a:lnTo>
                    <a:pt x="3813304" y="831674"/>
                  </a:lnTo>
                  <a:close/>
                </a:path>
                <a:path w="4122420" h="2482215">
                  <a:moveTo>
                    <a:pt x="774303" y="831938"/>
                  </a:moveTo>
                  <a:lnTo>
                    <a:pt x="764542" y="831938"/>
                  </a:lnTo>
                  <a:lnTo>
                    <a:pt x="761533" y="830954"/>
                  </a:lnTo>
                  <a:lnTo>
                    <a:pt x="759155" y="828700"/>
                  </a:lnTo>
                  <a:lnTo>
                    <a:pt x="755744" y="822073"/>
                  </a:lnTo>
                  <a:lnTo>
                    <a:pt x="756523" y="815301"/>
                  </a:lnTo>
                  <a:lnTo>
                    <a:pt x="760937" y="810032"/>
                  </a:lnTo>
                  <a:lnTo>
                    <a:pt x="768436" y="807910"/>
                  </a:lnTo>
                  <a:lnTo>
                    <a:pt x="769271" y="809492"/>
                  </a:lnTo>
                  <a:lnTo>
                    <a:pt x="775188" y="809492"/>
                  </a:lnTo>
                  <a:lnTo>
                    <a:pt x="780245" y="814312"/>
                  </a:lnTo>
                  <a:lnTo>
                    <a:pt x="781080" y="819900"/>
                  </a:lnTo>
                  <a:lnTo>
                    <a:pt x="781080" y="827070"/>
                  </a:lnTo>
                  <a:lnTo>
                    <a:pt x="774303" y="831938"/>
                  </a:lnTo>
                  <a:close/>
                </a:path>
                <a:path w="4122420" h="2482215">
                  <a:moveTo>
                    <a:pt x="926533" y="831938"/>
                  </a:moveTo>
                  <a:lnTo>
                    <a:pt x="916747" y="831938"/>
                  </a:lnTo>
                  <a:lnTo>
                    <a:pt x="913612" y="830954"/>
                  </a:lnTo>
                  <a:lnTo>
                    <a:pt x="910981" y="828700"/>
                  </a:lnTo>
                  <a:lnTo>
                    <a:pt x="907571" y="822073"/>
                  </a:lnTo>
                  <a:lnTo>
                    <a:pt x="908349" y="815301"/>
                  </a:lnTo>
                  <a:lnTo>
                    <a:pt x="912763" y="810032"/>
                  </a:lnTo>
                  <a:lnTo>
                    <a:pt x="920262" y="807910"/>
                  </a:lnTo>
                  <a:lnTo>
                    <a:pt x="920262" y="809492"/>
                  </a:lnTo>
                  <a:lnTo>
                    <a:pt x="927014" y="809492"/>
                  </a:lnTo>
                  <a:lnTo>
                    <a:pt x="932071" y="813497"/>
                  </a:lnTo>
                  <a:lnTo>
                    <a:pt x="932931" y="819900"/>
                  </a:lnTo>
                  <a:lnTo>
                    <a:pt x="932931" y="827070"/>
                  </a:lnTo>
                  <a:lnTo>
                    <a:pt x="926533" y="831938"/>
                  </a:lnTo>
                  <a:close/>
                </a:path>
                <a:path w="4122420" h="2482215">
                  <a:moveTo>
                    <a:pt x="1305264" y="831938"/>
                  </a:moveTo>
                  <a:lnTo>
                    <a:pt x="1295478" y="831938"/>
                  </a:lnTo>
                  <a:lnTo>
                    <a:pt x="1292368" y="830954"/>
                  </a:lnTo>
                  <a:lnTo>
                    <a:pt x="1289738" y="828700"/>
                  </a:lnTo>
                  <a:lnTo>
                    <a:pt x="1286327" y="822073"/>
                  </a:lnTo>
                  <a:lnTo>
                    <a:pt x="1287105" y="815301"/>
                  </a:lnTo>
                  <a:lnTo>
                    <a:pt x="1291519" y="810032"/>
                  </a:lnTo>
                  <a:lnTo>
                    <a:pt x="1299018" y="807910"/>
                  </a:lnTo>
                  <a:lnTo>
                    <a:pt x="1299018" y="809492"/>
                  </a:lnTo>
                  <a:lnTo>
                    <a:pt x="1305770" y="809492"/>
                  </a:lnTo>
                  <a:lnTo>
                    <a:pt x="1310828" y="813497"/>
                  </a:lnTo>
                  <a:lnTo>
                    <a:pt x="1311662" y="819900"/>
                  </a:lnTo>
                  <a:lnTo>
                    <a:pt x="1311662" y="827070"/>
                  </a:lnTo>
                  <a:lnTo>
                    <a:pt x="1305264" y="831938"/>
                  </a:lnTo>
                  <a:close/>
                </a:path>
                <a:path w="4122420" h="2482215">
                  <a:moveTo>
                    <a:pt x="850848" y="832105"/>
                  </a:moveTo>
                  <a:lnTo>
                    <a:pt x="841087" y="832105"/>
                  </a:lnTo>
                  <a:lnTo>
                    <a:pt x="837825" y="831050"/>
                  </a:lnTo>
                  <a:lnTo>
                    <a:pt x="835069" y="828700"/>
                  </a:lnTo>
                  <a:lnTo>
                    <a:pt x="831778" y="822073"/>
                  </a:lnTo>
                  <a:lnTo>
                    <a:pt x="832758" y="815301"/>
                  </a:lnTo>
                  <a:lnTo>
                    <a:pt x="837213" y="810032"/>
                  </a:lnTo>
                  <a:lnTo>
                    <a:pt x="844349" y="807910"/>
                  </a:lnTo>
                  <a:lnTo>
                    <a:pt x="845209" y="809492"/>
                  </a:lnTo>
                  <a:lnTo>
                    <a:pt x="851101" y="809492"/>
                  </a:lnTo>
                  <a:lnTo>
                    <a:pt x="856158" y="814312"/>
                  </a:lnTo>
                  <a:lnTo>
                    <a:pt x="857018" y="819900"/>
                  </a:lnTo>
                  <a:lnTo>
                    <a:pt x="857018" y="827477"/>
                  </a:lnTo>
                  <a:lnTo>
                    <a:pt x="850848" y="832105"/>
                  </a:lnTo>
                  <a:close/>
                </a:path>
                <a:path w="4122420" h="2482215">
                  <a:moveTo>
                    <a:pt x="1002674" y="832105"/>
                  </a:moveTo>
                  <a:lnTo>
                    <a:pt x="992913" y="832105"/>
                  </a:lnTo>
                  <a:lnTo>
                    <a:pt x="989651" y="831050"/>
                  </a:lnTo>
                  <a:lnTo>
                    <a:pt x="986920" y="828700"/>
                  </a:lnTo>
                  <a:lnTo>
                    <a:pt x="983616" y="822073"/>
                  </a:lnTo>
                  <a:lnTo>
                    <a:pt x="984590" y="815301"/>
                  </a:lnTo>
                  <a:lnTo>
                    <a:pt x="989050" y="810032"/>
                  </a:lnTo>
                  <a:lnTo>
                    <a:pt x="996201" y="807910"/>
                  </a:lnTo>
                  <a:lnTo>
                    <a:pt x="996201" y="809492"/>
                  </a:lnTo>
                  <a:lnTo>
                    <a:pt x="1002927" y="809492"/>
                  </a:lnTo>
                  <a:lnTo>
                    <a:pt x="1008010" y="814312"/>
                  </a:lnTo>
                  <a:lnTo>
                    <a:pt x="1008844" y="819900"/>
                  </a:lnTo>
                  <a:lnTo>
                    <a:pt x="1008844" y="827477"/>
                  </a:lnTo>
                  <a:lnTo>
                    <a:pt x="1002674" y="832105"/>
                  </a:lnTo>
                  <a:close/>
                </a:path>
                <a:path w="4122420" h="2482215">
                  <a:moveTo>
                    <a:pt x="1229579" y="832105"/>
                  </a:moveTo>
                  <a:lnTo>
                    <a:pt x="1219818" y="832105"/>
                  </a:lnTo>
                  <a:lnTo>
                    <a:pt x="1216556" y="831050"/>
                  </a:lnTo>
                  <a:lnTo>
                    <a:pt x="1213825" y="828700"/>
                  </a:lnTo>
                  <a:lnTo>
                    <a:pt x="1210520" y="822073"/>
                  </a:lnTo>
                  <a:lnTo>
                    <a:pt x="1211495" y="815301"/>
                  </a:lnTo>
                  <a:lnTo>
                    <a:pt x="1215955" y="810032"/>
                  </a:lnTo>
                  <a:lnTo>
                    <a:pt x="1223105" y="807910"/>
                  </a:lnTo>
                  <a:lnTo>
                    <a:pt x="1223940" y="809492"/>
                  </a:lnTo>
                  <a:lnTo>
                    <a:pt x="1229832" y="809492"/>
                  </a:lnTo>
                  <a:lnTo>
                    <a:pt x="1234915" y="814312"/>
                  </a:lnTo>
                  <a:lnTo>
                    <a:pt x="1235749" y="819900"/>
                  </a:lnTo>
                  <a:lnTo>
                    <a:pt x="1235749" y="827477"/>
                  </a:lnTo>
                  <a:lnTo>
                    <a:pt x="1229579" y="832105"/>
                  </a:lnTo>
                  <a:close/>
                </a:path>
                <a:path w="4122420" h="2482215">
                  <a:moveTo>
                    <a:pt x="1381430" y="832105"/>
                  </a:moveTo>
                  <a:lnTo>
                    <a:pt x="1371669" y="832105"/>
                  </a:lnTo>
                  <a:lnTo>
                    <a:pt x="1368382" y="831050"/>
                  </a:lnTo>
                  <a:lnTo>
                    <a:pt x="1365651" y="828700"/>
                  </a:lnTo>
                  <a:lnTo>
                    <a:pt x="1362357" y="822417"/>
                  </a:lnTo>
                  <a:lnTo>
                    <a:pt x="1363331" y="815607"/>
                  </a:lnTo>
                  <a:lnTo>
                    <a:pt x="1367785" y="810147"/>
                  </a:lnTo>
                  <a:lnTo>
                    <a:pt x="1374931" y="807910"/>
                  </a:lnTo>
                  <a:lnTo>
                    <a:pt x="1374931" y="809492"/>
                  </a:lnTo>
                  <a:lnTo>
                    <a:pt x="1382377" y="809492"/>
                  </a:lnTo>
                  <a:lnTo>
                    <a:pt x="1386791" y="814672"/>
                  </a:lnTo>
                  <a:lnTo>
                    <a:pt x="1387575" y="819900"/>
                  </a:lnTo>
                  <a:lnTo>
                    <a:pt x="1387575" y="827477"/>
                  </a:lnTo>
                  <a:lnTo>
                    <a:pt x="1381430" y="832105"/>
                  </a:lnTo>
                  <a:close/>
                </a:path>
                <a:path w="4122420" h="2482215">
                  <a:moveTo>
                    <a:pt x="1382377" y="809492"/>
                  </a:moveTo>
                  <a:lnTo>
                    <a:pt x="1374931" y="809492"/>
                  </a:lnTo>
                  <a:lnTo>
                    <a:pt x="1375791" y="809420"/>
                  </a:lnTo>
                  <a:lnTo>
                    <a:pt x="1382315" y="809420"/>
                  </a:lnTo>
                  <a:close/>
                </a:path>
                <a:path w="4122420" h="2482215">
                  <a:moveTo>
                    <a:pt x="1532877" y="832105"/>
                  </a:moveTo>
                  <a:lnTo>
                    <a:pt x="1523116" y="832105"/>
                  </a:lnTo>
                  <a:lnTo>
                    <a:pt x="1519955" y="831050"/>
                  </a:lnTo>
                  <a:lnTo>
                    <a:pt x="1517477" y="828700"/>
                  </a:lnTo>
                  <a:lnTo>
                    <a:pt x="1514066" y="822417"/>
                  </a:lnTo>
                  <a:lnTo>
                    <a:pt x="1514844" y="815607"/>
                  </a:lnTo>
                  <a:lnTo>
                    <a:pt x="1519259" y="810147"/>
                  </a:lnTo>
                  <a:lnTo>
                    <a:pt x="1526758" y="807910"/>
                  </a:lnTo>
                  <a:lnTo>
                    <a:pt x="1526758" y="809492"/>
                  </a:lnTo>
                  <a:lnTo>
                    <a:pt x="1534203" y="809492"/>
                  </a:lnTo>
                  <a:lnTo>
                    <a:pt x="1538617" y="814672"/>
                  </a:lnTo>
                  <a:lnTo>
                    <a:pt x="1539426" y="819900"/>
                  </a:lnTo>
                  <a:lnTo>
                    <a:pt x="1539426" y="827477"/>
                  </a:lnTo>
                  <a:lnTo>
                    <a:pt x="1532877" y="832105"/>
                  </a:lnTo>
                  <a:close/>
                </a:path>
                <a:path w="4122420" h="2482215">
                  <a:moveTo>
                    <a:pt x="1534203" y="809492"/>
                  </a:moveTo>
                  <a:lnTo>
                    <a:pt x="1526758" y="809492"/>
                  </a:lnTo>
                  <a:lnTo>
                    <a:pt x="1527617" y="809420"/>
                  </a:lnTo>
                  <a:lnTo>
                    <a:pt x="1534142" y="809420"/>
                  </a:lnTo>
                  <a:close/>
                </a:path>
                <a:path w="4122420" h="2482215">
                  <a:moveTo>
                    <a:pt x="1760161" y="832105"/>
                  </a:moveTo>
                  <a:lnTo>
                    <a:pt x="1750400" y="832105"/>
                  </a:lnTo>
                  <a:lnTo>
                    <a:pt x="1747138" y="831050"/>
                  </a:lnTo>
                  <a:lnTo>
                    <a:pt x="1744382" y="828700"/>
                  </a:lnTo>
                  <a:lnTo>
                    <a:pt x="1741092" y="822417"/>
                  </a:lnTo>
                  <a:lnTo>
                    <a:pt x="1742071" y="815607"/>
                  </a:lnTo>
                  <a:lnTo>
                    <a:pt x="1746526" y="810147"/>
                  </a:lnTo>
                  <a:lnTo>
                    <a:pt x="1753662" y="807910"/>
                  </a:lnTo>
                  <a:lnTo>
                    <a:pt x="1755356" y="807910"/>
                  </a:lnTo>
                  <a:lnTo>
                    <a:pt x="1756191" y="808701"/>
                  </a:lnTo>
                  <a:lnTo>
                    <a:pt x="1757885" y="808701"/>
                  </a:lnTo>
                  <a:lnTo>
                    <a:pt x="1765472" y="817502"/>
                  </a:lnTo>
                  <a:lnTo>
                    <a:pt x="1766331" y="818293"/>
                  </a:lnTo>
                  <a:lnTo>
                    <a:pt x="1766331" y="827477"/>
                  </a:lnTo>
                  <a:lnTo>
                    <a:pt x="1760161" y="832105"/>
                  </a:lnTo>
                  <a:close/>
                </a:path>
                <a:path w="4122420" h="2482215">
                  <a:moveTo>
                    <a:pt x="1456661" y="832489"/>
                  </a:moveTo>
                  <a:lnTo>
                    <a:pt x="1447203" y="832489"/>
                  </a:lnTo>
                  <a:lnTo>
                    <a:pt x="1444067" y="831338"/>
                  </a:lnTo>
                  <a:lnTo>
                    <a:pt x="1441564" y="828700"/>
                  </a:lnTo>
                  <a:lnTo>
                    <a:pt x="1437801" y="822540"/>
                  </a:lnTo>
                  <a:lnTo>
                    <a:pt x="1438618" y="816003"/>
                  </a:lnTo>
                  <a:lnTo>
                    <a:pt x="1443228" y="810814"/>
                  </a:lnTo>
                  <a:lnTo>
                    <a:pt x="1450844" y="808701"/>
                  </a:lnTo>
                  <a:lnTo>
                    <a:pt x="1450844" y="809492"/>
                  </a:lnTo>
                  <a:lnTo>
                    <a:pt x="1457596" y="809492"/>
                  </a:lnTo>
                  <a:lnTo>
                    <a:pt x="1462654" y="814312"/>
                  </a:lnTo>
                  <a:lnTo>
                    <a:pt x="1463488" y="820691"/>
                  </a:lnTo>
                  <a:lnTo>
                    <a:pt x="1462932" y="827669"/>
                  </a:lnTo>
                  <a:lnTo>
                    <a:pt x="1456661" y="832489"/>
                  </a:lnTo>
                  <a:close/>
                </a:path>
                <a:path w="4122420" h="2482215">
                  <a:moveTo>
                    <a:pt x="1608790" y="832921"/>
                  </a:moveTo>
                  <a:lnTo>
                    <a:pt x="1599029" y="832921"/>
                  </a:lnTo>
                  <a:lnTo>
                    <a:pt x="1595868" y="831842"/>
                  </a:lnTo>
                  <a:lnTo>
                    <a:pt x="1593390" y="829492"/>
                  </a:lnTo>
                  <a:lnTo>
                    <a:pt x="1589979" y="822874"/>
                  </a:lnTo>
                  <a:lnTo>
                    <a:pt x="1590757" y="816102"/>
                  </a:lnTo>
                  <a:lnTo>
                    <a:pt x="1595172" y="810827"/>
                  </a:lnTo>
                  <a:lnTo>
                    <a:pt x="1602671" y="808701"/>
                  </a:lnTo>
                  <a:lnTo>
                    <a:pt x="1602671" y="809492"/>
                  </a:lnTo>
                  <a:lnTo>
                    <a:pt x="1610116" y="809492"/>
                  </a:lnTo>
                  <a:lnTo>
                    <a:pt x="1614530" y="814720"/>
                  </a:lnTo>
                  <a:lnTo>
                    <a:pt x="1615340" y="820691"/>
                  </a:lnTo>
                  <a:lnTo>
                    <a:pt x="1615340" y="828269"/>
                  </a:lnTo>
                  <a:lnTo>
                    <a:pt x="1608790" y="832921"/>
                  </a:lnTo>
                  <a:close/>
                </a:path>
                <a:path w="4122420" h="2482215">
                  <a:moveTo>
                    <a:pt x="1610116" y="809492"/>
                  </a:moveTo>
                  <a:lnTo>
                    <a:pt x="1602671" y="809492"/>
                  </a:lnTo>
                  <a:lnTo>
                    <a:pt x="1603530" y="809420"/>
                  </a:lnTo>
                  <a:lnTo>
                    <a:pt x="1610055" y="809420"/>
                  </a:lnTo>
                  <a:close/>
                </a:path>
                <a:path w="4122420" h="2482215">
                  <a:moveTo>
                    <a:pt x="1078612" y="833256"/>
                  </a:moveTo>
                  <a:lnTo>
                    <a:pt x="1068851" y="833256"/>
                  </a:lnTo>
                  <a:lnTo>
                    <a:pt x="1065564" y="832105"/>
                  </a:lnTo>
                  <a:lnTo>
                    <a:pt x="1062833" y="829492"/>
                  </a:lnTo>
                  <a:lnTo>
                    <a:pt x="1059539" y="823332"/>
                  </a:lnTo>
                  <a:lnTo>
                    <a:pt x="1060513" y="816794"/>
                  </a:lnTo>
                  <a:lnTo>
                    <a:pt x="1064967" y="811606"/>
                  </a:lnTo>
                  <a:lnTo>
                    <a:pt x="1072113" y="809492"/>
                  </a:lnTo>
                  <a:lnTo>
                    <a:pt x="1078865" y="809492"/>
                  </a:lnTo>
                  <a:lnTo>
                    <a:pt x="1084757" y="814312"/>
                  </a:lnTo>
                  <a:lnTo>
                    <a:pt x="1084757" y="828269"/>
                  </a:lnTo>
                  <a:lnTo>
                    <a:pt x="1078612" y="833256"/>
                  </a:lnTo>
                  <a:close/>
                </a:path>
                <a:path w="4122420" h="2482215">
                  <a:moveTo>
                    <a:pt x="1154146" y="833256"/>
                  </a:moveTo>
                  <a:lnTo>
                    <a:pt x="1144385" y="833256"/>
                  </a:lnTo>
                  <a:lnTo>
                    <a:pt x="1141224" y="832105"/>
                  </a:lnTo>
                  <a:lnTo>
                    <a:pt x="1138746" y="829492"/>
                  </a:lnTo>
                  <a:lnTo>
                    <a:pt x="1135335" y="823332"/>
                  </a:lnTo>
                  <a:lnTo>
                    <a:pt x="1136113" y="816794"/>
                  </a:lnTo>
                  <a:lnTo>
                    <a:pt x="1140528" y="811606"/>
                  </a:lnTo>
                  <a:lnTo>
                    <a:pt x="1148027" y="809492"/>
                  </a:lnTo>
                  <a:lnTo>
                    <a:pt x="1148456" y="809444"/>
                  </a:lnTo>
                  <a:lnTo>
                    <a:pt x="1149316" y="809420"/>
                  </a:lnTo>
                  <a:lnTo>
                    <a:pt x="1155512" y="809420"/>
                  </a:lnTo>
                  <a:lnTo>
                    <a:pt x="1160671" y="814720"/>
                  </a:lnTo>
                  <a:lnTo>
                    <a:pt x="1160671" y="828269"/>
                  </a:lnTo>
                  <a:lnTo>
                    <a:pt x="1154146" y="833256"/>
                  </a:lnTo>
                  <a:close/>
                </a:path>
                <a:path w="4122420" h="2482215">
                  <a:moveTo>
                    <a:pt x="1684729" y="833256"/>
                  </a:moveTo>
                  <a:lnTo>
                    <a:pt x="1674967" y="833256"/>
                  </a:lnTo>
                  <a:lnTo>
                    <a:pt x="1671781" y="832105"/>
                  </a:lnTo>
                  <a:lnTo>
                    <a:pt x="1669328" y="829492"/>
                  </a:lnTo>
                  <a:lnTo>
                    <a:pt x="1665551" y="823332"/>
                  </a:lnTo>
                  <a:lnTo>
                    <a:pt x="1666360" y="816794"/>
                  </a:lnTo>
                  <a:lnTo>
                    <a:pt x="1670968" y="811606"/>
                  </a:lnTo>
                  <a:lnTo>
                    <a:pt x="1678584" y="809492"/>
                  </a:lnTo>
                  <a:lnTo>
                    <a:pt x="1685335" y="809492"/>
                  </a:lnTo>
                  <a:lnTo>
                    <a:pt x="1691253" y="814312"/>
                  </a:lnTo>
                  <a:lnTo>
                    <a:pt x="1691253" y="828269"/>
                  </a:lnTo>
                  <a:lnTo>
                    <a:pt x="1684729" y="833256"/>
                  </a:lnTo>
                  <a:close/>
                </a:path>
                <a:path w="4122420" h="2482215">
                  <a:moveTo>
                    <a:pt x="3017203" y="867140"/>
                  </a:moveTo>
                  <a:lnTo>
                    <a:pt x="3007467" y="867140"/>
                  </a:lnTo>
                  <a:lnTo>
                    <a:pt x="3004433" y="866133"/>
                  </a:lnTo>
                  <a:lnTo>
                    <a:pt x="3002081" y="863903"/>
                  </a:lnTo>
                  <a:lnTo>
                    <a:pt x="2998307" y="857272"/>
                  </a:lnTo>
                  <a:lnTo>
                    <a:pt x="2999126" y="850492"/>
                  </a:lnTo>
                  <a:lnTo>
                    <a:pt x="3003742" y="845214"/>
                  </a:lnTo>
                  <a:lnTo>
                    <a:pt x="3011362" y="843088"/>
                  </a:lnTo>
                  <a:lnTo>
                    <a:pt x="3018113" y="843088"/>
                  </a:lnTo>
                  <a:lnTo>
                    <a:pt x="3024005" y="848700"/>
                  </a:lnTo>
                  <a:lnTo>
                    <a:pt x="3024005" y="862248"/>
                  </a:lnTo>
                  <a:lnTo>
                    <a:pt x="3017203" y="867140"/>
                  </a:lnTo>
                  <a:close/>
                </a:path>
                <a:path w="4122420" h="2482215">
                  <a:moveTo>
                    <a:pt x="3092686" y="867140"/>
                  </a:moveTo>
                  <a:lnTo>
                    <a:pt x="3083305" y="867140"/>
                  </a:lnTo>
                  <a:lnTo>
                    <a:pt x="3080371" y="866133"/>
                  </a:lnTo>
                  <a:lnTo>
                    <a:pt x="3077994" y="863903"/>
                  </a:lnTo>
                  <a:lnTo>
                    <a:pt x="3074207" y="857272"/>
                  </a:lnTo>
                  <a:lnTo>
                    <a:pt x="3074934" y="850492"/>
                  </a:lnTo>
                  <a:lnTo>
                    <a:pt x="3079303" y="845214"/>
                  </a:lnTo>
                  <a:lnTo>
                    <a:pt x="3086440" y="843088"/>
                  </a:lnTo>
                  <a:lnTo>
                    <a:pt x="3094026" y="843088"/>
                  </a:lnTo>
                  <a:lnTo>
                    <a:pt x="3099083" y="848700"/>
                  </a:lnTo>
                  <a:lnTo>
                    <a:pt x="3099083" y="862248"/>
                  </a:lnTo>
                  <a:lnTo>
                    <a:pt x="3092686" y="867140"/>
                  </a:lnTo>
                  <a:close/>
                </a:path>
                <a:path w="4122420" h="2482215">
                  <a:moveTo>
                    <a:pt x="3244513" y="867140"/>
                  </a:moveTo>
                  <a:lnTo>
                    <a:pt x="3235130" y="867140"/>
                  </a:lnTo>
                  <a:lnTo>
                    <a:pt x="3232198" y="866133"/>
                  </a:lnTo>
                  <a:lnTo>
                    <a:pt x="3229820" y="863903"/>
                  </a:lnTo>
                  <a:lnTo>
                    <a:pt x="3226057" y="857272"/>
                  </a:lnTo>
                  <a:lnTo>
                    <a:pt x="3226874" y="850492"/>
                  </a:lnTo>
                  <a:lnTo>
                    <a:pt x="3231484" y="845214"/>
                  </a:lnTo>
                  <a:lnTo>
                    <a:pt x="3239101" y="843088"/>
                  </a:lnTo>
                  <a:lnTo>
                    <a:pt x="3245852" y="843088"/>
                  </a:lnTo>
                  <a:lnTo>
                    <a:pt x="3250910" y="848700"/>
                  </a:lnTo>
                  <a:lnTo>
                    <a:pt x="3250910" y="862248"/>
                  </a:lnTo>
                  <a:lnTo>
                    <a:pt x="3244513" y="867140"/>
                  </a:lnTo>
                  <a:close/>
                </a:path>
                <a:path w="4122420" h="2482215">
                  <a:moveTo>
                    <a:pt x="3320425" y="867140"/>
                  </a:moveTo>
                  <a:lnTo>
                    <a:pt x="3311044" y="867140"/>
                  </a:lnTo>
                  <a:lnTo>
                    <a:pt x="3308110" y="866133"/>
                  </a:lnTo>
                  <a:lnTo>
                    <a:pt x="3305733" y="863903"/>
                  </a:lnTo>
                  <a:lnTo>
                    <a:pt x="3301957" y="857272"/>
                  </a:lnTo>
                  <a:lnTo>
                    <a:pt x="3302683" y="850492"/>
                  </a:lnTo>
                  <a:lnTo>
                    <a:pt x="3307046" y="845214"/>
                  </a:lnTo>
                  <a:lnTo>
                    <a:pt x="3314180" y="843088"/>
                  </a:lnTo>
                  <a:lnTo>
                    <a:pt x="3321765" y="843088"/>
                  </a:lnTo>
                  <a:lnTo>
                    <a:pt x="3326823" y="848700"/>
                  </a:lnTo>
                  <a:lnTo>
                    <a:pt x="3326823" y="862248"/>
                  </a:lnTo>
                  <a:lnTo>
                    <a:pt x="3320425" y="867140"/>
                  </a:lnTo>
                  <a:close/>
                </a:path>
                <a:path w="4122420" h="2482215">
                  <a:moveTo>
                    <a:pt x="3472276" y="867140"/>
                  </a:moveTo>
                  <a:lnTo>
                    <a:pt x="3462490" y="867140"/>
                  </a:lnTo>
                  <a:lnTo>
                    <a:pt x="3459355" y="866133"/>
                  </a:lnTo>
                  <a:lnTo>
                    <a:pt x="3456725" y="863903"/>
                  </a:lnTo>
                  <a:lnTo>
                    <a:pt x="3453314" y="857272"/>
                  </a:lnTo>
                  <a:lnTo>
                    <a:pt x="3454092" y="850492"/>
                  </a:lnTo>
                  <a:lnTo>
                    <a:pt x="3458506" y="845214"/>
                  </a:lnTo>
                  <a:lnTo>
                    <a:pt x="3466005" y="843088"/>
                  </a:lnTo>
                  <a:lnTo>
                    <a:pt x="3472757" y="843088"/>
                  </a:lnTo>
                  <a:lnTo>
                    <a:pt x="3478674" y="848700"/>
                  </a:lnTo>
                  <a:lnTo>
                    <a:pt x="3478674" y="862248"/>
                  </a:lnTo>
                  <a:lnTo>
                    <a:pt x="3472276" y="867140"/>
                  </a:lnTo>
                  <a:close/>
                </a:path>
                <a:path w="4122420" h="2482215">
                  <a:moveTo>
                    <a:pt x="3623269" y="867140"/>
                  </a:moveTo>
                  <a:lnTo>
                    <a:pt x="3613862" y="867140"/>
                  </a:lnTo>
                  <a:lnTo>
                    <a:pt x="3610928" y="866133"/>
                  </a:lnTo>
                  <a:lnTo>
                    <a:pt x="3608576" y="863903"/>
                  </a:lnTo>
                  <a:lnTo>
                    <a:pt x="3604803" y="857272"/>
                  </a:lnTo>
                  <a:lnTo>
                    <a:pt x="3605621" y="850492"/>
                  </a:lnTo>
                  <a:lnTo>
                    <a:pt x="3610237" y="845214"/>
                  </a:lnTo>
                  <a:lnTo>
                    <a:pt x="3617857" y="843088"/>
                  </a:lnTo>
                  <a:lnTo>
                    <a:pt x="3624583" y="843088"/>
                  </a:lnTo>
                  <a:lnTo>
                    <a:pt x="3629666" y="848700"/>
                  </a:lnTo>
                  <a:lnTo>
                    <a:pt x="3629666" y="862248"/>
                  </a:lnTo>
                  <a:lnTo>
                    <a:pt x="3623269" y="867140"/>
                  </a:lnTo>
                  <a:close/>
                </a:path>
                <a:path w="4122420" h="2482215">
                  <a:moveTo>
                    <a:pt x="3699181" y="867140"/>
                  </a:moveTo>
                  <a:lnTo>
                    <a:pt x="3689800" y="867140"/>
                  </a:lnTo>
                  <a:lnTo>
                    <a:pt x="3686841" y="866133"/>
                  </a:lnTo>
                  <a:lnTo>
                    <a:pt x="3684490" y="863903"/>
                  </a:lnTo>
                  <a:lnTo>
                    <a:pt x="3680702" y="857272"/>
                  </a:lnTo>
                  <a:lnTo>
                    <a:pt x="3681427" y="850492"/>
                  </a:lnTo>
                  <a:lnTo>
                    <a:pt x="3685787" y="845214"/>
                  </a:lnTo>
                  <a:lnTo>
                    <a:pt x="3692910" y="843088"/>
                  </a:lnTo>
                  <a:lnTo>
                    <a:pt x="3700522" y="843088"/>
                  </a:lnTo>
                  <a:lnTo>
                    <a:pt x="3705579" y="848700"/>
                  </a:lnTo>
                  <a:lnTo>
                    <a:pt x="3705579" y="862248"/>
                  </a:lnTo>
                  <a:lnTo>
                    <a:pt x="3699181" y="867140"/>
                  </a:lnTo>
                  <a:close/>
                </a:path>
                <a:path w="4122420" h="2482215">
                  <a:moveTo>
                    <a:pt x="3851008" y="867140"/>
                  </a:moveTo>
                  <a:lnTo>
                    <a:pt x="3841221" y="867140"/>
                  </a:lnTo>
                  <a:lnTo>
                    <a:pt x="3838111" y="866133"/>
                  </a:lnTo>
                  <a:lnTo>
                    <a:pt x="3835481" y="863903"/>
                  </a:lnTo>
                  <a:lnTo>
                    <a:pt x="3832059" y="857272"/>
                  </a:lnTo>
                  <a:lnTo>
                    <a:pt x="3832839" y="850492"/>
                  </a:lnTo>
                  <a:lnTo>
                    <a:pt x="3837259" y="845214"/>
                  </a:lnTo>
                  <a:lnTo>
                    <a:pt x="3844762" y="843088"/>
                  </a:lnTo>
                  <a:lnTo>
                    <a:pt x="3851488" y="843088"/>
                  </a:lnTo>
                  <a:lnTo>
                    <a:pt x="3857405" y="848700"/>
                  </a:lnTo>
                  <a:lnTo>
                    <a:pt x="3857405" y="862248"/>
                  </a:lnTo>
                  <a:lnTo>
                    <a:pt x="3851008" y="867140"/>
                  </a:lnTo>
                  <a:close/>
                </a:path>
                <a:path w="4122420" h="2482215">
                  <a:moveTo>
                    <a:pt x="3926921" y="867140"/>
                  </a:moveTo>
                  <a:lnTo>
                    <a:pt x="3917134" y="867140"/>
                  </a:lnTo>
                  <a:lnTo>
                    <a:pt x="3914024" y="866133"/>
                  </a:lnTo>
                  <a:lnTo>
                    <a:pt x="3911394" y="863903"/>
                  </a:lnTo>
                  <a:lnTo>
                    <a:pt x="3907983" y="857272"/>
                  </a:lnTo>
                  <a:lnTo>
                    <a:pt x="3908761" y="850492"/>
                  </a:lnTo>
                  <a:lnTo>
                    <a:pt x="3913176" y="845214"/>
                  </a:lnTo>
                  <a:lnTo>
                    <a:pt x="3920675" y="843088"/>
                  </a:lnTo>
                  <a:lnTo>
                    <a:pt x="3927426" y="843088"/>
                  </a:lnTo>
                  <a:lnTo>
                    <a:pt x="3933319" y="848700"/>
                  </a:lnTo>
                  <a:lnTo>
                    <a:pt x="3933319" y="862248"/>
                  </a:lnTo>
                  <a:lnTo>
                    <a:pt x="3926921" y="867140"/>
                  </a:lnTo>
                  <a:close/>
                </a:path>
                <a:path w="4122420" h="2482215">
                  <a:moveTo>
                    <a:pt x="4001999" y="867140"/>
                  </a:moveTo>
                  <a:lnTo>
                    <a:pt x="3992618" y="867140"/>
                  </a:lnTo>
                  <a:lnTo>
                    <a:pt x="3989684" y="866133"/>
                  </a:lnTo>
                  <a:lnTo>
                    <a:pt x="3987307" y="863903"/>
                  </a:lnTo>
                  <a:lnTo>
                    <a:pt x="3983520" y="857272"/>
                  </a:lnTo>
                  <a:lnTo>
                    <a:pt x="3984247" y="850492"/>
                  </a:lnTo>
                  <a:lnTo>
                    <a:pt x="3988616" y="845214"/>
                  </a:lnTo>
                  <a:lnTo>
                    <a:pt x="3995753" y="843088"/>
                  </a:lnTo>
                  <a:lnTo>
                    <a:pt x="4003340" y="843088"/>
                  </a:lnTo>
                  <a:lnTo>
                    <a:pt x="4008397" y="848700"/>
                  </a:lnTo>
                  <a:lnTo>
                    <a:pt x="4008397" y="862248"/>
                  </a:lnTo>
                  <a:lnTo>
                    <a:pt x="4001999" y="867140"/>
                  </a:lnTo>
                  <a:close/>
                </a:path>
                <a:path w="4122420" h="2482215">
                  <a:moveTo>
                    <a:pt x="3164655" y="867164"/>
                  </a:moveTo>
                  <a:lnTo>
                    <a:pt x="3164199" y="867164"/>
                  </a:lnTo>
                  <a:lnTo>
                    <a:pt x="3163188" y="867092"/>
                  </a:lnTo>
                  <a:lnTo>
                    <a:pt x="3154169" y="862890"/>
                  </a:lnTo>
                  <a:lnTo>
                    <a:pt x="3151163" y="855090"/>
                  </a:lnTo>
                  <a:lnTo>
                    <a:pt x="3154169" y="847291"/>
                  </a:lnTo>
                  <a:lnTo>
                    <a:pt x="3163188" y="843088"/>
                  </a:lnTo>
                  <a:lnTo>
                    <a:pt x="3164655" y="843040"/>
                  </a:lnTo>
                  <a:lnTo>
                    <a:pt x="3173516" y="846810"/>
                  </a:lnTo>
                  <a:lnTo>
                    <a:pt x="3176470" y="855102"/>
                  </a:lnTo>
                  <a:lnTo>
                    <a:pt x="3173516" y="863395"/>
                  </a:lnTo>
                  <a:lnTo>
                    <a:pt x="3164655" y="867164"/>
                  </a:lnTo>
                  <a:close/>
                </a:path>
                <a:path w="4122420" h="2482215">
                  <a:moveTo>
                    <a:pt x="3392419" y="867164"/>
                  </a:moveTo>
                  <a:lnTo>
                    <a:pt x="3391938" y="867164"/>
                  </a:lnTo>
                  <a:lnTo>
                    <a:pt x="3390926" y="867092"/>
                  </a:lnTo>
                  <a:lnTo>
                    <a:pt x="3381923" y="862890"/>
                  </a:lnTo>
                  <a:lnTo>
                    <a:pt x="3378922" y="855090"/>
                  </a:lnTo>
                  <a:lnTo>
                    <a:pt x="3381923" y="847291"/>
                  </a:lnTo>
                  <a:lnTo>
                    <a:pt x="3390926" y="843088"/>
                  </a:lnTo>
                  <a:lnTo>
                    <a:pt x="3392419" y="843040"/>
                  </a:lnTo>
                  <a:lnTo>
                    <a:pt x="3401280" y="846810"/>
                  </a:lnTo>
                  <a:lnTo>
                    <a:pt x="3404234" y="855102"/>
                  </a:lnTo>
                  <a:lnTo>
                    <a:pt x="3401280" y="863395"/>
                  </a:lnTo>
                  <a:lnTo>
                    <a:pt x="3392419" y="867164"/>
                  </a:lnTo>
                  <a:close/>
                </a:path>
                <a:path w="4122420" h="2482215">
                  <a:moveTo>
                    <a:pt x="3543410" y="867164"/>
                  </a:moveTo>
                  <a:lnTo>
                    <a:pt x="3542930" y="867164"/>
                  </a:lnTo>
                  <a:lnTo>
                    <a:pt x="3541919" y="867092"/>
                  </a:lnTo>
                  <a:lnTo>
                    <a:pt x="3532915" y="862890"/>
                  </a:lnTo>
                  <a:lnTo>
                    <a:pt x="3529913" y="855090"/>
                  </a:lnTo>
                  <a:lnTo>
                    <a:pt x="3532915" y="847291"/>
                  </a:lnTo>
                  <a:lnTo>
                    <a:pt x="3541919" y="843088"/>
                  </a:lnTo>
                  <a:lnTo>
                    <a:pt x="3543410" y="843040"/>
                  </a:lnTo>
                  <a:lnTo>
                    <a:pt x="3552258" y="846810"/>
                  </a:lnTo>
                  <a:lnTo>
                    <a:pt x="3555207" y="855102"/>
                  </a:lnTo>
                  <a:lnTo>
                    <a:pt x="3552258" y="863395"/>
                  </a:lnTo>
                  <a:lnTo>
                    <a:pt x="3543410" y="867164"/>
                  </a:lnTo>
                  <a:close/>
                </a:path>
                <a:path w="4122420" h="2482215">
                  <a:moveTo>
                    <a:pt x="3770391" y="867164"/>
                  </a:moveTo>
                  <a:lnTo>
                    <a:pt x="3769885" y="867164"/>
                  </a:lnTo>
                  <a:lnTo>
                    <a:pt x="3768823" y="867092"/>
                  </a:lnTo>
                  <a:lnTo>
                    <a:pt x="3760289" y="863234"/>
                  </a:lnTo>
                  <a:lnTo>
                    <a:pt x="3757444" y="855396"/>
                  </a:lnTo>
                  <a:lnTo>
                    <a:pt x="3760289" y="847405"/>
                  </a:lnTo>
                  <a:lnTo>
                    <a:pt x="3768823" y="843088"/>
                  </a:lnTo>
                  <a:lnTo>
                    <a:pt x="3770391" y="843040"/>
                  </a:lnTo>
                  <a:lnTo>
                    <a:pt x="3779665" y="846810"/>
                  </a:lnTo>
                  <a:lnTo>
                    <a:pt x="3782757" y="855102"/>
                  </a:lnTo>
                  <a:lnTo>
                    <a:pt x="3779665" y="863395"/>
                  </a:lnTo>
                  <a:lnTo>
                    <a:pt x="3770391" y="867164"/>
                  </a:lnTo>
                  <a:close/>
                </a:path>
                <a:path w="4122420" h="2482215">
                  <a:moveTo>
                    <a:pt x="733615" y="867932"/>
                  </a:moveTo>
                  <a:lnTo>
                    <a:pt x="724233" y="867932"/>
                  </a:lnTo>
                  <a:lnTo>
                    <a:pt x="717836" y="863064"/>
                  </a:lnTo>
                  <a:lnTo>
                    <a:pt x="717836" y="853496"/>
                  </a:lnTo>
                  <a:lnTo>
                    <a:pt x="718670" y="852704"/>
                  </a:lnTo>
                  <a:lnTo>
                    <a:pt x="722033" y="847093"/>
                  </a:lnTo>
                  <a:lnTo>
                    <a:pt x="723728" y="844695"/>
                  </a:lnTo>
                  <a:lnTo>
                    <a:pt x="727116" y="843904"/>
                  </a:lnTo>
                  <a:lnTo>
                    <a:pt x="730480" y="843904"/>
                  </a:lnTo>
                  <a:lnTo>
                    <a:pt x="737613" y="846029"/>
                  </a:lnTo>
                  <a:lnTo>
                    <a:pt x="741976" y="851305"/>
                  </a:lnTo>
                  <a:lnTo>
                    <a:pt x="742702" y="858077"/>
                  </a:lnTo>
                  <a:lnTo>
                    <a:pt x="738926" y="864694"/>
                  </a:lnTo>
                  <a:lnTo>
                    <a:pt x="736548" y="866948"/>
                  </a:lnTo>
                  <a:lnTo>
                    <a:pt x="733615" y="867932"/>
                  </a:lnTo>
                  <a:close/>
                </a:path>
                <a:path w="4122420" h="2482215">
                  <a:moveTo>
                    <a:pt x="812259" y="867932"/>
                  </a:moveTo>
                  <a:lnTo>
                    <a:pt x="802498" y="867932"/>
                  </a:lnTo>
                  <a:lnTo>
                    <a:pt x="799489" y="866948"/>
                  </a:lnTo>
                  <a:lnTo>
                    <a:pt x="797112" y="864694"/>
                  </a:lnTo>
                  <a:lnTo>
                    <a:pt x="793349" y="858077"/>
                  </a:lnTo>
                  <a:lnTo>
                    <a:pt x="794166" y="851305"/>
                  </a:lnTo>
                  <a:lnTo>
                    <a:pt x="798776" y="846029"/>
                  </a:lnTo>
                  <a:lnTo>
                    <a:pt x="806392" y="843904"/>
                  </a:lnTo>
                  <a:lnTo>
                    <a:pt x="807252" y="844695"/>
                  </a:lnTo>
                  <a:lnTo>
                    <a:pt x="813144" y="844695"/>
                  </a:lnTo>
                  <a:lnTo>
                    <a:pt x="818202" y="849491"/>
                  </a:lnTo>
                  <a:lnTo>
                    <a:pt x="819062" y="855894"/>
                  </a:lnTo>
                  <a:lnTo>
                    <a:pt x="819062" y="863064"/>
                  </a:lnTo>
                  <a:lnTo>
                    <a:pt x="812259" y="867932"/>
                  </a:lnTo>
                  <a:close/>
                </a:path>
                <a:path w="4122420" h="2482215">
                  <a:moveTo>
                    <a:pt x="1267308" y="867932"/>
                  </a:moveTo>
                  <a:lnTo>
                    <a:pt x="1257522" y="867932"/>
                  </a:lnTo>
                  <a:lnTo>
                    <a:pt x="1254411" y="866948"/>
                  </a:lnTo>
                  <a:lnTo>
                    <a:pt x="1251781" y="864694"/>
                  </a:lnTo>
                  <a:lnTo>
                    <a:pt x="1248370" y="858077"/>
                  </a:lnTo>
                  <a:lnTo>
                    <a:pt x="1249148" y="851305"/>
                  </a:lnTo>
                  <a:lnTo>
                    <a:pt x="1253563" y="846029"/>
                  </a:lnTo>
                  <a:lnTo>
                    <a:pt x="1261062" y="843904"/>
                  </a:lnTo>
                  <a:lnTo>
                    <a:pt x="1261062" y="844695"/>
                  </a:lnTo>
                  <a:lnTo>
                    <a:pt x="1267813" y="844695"/>
                  </a:lnTo>
                  <a:lnTo>
                    <a:pt x="1272871" y="849491"/>
                  </a:lnTo>
                  <a:lnTo>
                    <a:pt x="1273706" y="855894"/>
                  </a:lnTo>
                  <a:lnTo>
                    <a:pt x="1273706" y="863064"/>
                  </a:lnTo>
                  <a:lnTo>
                    <a:pt x="1267308" y="867932"/>
                  </a:lnTo>
                  <a:close/>
                </a:path>
                <a:path w="4122420" h="2482215">
                  <a:moveTo>
                    <a:pt x="959787" y="867956"/>
                  </a:moveTo>
                  <a:lnTo>
                    <a:pt x="959281" y="867956"/>
                  </a:lnTo>
                  <a:lnTo>
                    <a:pt x="958219" y="867908"/>
                  </a:lnTo>
                  <a:lnTo>
                    <a:pt x="949684" y="864039"/>
                  </a:lnTo>
                  <a:lnTo>
                    <a:pt x="946840" y="856202"/>
                  </a:lnTo>
                  <a:lnTo>
                    <a:pt x="949684" y="848217"/>
                  </a:lnTo>
                  <a:lnTo>
                    <a:pt x="958219" y="843904"/>
                  </a:lnTo>
                  <a:lnTo>
                    <a:pt x="958750" y="843856"/>
                  </a:lnTo>
                  <a:lnTo>
                    <a:pt x="959787" y="843832"/>
                  </a:lnTo>
                  <a:lnTo>
                    <a:pt x="969061" y="847601"/>
                  </a:lnTo>
                  <a:lnTo>
                    <a:pt x="972152" y="855894"/>
                  </a:lnTo>
                  <a:lnTo>
                    <a:pt x="969061" y="864186"/>
                  </a:lnTo>
                  <a:lnTo>
                    <a:pt x="959787" y="867956"/>
                  </a:lnTo>
                  <a:close/>
                </a:path>
                <a:path w="4122420" h="2482215">
                  <a:moveTo>
                    <a:pt x="1338517" y="867956"/>
                  </a:moveTo>
                  <a:lnTo>
                    <a:pt x="1338012" y="867956"/>
                  </a:lnTo>
                  <a:lnTo>
                    <a:pt x="1336975" y="867908"/>
                  </a:lnTo>
                  <a:lnTo>
                    <a:pt x="1328426" y="864039"/>
                  </a:lnTo>
                  <a:lnTo>
                    <a:pt x="1325577" y="856202"/>
                  </a:lnTo>
                  <a:lnTo>
                    <a:pt x="1328426" y="848217"/>
                  </a:lnTo>
                  <a:lnTo>
                    <a:pt x="1336975" y="843904"/>
                  </a:lnTo>
                  <a:lnTo>
                    <a:pt x="1337506" y="843856"/>
                  </a:lnTo>
                  <a:lnTo>
                    <a:pt x="1338517" y="843832"/>
                  </a:lnTo>
                  <a:lnTo>
                    <a:pt x="1347792" y="847601"/>
                  </a:lnTo>
                  <a:lnTo>
                    <a:pt x="1350883" y="855894"/>
                  </a:lnTo>
                  <a:lnTo>
                    <a:pt x="1347792" y="864186"/>
                  </a:lnTo>
                  <a:lnTo>
                    <a:pt x="1338517" y="867956"/>
                  </a:lnTo>
                  <a:close/>
                </a:path>
                <a:path w="4122420" h="2482215">
                  <a:moveTo>
                    <a:pt x="1717248" y="867956"/>
                  </a:moveTo>
                  <a:lnTo>
                    <a:pt x="1716768" y="867956"/>
                  </a:lnTo>
                  <a:lnTo>
                    <a:pt x="1715706" y="867908"/>
                  </a:lnTo>
                  <a:lnTo>
                    <a:pt x="1707171" y="864039"/>
                  </a:lnTo>
                  <a:lnTo>
                    <a:pt x="1704327" y="856202"/>
                  </a:lnTo>
                  <a:lnTo>
                    <a:pt x="1707171" y="848217"/>
                  </a:lnTo>
                  <a:lnTo>
                    <a:pt x="1715706" y="843904"/>
                  </a:lnTo>
                  <a:lnTo>
                    <a:pt x="1716237" y="843856"/>
                  </a:lnTo>
                  <a:lnTo>
                    <a:pt x="1717248" y="843832"/>
                  </a:lnTo>
                  <a:lnTo>
                    <a:pt x="1726537" y="847601"/>
                  </a:lnTo>
                  <a:lnTo>
                    <a:pt x="1729633" y="855894"/>
                  </a:lnTo>
                  <a:lnTo>
                    <a:pt x="1726537" y="864186"/>
                  </a:lnTo>
                  <a:lnTo>
                    <a:pt x="1717248" y="867956"/>
                  </a:lnTo>
                  <a:close/>
                </a:path>
                <a:path w="4122420" h="2482215">
                  <a:moveTo>
                    <a:pt x="1566231" y="867956"/>
                  </a:moveTo>
                  <a:lnTo>
                    <a:pt x="1565245" y="867956"/>
                  </a:lnTo>
                  <a:lnTo>
                    <a:pt x="1564714" y="867908"/>
                  </a:lnTo>
                  <a:lnTo>
                    <a:pt x="1555696" y="864051"/>
                  </a:lnTo>
                  <a:lnTo>
                    <a:pt x="1552695" y="856289"/>
                  </a:lnTo>
                  <a:lnTo>
                    <a:pt x="1555696" y="848551"/>
                  </a:lnTo>
                  <a:lnTo>
                    <a:pt x="1564714" y="844695"/>
                  </a:lnTo>
                  <a:lnTo>
                    <a:pt x="1565245" y="844647"/>
                  </a:lnTo>
                  <a:lnTo>
                    <a:pt x="1566231" y="844623"/>
                  </a:lnTo>
                  <a:lnTo>
                    <a:pt x="1575065" y="848269"/>
                  </a:lnTo>
                  <a:lnTo>
                    <a:pt x="1578005" y="856301"/>
                  </a:lnTo>
                  <a:lnTo>
                    <a:pt x="1575065" y="864310"/>
                  </a:lnTo>
                  <a:lnTo>
                    <a:pt x="1566231" y="867956"/>
                  </a:lnTo>
                  <a:close/>
                </a:path>
                <a:path w="4122420" h="2482215">
                  <a:moveTo>
                    <a:pt x="888805" y="868099"/>
                  </a:moveTo>
                  <a:lnTo>
                    <a:pt x="879044" y="868099"/>
                  </a:lnTo>
                  <a:lnTo>
                    <a:pt x="875781" y="867044"/>
                  </a:lnTo>
                  <a:lnTo>
                    <a:pt x="873025" y="864694"/>
                  </a:lnTo>
                  <a:lnTo>
                    <a:pt x="869614" y="858411"/>
                  </a:lnTo>
                  <a:lnTo>
                    <a:pt x="870392" y="851601"/>
                  </a:lnTo>
                  <a:lnTo>
                    <a:pt x="874807" y="846141"/>
                  </a:lnTo>
                  <a:lnTo>
                    <a:pt x="882306" y="843904"/>
                  </a:lnTo>
                  <a:lnTo>
                    <a:pt x="882306" y="844695"/>
                  </a:lnTo>
                  <a:lnTo>
                    <a:pt x="889057" y="844695"/>
                  </a:lnTo>
                  <a:lnTo>
                    <a:pt x="894975" y="849491"/>
                  </a:lnTo>
                  <a:lnTo>
                    <a:pt x="894975" y="863471"/>
                  </a:lnTo>
                  <a:lnTo>
                    <a:pt x="888805" y="868099"/>
                  </a:lnTo>
                  <a:close/>
                </a:path>
                <a:path w="4122420" h="2482215">
                  <a:moveTo>
                    <a:pt x="1040732" y="868483"/>
                  </a:moveTo>
                  <a:lnTo>
                    <a:pt x="1030971" y="868483"/>
                  </a:lnTo>
                  <a:lnTo>
                    <a:pt x="1027633" y="867332"/>
                  </a:lnTo>
                  <a:lnTo>
                    <a:pt x="1024876" y="864694"/>
                  </a:lnTo>
                  <a:lnTo>
                    <a:pt x="1021572" y="858534"/>
                  </a:lnTo>
                  <a:lnTo>
                    <a:pt x="1022547" y="851997"/>
                  </a:lnTo>
                  <a:lnTo>
                    <a:pt x="1027007" y="846808"/>
                  </a:lnTo>
                  <a:lnTo>
                    <a:pt x="1034157" y="844695"/>
                  </a:lnTo>
                  <a:lnTo>
                    <a:pt x="1040883" y="844695"/>
                  </a:lnTo>
                  <a:lnTo>
                    <a:pt x="1046801" y="850306"/>
                  </a:lnTo>
                  <a:lnTo>
                    <a:pt x="1046801" y="863663"/>
                  </a:lnTo>
                  <a:lnTo>
                    <a:pt x="1040732" y="868483"/>
                  </a:lnTo>
                  <a:close/>
                </a:path>
                <a:path w="4122420" h="2482215">
                  <a:moveTo>
                    <a:pt x="1419463" y="868483"/>
                  </a:moveTo>
                  <a:lnTo>
                    <a:pt x="1409702" y="868483"/>
                  </a:lnTo>
                  <a:lnTo>
                    <a:pt x="1406389" y="867332"/>
                  </a:lnTo>
                  <a:lnTo>
                    <a:pt x="1403607" y="864694"/>
                  </a:lnTo>
                  <a:lnTo>
                    <a:pt x="1400196" y="858534"/>
                  </a:lnTo>
                  <a:lnTo>
                    <a:pt x="1400975" y="851997"/>
                  </a:lnTo>
                  <a:lnTo>
                    <a:pt x="1405389" y="846808"/>
                  </a:lnTo>
                  <a:lnTo>
                    <a:pt x="1412888" y="844695"/>
                  </a:lnTo>
                  <a:lnTo>
                    <a:pt x="1419640" y="844695"/>
                  </a:lnTo>
                  <a:lnTo>
                    <a:pt x="1425532" y="850306"/>
                  </a:lnTo>
                  <a:lnTo>
                    <a:pt x="1425532" y="863663"/>
                  </a:lnTo>
                  <a:lnTo>
                    <a:pt x="1419463" y="868483"/>
                  </a:lnTo>
                  <a:close/>
                </a:path>
                <a:path w="4122420" h="2482215">
                  <a:moveTo>
                    <a:pt x="1646367" y="868483"/>
                  </a:moveTo>
                  <a:lnTo>
                    <a:pt x="1636986" y="868483"/>
                  </a:lnTo>
                  <a:lnTo>
                    <a:pt x="1633850" y="867332"/>
                  </a:lnTo>
                  <a:lnTo>
                    <a:pt x="1631347" y="864694"/>
                  </a:lnTo>
                  <a:lnTo>
                    <a:pt x="1627571" y="858534"/>
                  </a:lnTo>
                  <a:lnTo>
                    <a:pt x="1628296" y="851997"/>
                  </a:lnTo>
                  <a:lnTo>
                    <a:pt x="1632659" y="846808"/>
                  </a:lnTo>
                  <a:lnTo>
                    <a:pt x="1639793" y="844695"/>
                  </a:lnTo>
                  <a:lnTo>
                    <a:pt x="1647379" y="844695"/>
                  </a:lnTo>
                  <a:lnTo>
                    <a:pt x="1652437" y="850306"/>
                  </a:lnTo>
                  <a:lnTo>
                    <a:pt x="1652437" y="863663"/>
                  </a:lnTo>
                  <a:lnTo>
                    <a:pt x="1646367" y="868483"/>
                  </a:lnTo>
                  <a:close/>
                </a:path>
                <a:path w="4122420" h="2482215">
                  <a:moveTo>
                    <a:pt x="1791619" y="868699"/>
                  </a:moveTo>
                  <a:lnTo>
                    <a:pt x="1784867" y="867908"/>
                  </a:lnTo>
                  <a:lnTo>
                    <a:pt x="1779810" y="863088"/>
                  </a:lnTo>
                  <a:lnTo>
                    <a:pt x="1779810" y="850306"/>
                  </a:lnTo>
                  <a:lnTo>
                    <a:pt x="1784867" y="844695"/>
                  </a:lnTo>
                  <a:lnTo>
                    <a:pt x="1791619" y="844695"/>
                  </a:lnTo>
                  <a:lnTo>
                    <a:pt x="1791619" y="845510"/>
                  </a:lnTo>
                  <a:lnTo>
                    <a:pt x="1802594" y="856709"/>
                  </a:lnTo>
                  <a:lnTo>
                    <a:pt x="1804288" y="858292"/>
                  </a:lnTo>
                  <a:lnTo>
                    <a:pt x="1802594" y="863903"/>
                  </a:lnTo>
                  <a:lnTo>
                    <a:pt x="1797536" y="867908"/>
                  </a:lnTo>
                  <a:lnTo>
                    <a:pt x="1791619" y="867908"/>
                  </a:lnTo>
                  <a:lnTo>
                    <a:pt x="1791619" y="868699"/>
                  </a:lnTo>
                  <a:close/>
                </a:path>
                <a:path w="4122420" h="2482215">
                  <a:moveTo>
                    <a:pt x="1116316" y="868747"/>
                  </a:moveTo>
                  <a:lnTo>
                    <a:pt x="1106530" y="868747"/>
                  </a:lnTo>
                  <a:lnTo>
                    <a:pt x="1103419" y="867740"/>
                  </a:lnTo>
                  <a:lnTo>
                    <a:pt x="1100790" y="865486"/>
                  </a:lnTo>
                  <a:lnTo>
                    <a:pt x="1097379" y="858868"/>
                  </a:lnTo>
                  <a:lnTo>
                    <a:pt x="1098157" y="852096"/>
                  </a:lnTo>
                  <a:lnTo>
                    <a:pt x="1102571" y="846821"/>
                  </a:lnTo>
                  <a:lnTo>
                    <a:pt x="1110070" y="844695"/>
                  </a:lnTo>
                  <a:lnTo>
                    <a:pt x="1116822" y="844695"/>
                  </a:lnTo>
                  <a:lnTo>
                    <a:pt x="1122714" y="849491"/>
                  </a:lnTo>
                  <a:lnTo>
                    <a:pt x="1122714" y="863855"/>
                  </a:lnTo>
                  <a:lnTo>
                    <a:pt x="1116316" y="868747"/>
                  </a:lnTo>
                  <a:close/>
                </a:path>
                <a:path w="4122420" h="2482215">
                  <a:moveTo>
                    <a:pt x="1494668" y="868747"/>
                  </a:moveTo>
                  <a:lnTo>
                    <a:pt x="1484907" y="868747"/>
                  </a:lnTo>
                  <a:lnTo>
                    <a:pt x="1481898" y="867740"/>
                  </a:lnTo>
                  <a:lnTo>
                    <a:pt x="1479521" y="865486"/>
                  </a:lnTo>
                  <a:lnTo>
                    <a:pt x="1475758" y="858868"/>
                  </a:lnTo>
                  <a:lnTo>
                    <a:pt x="1476575" y="852096"/>
                  </a:lnTo>
                  <a:lnTo>
                    <a:pt x="1481185" y="846821"/>
                  </a:lnTo>
                  <a:lnTo>
                    <a:pt x="1488801" y="844695"/>
                  </a:lnTo>
                  <a:lnTo>
                    <a:pt x="1495553" y="844695"/>
                  </a:lnTo>
                  <a:lnTo>
                    <a:pt x="1501445" y="849491"/>
                  </a:lnTo>
                  <a:lnTo>
                    <a:pt x="1501445" y="863855"/>
                  </a:lnTo>
                  <a:lnTo>
                    <a:pt x="1494668" y="868747"/>
                  </a:lnTo>
                  <a:close/>
                </a:path>
                <a:path w="4122420" h="2482215">
                  <a:moveTo>
                    <a:pt x="1192002" y="868915"/>
                  </a:moveTo>
                  <a:lnTo>
                    <a:pt x="1182342" y="868915"/>
                  </a:lnTo>
                  <a:lnTo>
                    <a:pt x="1179156" y="867836"/>
                  </a:lnTo>
                  <a:lnTo>
                    <a:pt x="1176703" y="865486"/>
                  </a:lnTo>
                  <a:lnTo>
                    <a:pt x="1172929" y="858868"/>
                  </a:lnTo>
                  <a:lnTo>
                    <a:pt x="1173747" y="852096"/>
                  </a:lnTo>
                  <a:lnTo>
                    <a:pt x="1178363" y="846821"/>
                  </a:lnTo>
                  <a:lnTo>
                    <a:pt x="1185983" y="844695"/>
                  </a:lnTo>
                  <a:lnTo>
                    <a:pt x="1192735" y="844695"/>
                  </a:lnTo>
                  <a:lnTo>
                    <a:pt x="1198627" y="850306"/>
                  </a:lnTo>
                  <a:lnTo>
                    <a:pt x="1197792" y="856709"/>
                  </a:lnTo>
                  <a:lnTo>
                    <a:pt x="1198349" y="864263"/>
                  </a:lnTo>
                  <a:lnTo>
                    <a:pt x="1192002" y="868915"/>
                  </a:lnTo>
                  <a:close/>
                </a:path>
                <a:path w="4122420" h="2482215">
                  <a:moveTo>
                    <a:pt x="3130971" y="902894"/>
                  </a:moveTo>
                  <a:lnTo>
                    <a:pt x="3121590" y="902894"/>
                  </a:lnTo>
                  <a:lnTo>
                    <a:pt x="3118454" y="901719"/>
                  </a:lnTo>
                  <a:lnTo>
                    <a:pt x="3115951" y="899082"/>
                  </a:lnTo>
                  <a:lnTo>
                    <a:pt x="3112164" y="892926"/>
                  </a:lnTo>
                  <a:lnTo>
                    <a:pt x="3112891" y="886396"/>
                  </a:lnTo>
                  <a:lnTo>
                    <a:pt x="3117259" y="881216"/>
                  </a:lnTo>
                  <a:lnTo>
                    <a:pt x="3124397" y="879106"/>
                  </a:lnTo>
                  <a:lnTo>
                    <a:pt x="3131983" y="879106"/>
                  </a:lnTo>
                  <a:lnTo>
                    <a:pt x="3137040" y="884694"/>
                  </a:lnTo>
                  <a:lnTo>
                    <a:pt x="3137040" y="898074"/>
                  </a:lnTo>
                  <a:lnTo>
                    <a:pt x="3130971" y="902894"/>
                  </a:lnTo>
                  <a:close/>
                </a:path>
                <a:path w="4122420" h="2482215">
                  <a:moveTo>
                    <a:pt x="3207011" y="903134"/>
                  </a:moveTo>
                  <a:lnTo>
                    <a:pt x="3197250" y="903134"/>
                  </a:lnTo>
                  <a:lnTo>
                    <a:pt x="3194240" y="902127"/>
                  </a:lnTo>
                  <a:lnTo>
                    <a:pt x="3191864" y="899897"/>
                  </a:lnTo>
                  <a:lnTo>
                    <a:pt x="3188101" y="893270"/>
                  </a:lnTo>
                  <a:lnTo>
                    <a:pt x="3188918" y="886498"/>
                  </a:lnTo>
                  <a:lnTo>
                    <a:pt x="3193528" y="881229"/>
                  </a:lnTo>
                  <a:lnTo>
                    <a:pt x="3201144" y="879106"/>
                  </a:lnTo>
                  <a:lnTo>
                    <a:pt x="3207896" y="879106"/>
                  </a:lnTo>
                  <a:lnTo>
                    <a:pt x="3213788" y="884694"/>
                  </a:lnTo>
                  <a:lnTo>
                    <a:pt x="3213788" y="898242"/>
                  </a:lnTo>
                  <a:lnTo>
                    <a:pt x="3207011" y="903134"/>
                  </a:lnTo>
                  <a:close/>
                </a:path>
                <a:path w="4122420" h="2482215">
                  <a:moveTo>
                    <a:pt x="3358382" y="903134"/>
                  </a:moveTo>
                  <a:lnTo>
                    <a:pt x="3349000" y="903134"/>
                  </a:lnTo>
                  <a:lnTo>
                    <a:pt x="3346067" y="902127"/>
                  </a:lnTo>
                  <a:lnTo>
                    <a:pt x="3343690" y="899897"/>
                  </a:lnTo>
                  <a:lnTo>
                    <a:pt x="3339913" y="893270"/>
                  </a:lnTo>
                  <a:lnTo>
                    <a:pt x="3340639" y="886498"/>
                  </a:lnTo>
                  <a:lnTo>
                    <a:pt x="3345002" y="881229"/>
                  </a:lnTo>
                  <a:lnTo>
                    <a:pt x="3352136" y="879106"/>
                  </a:lnTo>
                  <a:lnTo>
                    <a:pt x="3358888" y="879106"/>
                  </a:lnTo>
                  <a:lnTo>
                    <a:pt x="3364780" y="884694"/>
                  </a:lnTo>
                  <a:lnTo>
                    <a:pt x="3364780" y="898242"/>
                  </a:lnTo>
                  <a:lnTo>
                    <a:pt x="3358382" y="903134"/>
                  </a:lnTo>
                  <a:close/>
                </a:path>
                <a:path w="4122420" h="2482215">
                  <a:moveTo>
                    <a:pt x="3510233" y="903134"/>
                  </a:moveTo>
                  <a:lnTo>
                    <a:pt x="3500447" y="903134"/>
                  </a:lnTo>
                  <a:lnTo>
                    <a:pt x="3497312" y="902127"/>
                  </a:lnTo>
                  <a:lnTo>
                    <a:pt x="3494681" y="899897"/>
                  </a:lnTo>
                  <a:lnTo>
                    <a:pt x="3491270" y="893270"/>
                  </a:lnTo>
                  <a:lnTo>
                    <a:pt x="3492048" y="886498"/>
                  </a:lnTo>
                  <a:lnTo>
                    <a:pt x="3496463" y="881229"/>
                  </a:lnTo>
                  <a:lnTo>
                    <a:pt x="3503962" y="879106"/>
                  </a:lnTo>
                  <a:lnTo>
                    <a:pt x="3510714" y="879106"/>
                  </a:lnTo>
                  <a:lnTo>
                    <a:pt x="3516631" y="884694"/>
                  </a:lnTo>
                  <a:lnTo>
                    <a:pt x="3516631" y="898242"/>
                  </a:lnTo>
                  <a:lnTo>
                    <a:pt x="3510233" y="903134"/>
                  </a:lnTo>
                  <a:close/>
                </a:path>
                <a:path w="4122420" h="2482215">
                  <a:moveTo>
                    <a:pt x="3585388" y="903134"/>
                  </a:moveTo>
                  <a:lnTo>
                    <a:pt x="3575905" y="903134"/>
                  </a:lnTo>
                  <a:lnTo>
                    <a:pt x="3572972" y="902127"/>
                  </a:lnTo>
                  <a:lnTo>
                    <a:pt x="3570619" y="899897"/>
                  </a:lnTo>
                  <a:lnTo>
                    <a:pt x="3566842" y="893270"/>
                  </a:lnTo>
                  <a:lnTo>
                    <a:pt x="3567652" y="886498"/>
                  </a:lnTo>
                  <a:lnTo>
                    <a:pt x="3572259" y="881229"/>
                  </a:lnTo>
                  <a:lnTo>
                    <a:pt x="3579875" y="879106"/>
                  </a:lnTo>
                  <a:lnTo>
                    <a:pt x="3586626" y="879106"/>
                  </a:lnTo>
                  <a:lnTo>
                    <a:pt x="3592544" y="884694"/>
                  </a:lnTo>
                  <a:lnTo>
                    <a:pt x="3592544" y="891096"/>
                  </a:lnTo>
                  <a:lnTo>
                    <a:pt x="3591963" y="898242"/>
                  </a:lnTo>
                  <a:lnTo>
                    <a:pt x="3585388" y="903134"/>
                  </a:lnTo>
                  <a:close/>
                </a:path>
                <a:path w="4122420" h="2482215">
                  <a:moveTo>
                    <a:pt x="3737138" y="903134"/>
                  </a:moveTo>
                  <a:lnTo>
                    <a:pt x="3727756" y="903134"/>
                  </a:lnTo>
                  <a:lnTo>
                    <a:pt x="3724798" y="902127"/>
                  </a:lnTo>
                  <a:lnTo>
                    <a:pt x="3722446" y="899897"/>
                  </a:lnTo>
                  <a:lnTo>
                    <a:pt x="3718659" y="893270"/>
                  </a:lnTo>
                  <a:lnTo>
                    <a:pt x="3719383" y="886498"/>
                  </a:lnTo>
                  <a:lnTo>
                    <a:pt x="3723744" y="881229"/>
                  </a:lnTo>
                  <a:lnTo>
                    <a:pt x="3730866" y="879106"/>
                  </a:lnTo>
                  <a:lnTo>
                    <a:pt x="3737619" y="879106"/>
                  </a:lnTo>
                  <a:lnTo>
                    <a:pt x="3743536" y="884694"/>
                  </a:lnTo>
                  <a:lnTo>
                    <a:pt x="3743536" y="898242"/>
                  </a:lnTo>
                  <a:lnTo>
                    <a:pt x="3737138" y="903134"/>
                  </a:lnTo>
                  <a:close/>
                </a:path>
                <a:path w="4122420" h="2482215">
                  <a:moveTo>
                    <a:pt x="3888964" y="903134"/>
                  </a:moveTo>
                  <a:lnTo>
                    <a:pt x="3879178" y="903134"/>
                  </a:lnTo>
                  <a:lnTo>
                    <a:pt x="3876068" y="902127"/>
                  </a:lnTo>
                  <a:lnTo>
                    <a:pt x="3873438" y="899897"/>
                  </a:lnTo>
                  <a:lnTo>
                    <a:pt x="3870027" y="893270"/>
                  </a:lnTo>
                  <a:lnTo>
                    <a:pt x="3870804" y="886498"/>
                  </a:lnTo>
                  <a:lnTo>
                    <a:pt x="3875219" y="881229"/>
                  </a:lnTo>
                  <a:lnTo>
                    <a:pt x="3882718" y="879106"/>
                  </a:lnTo>
                  <a:lnTo>
                    <a:pt x="3889470" y="879106"/>
                  </a:lnTo>
                  <a:lnTo>
                    <a:pt x="3895362" y="884694"/>
                  </a:lnTo>
                  <a:lnTo>
                    <a:pt x="3895362" y="898242"/>
                  </a:lnTo>
                  <a:lnTo>
                    <a:pt x="3888964" y="903134"/>
                  </a:lnTo>
                  <a:close/>
                </a:path>
                <a:path w="4122420" h="2482215">
                  <a:moveTo>
                    <a:pt x="3964473" y="903134"/>
                  </a:moveTo>
                  <a:lnTo>
                    <a:pt x="3954737" y="903134"/>
                  </a:lnTo>
                  <a:lnTo>
                    <a:pt x="3951702" y="902127"/>
                  </a:lnTo>
                  <a:lnTo>
                    <a:pt x="3949351" y="899897"/>
                  </a:lnTo>
                  <a:lnTo>
                    <a:pt x="3945577" y="893270"/>
                  </a:lnTo>
                  <a:lnTo>
                    <a:pt x="3946395" y="886498"/>
                  </a:lnTo>
                  <a:lnTo>
                    <a:pt x="3951011" y="881229"/>
                  </a:lnTo>
                  <a:lnTo>
                    <a:pt x="3958631" y="879106"/>
                  </a:lnTo>
                  <a:lnTo>
                    <a:pt x="3965383" y="879106"/>
                  </a:lnTo>
                  <a:lnTo>
                    <a:pt x="3971275" y="884694"/>
                  </a:lnTo>
                  <a:lnTo>
                    <a:pt x="3971275" y="898242"/>
                  </a:lnTo>
                  <a:lnTo>
                    <a:pt x="3964473" y="903134"/>
                  </a:lnTo>
                  <a:close/>
                </a:path>
                <a:path w="4122420" h="2482215">
                  <a:moveTo>
                    <a:pt x="3047776" y="903158"/>
                  </a:moveTo>
                  <a:lnTo>
                    <a:pt x="3038487" y="899389"/>
                  </a:lnTo>
                  <a:lnTo>
                    <a:pt x="3035391" y="891096"/>
                  </a:lnTo>
                  <a:lnTo>
                    <a:pt x="3038487" y="882804"/>
                  </a:lnTo>
                  <a:lnTo>
                    <a:pt x="3047776" y="879034"/>
                  </a:lnTo>
                  <a:lnTo>
                    <a:pt x="3048256" y="879034"/>
                  </a:lnTo>
                  <a:lnTo>
                    <a:pt x="3049318" y="879106"/>
                  </a:lnTo>
                  <a:lnTo>
                    <a:pt x="3057852" y="883298"/>
                  </a:lnTo>
                  <a:lnTo>
                    <a:pt x="3060697" y="891096"/>
                  </a:lnTo>
                  <a:lnTo>
                    <a:pt x="3057852" y="898894"/>
                  </a:lnTo>
                  <a:lnTo>
                    <a:pt x="3049318" y="903086"/>
                  </a:lnTo>
                  <a:lnTo>
                    <a:pt x="3048787" y="903134"/>
                  </a:lnTo>
                  <a:lnTo>
                    <a:pt x="3047776" y="903158"/>
                  </a:lnTo>
                  <a:close/>
                </a:path>
                <a:path w="4122420" h="2482215">
                  <a:moveTo>
                    <a:pt x="3274756" y="903158"/>
                  </a:moveTo>
                  <a:lnTo>
                    <a:pt x="3265895" y="899389"/>
                  </a:lnTo>
                  <a:lnTo>
                    <a:pt x="3262941" y="891096"/>
                  </a:lnTo>
                  <a:lnTo>
                    <a:pt x="3265895" y="882804"/>
                  </a:lnTo>
                  <a:lnTo>
                    <a:pt x="3274756" y="879034"/>
                  </a:lnTo>
                  <a:lnTo>
                    <a:pt x="3275211" y="879034"/>
                  </a:lnTo>
                  <a:lnTo>
                    <a:pt x="3276223" y="879106"/>
                  </a:lnTo>
                  <a:lnTo>
                    <a:pt x="3285241" y="883298"/>
                  </a:lnTo>
                  <a:lnTo>
                    <a:pt x="3288247" y="891096"/>
                  </a:lnTo>
                  <a:lnTo>
                    <a:pt x="3285241" y="898894"/>
                  </a:lnTo>
                  <a:lnTo>
                    <a:pt x="3276223" y="903086"/>
                  </a:lnTo>
                  <a:lnTo>
                    <a:pt x="3275717" y="903134"/>
                  </a:lnTo>
                  <a:lnTo>
                    <a:pt x="3274756" y="903158"/>
                  </a:lnTo>
                  <a:close/>
                </a:path>
                <a:path w="4122420" h="2482215">
                  <a:moveTo>
                    <a:pt x="3427340" y="903158"/>
                  </a:moveTo>
                  <a:lnTo>
                    <a:pt x="3418066" y="899389"/>
                  </a:lnTo>
                  <a:lnTo>
                    <a:pt x="3414975" y="891096"/>
                  </a:lnTo>
                  <a:lnTo>
                    <a:pt x="3418066" y="882804"/>
                  </a:lnTo>
                  <a:lnTo>
                    <a:pt x="3427340" y="879034"/>
                  </a:lnTo>
                  <a:lnTo>
                    <a:pt x="3427847" y="879034"/>
                  </a:lnTo>
                  <a:lnTo>
                    <a:pt x="3428908" y="879106"/>
                  </a:lnTo>
                  <a:lnTo>
                    <a:pt x="3437443" y="883298"/>
                  </a:lnTo>
                  <a:lnTo>
                    <a:pt x="3440288" y="891096"/>
                  </a:lnTo>
                  <a:lnTo>
                    <a:pt x="3437443" y="898894"/>
                  </a:lnTo>
                  <a:lnTo>
                    <a:pt x="3428908" y="903086"/>
                  </a:lnTo>
                  <a:lnTo>
                    <a:pt x="3428377" y="903134"/>
                  </a:lnTo>
                  <a:lnTo>
                    <a:pt x="3427340" y="903158"/>
                  </a:lnTo>
                  <a:close/>
                </a:path>
                <a:path w="4122420" h="2482215">
                  <a:moveTo>
                    <a:pt x="3653487" y="903158"/>
                  </a:moveTo>
                  <a:lnTo>
                    <a:pt x="3644625" y="899389"/>
                  </a:lnTo>
                  <a:lnTo>
                    <a:pt x="3641671" y="891096"/>
                  </a:lnTo>
                  <a:lnTo>
                    <a:pt x="3644625" y="882804"/>
                  </a:lnTo>
                  <a:lnTo>
                    <a:pt x="3653487" y="879034"/>
                  </a:lnTo>
                  <a:lnTo>
                    <a:pt x="3653967" y="879034"/>
                  </a:lnTo>
                  <a:lnTo>
                    <a:pt x="3654954" y="879106"/>
                  </a:lnTo>
                  <a:lnTo>
                    <a:pt x="3663972" y="883298"/>
                  </a:lnTo>
                  <a:lnTo>
                    <a:pt x="3666978" y="891096"/>
                  </a:lnTo>
                  <a:lnTo>
                    <a:pt x="3663972" y="898894"/>
                  </a:lnTo>
                  <a:lnTo>
                    <a:pt x="3654954" y="903086"/>
                  </a:lnTo>
                  <a:lnTo>
                    <a:pt x="3654448" y="903134"/>
                  </a:lnTo>
                  <a:lnTo>
                    <a:pt x="3653487" y="903158"/>
                  </a:lnTo>
                  <a:close/>
                </a:path>
                <a:path w="4122420" h="2482215">
                  <a:moveTo>
                    <a:pt x="3813279" y="903302"/>
                  </a:moveTo>
                  <a:lnTo>
                    <a:pt x="3803518" y="903302"/>
                  </a:lnTo>
                  <a:lnTo>
                    <a:pt x="3800255" y="902223"/>
                  </a:lnTo>
                  <a:lnTo>
                    <a:pt x="3797525" y="899897"/>
                  </a:lnTo>
                  <a:lnTo>
                    <a:pt x="3794221" y="893270"/>
                  </a:lnTo>
                  <a:lnTo>
                    <a:pt x="3795195" y="886498"/>
                  </a:lnTo>
                  <a:lnTo>
                    <a:pt x="3799655" y="881229"/>
                  </a:lnTo>
                  <a:lnTo>
                    <a:pt x="3806805" y="879106"/>
                  </a:lnTo>
                  <a:lnTo>
                    <a:pt x="3813531" y="879106"/>
                  </a:lnTo>
                  <a:lnTo>
                    <a:pt x="3819449" y="884694"/>
                  </a:lnTo>
                  <a:lnTo>
                    <a:pt x="3819449" y="898650"/>
                  </a:lnTo>
                  <a:lnTo>
                    <a:pt x="3813279" y="903302"/>
                  </a:lnTo>
                  <a:close/>
                </a:path>
                <a:path w="4122420" h="2482215">
                  <a:moveTo>
                    <a:pt x="774707" y="903926"/>
                  </a:moveTo>
                  <a:lnTo>
                    <a:pt x="764896" y="903926"/>
                  </a:lnTo>
                  <a:lnTo>
                    <a:pt x="761785" y="902942"/>
                  </a:lnTo>
                  <a:lnTo>
                    <a:pt x="759155" y="900688"/>
                  </a:lnTo>
                  <a:lnTo>
                    <a:pt x="755744" y="894071"/>
                  </a:lnTo>
                  <a:lnTo>
                    <a:pt x="756523" y="887298"/>
                  </a:lnTo>
                  <a:lnTo>
                    <a:pt x="760937" y="882023"/>
                  </a:lnTo>
                  <a:lnTo>
                    <a:pt x="768436" y="879898"/>
                  </a:lnTo>
                  <a:lnTo>
                    <a:pt x="769271" y="880689"/>
                  </a:lnTo>
                  <a:lnTo>
                    <a:pt x="775188" y="880689"/>
                  </a:lnTo>
                  <a:lnTo>
                    <a:pt x="780245" y="885485"/>
                  </a:lnTo>
                  <a:lnTo>
                    <a:pt x="781080" y="891888"/>
                  </a:lnTo>
                  <a:lnTo>
                    <a:pt x="781080" y="899058"/>
                  </a:lnTo>
                  <a:lnTo>
                    <a:pt x="774707" y="903926"/>
                  </a:lnTo>
                  <a:close/>
                </a:path>
                <a:path w="4122420" h="2482215">
                  <a:moveTo>
                    <a:pt x="926533" y="903926"/>
                  </a:moveTo>
                  <a:lnTo>
                    <a:pt x="916747" y="903926"/>
                  </a:lnTo>
                  <a:lnTo>
                    <a:pt x="913612" y="902942"/>
                  </a:lnTo>
                  <a:lnTo>
                    <a:pt x="910981" y="900688"/>
                  </a:lnTo>
                  <a:lnTo>
                    <a:pt x="907571" y="894071"/>
                  </a:lnTo>
                  <a:lnTo>
                    <a:pt x="908349" y="887298"/>
                  </a:lnTo>
                  <a:lnTo>
                    <a:pt x="912763" y="882023"/>
                  </a:lnTo>
                  <a:lnTo>
                    <a:pt x="920262" y="879898"/>
                  </a:lnTo>
                  <a:lnTo>
                    <a:pt x="920262" y="880689"/>
                  </a:lnTo>
                  <a:lnTo>
                    <a:pt x="927014" y="880689"/>
                  </a:lnTo>
                  <a:lnTo>
                    <a:pt x="932071" y="885485"/>
                  </a:lnTo>
                  <a:lnTo>
                    <a:pt x="932931" y="891888"/>
                  </a:lnTo>
                  <a:lnTo>
                    <a:pt x="932931" y="899058"/>
                  </a:lnTo>
                  <a:lnTo>
                    <a:pt x="926533" y="903926"/>
                  </a:lnTo>
                  <a:close/>
                </a:path>
                <a:path w="4122420" h="2482215">
                  <a:moveTo>
                    <a:pt x="1002447" y="903926"/>
                  </a:moveTo>
                  <a:lnTo>
                    <a:pt x="992660" y="903926"/>
                  </a:lnTo>
                  <a:lnTo>
                    <a:pt x="989550" y="902942"/>
                  </a:lnTo>
                  <a:lnTo>
                    <a:pt x="986920" y="900688"/>
                  </a:lnTo>
                  <a:lnTo>
                    <a:pt x="983616" y="894071"/>
                  </a:lnTo>
                  <a:lnTo>
                    <a:pt x="984590" y="887298"/>
                  </a:lnTo>
                  <a:lnTo>
                    <a:pt x="989050" y="882023"/>
                  </a:lnTo>
                  <a:lnTo>
                    <a:pt x="996201" y="879898"/>
                  </a:lnTo>
                  <a:lnTo>
                    <a:pt x="996201" y="880689"/>
                  </a:lnTo>
                  <a:lnTo>
                    <a:pt x="1002927" y="880689"/>
                  </a:lnTo>
                  <a:lnTo>
                    <a:pt x="1008844" y="885485"/>
                  </a:lnTo>
                  <a:lnTo>
                    <a:pt x="1008844" y="899058"/>
                  </a:lnTo>
                  <a:lnTo>
                    <a:pt x="1002447" y="903926"/>
                  </a:lnTo>
                  <a:close/>
                </a:path>
                <a:path w="4122420" h="2482215">
                  <a:moveTo>
                    <a:pt x="1078360" y="903926"/>
                  </a:moveTo>
                  <a:lnTo>
                    <a:pt x="1068573" y="903926"/>
                  </a:lnTo>
                  <a:lnTo>
                    <a:pt x="1065463" y="902942"/>
                  </a:lnTo>
                  <a:lnTo>
                    <a:pt x="1062833" y="900688"/>
                  </a:lnTo>
                  <a:lnTo>
                    <a:pt x="1059422" y="894071"/>
                  </a:lnTo>
                  <a:lnTo>
                    <a:pt x="1060200" y="887298"/>
                  </a:lnTo>
                  <a:lnTo>
                    <a:pt x="1064615" y="882023"/>
                  </a:lnTo>
                  <a:lnTo>
                    <a:pt x="1072113" y="879898"/>
                  </a:lnTo>
                  <a:lnTo>
                    <a:pt x="1072113" y="880689"/>
                  </a:lnTo>
                  <a:lnTo>
                    <a:pt x="1078865" y="880689"/>
                  </a:lnTo>
                  <a:lnTo>
                    <a:pt x="1083923" y="885485"/>
                  </a:lnTo>
                  <a:lnTo>
                    <a:pt x="1084757" y="891888"/>
                  </a:lnTo>
                  <a:lnTo>
                    <a:pt x="1084757" y="899058"/>
                  </a:lnTo>
                  <a:lnTo>
                    <a:pt x="1078360" y="903926"/>
                  </a:lnTo>
                  <a:close/>
                </a:path>
                <a:path w="4122420" h="2482215">
                  <a:moveTo>
                    <a:pt x="1305264" y="903926"/>
                  </a:moveTo>
                  <a:lnTo>
                    <a:pt x="1295478" y="903926"/>
                  </a:lnTo>
                  <a:lnTo>
                    <a:pt x="1292368" y="902942"/>
                  </a:lnTo>
                  <a:lnTo>
                    <a:pt x="1289738" y="900688"/>
                  </a:lnTo>
                  <a:lnTo>
                    <a:pt x="1286327" y="894071"/>
                  </a:lnTo>
                  <a:lnTo>
                    <a:pt x="1287105" y="887298"/>
                  </a:lnTo>
                  <a:lnTo>
                    <a:pt x="1291519" y="882023"/>
                  </a:lnTo>
                  <a:lnTo>
                    <a:pt x="1299018" y="879898"/>
                  </a:lnTo>
                  <a:lnTo>
                    <a:pt x="1299018" y="880689"/>
                  </a:lnTo>
                  <a:lnTo>
                    <a:pt x="1305770" y="880689"/>
                  </a:lnTo>
                  <a:lnTo>
                    <a:pt x="1310828" y="885485"/>
                  </a:lnTo>
                  <a:lnTo>
                    <a:pt x="1311662" y="891888"/>
                  </a:lnTo>
                  <a:lnTo>
                    <a:pt x="1311662" y="899058"/>
                  </a:lnTo>
                  <a:lnTo>
                    <a:pt x="1305264" y="903926"/>
                  </a:lnTo>
                  <a:close/>
                </a:path>
                <a:path w="4122420" h="2482215">
                  <a:moveTo>
                    <a:pt x="850848" y="904093"/>
                  </a:moveTo>
                  <a:lnTo>
                    <a:pt x="841087" y="904093"/>
                  </a:lnTo>
                  <a:lnTo>
                    <a:pt x="837825" y="903038"/>
                  </a:lnTo>
                  <a:lnTo>
                    <a:pt x="835069" y="900688"/>
                  </a:lnTo>
                  <a:lnTo>
                    <a:pt x="831778" y="894071"/>
                  </a:lnTo>
                  <a:lnTo>
                    <a:pt x="832758" y="887298"/>
                  </a:lnTo>
                  <a:lnTo>
                    <a:pt x="837213" y="882023"/>
                  </a:lnTo>
                  <a:lnTo>
                    <a:pt x="844349" y="879898"/>
                  </a:lnTo>
                  <a:lnTo>
                    <a:pt x="845209" y="880689"/>
                  </a:lnTo>
                  <a:lnTo>
                    <a:pt x="851935" y="880689"/>
                  </a:lnTo>
                  <a:lnTo>
                    <a:pt x="857018" y="885485"/>
                  </a:lnTo>
                  <a:lnTo>
                    <a:pt x="857018" y="899465"/>
                  </a:lnTo>
                  <a:lnTo>
                    <a:pt x="850848" y="904093"/>
                  </a:lnTo>
                  <a:close/>
                </a:path>
                <a:path w="4122420" h="2482215">
                  <a:moveTo>
                    <a:pt x="1229579" y="904093"/>
                  </a:moveTo>
                  <a:lnTo>
                    <a:pt x="1219818" y="904093"/>
                  </a:lnTo>
                  <a:lnTo>
                    <a:pt x="1216556" y="903038"/>
                  </a:lnTo>
                  <a:lnTo>
                    <a:pt x="1213825" y="900688"/>
                  </a:lnTo>
                  <a:lnTo>
                    <a:pt x="1210520" y="894071"/>
                  </a:lnTo>
                  <a:lnTo>
                    <a:pt x="1211495" y="887298"/>
                  </a:lnTo>
                  <a:lnTo>
                    <a:pt x="1215955" y="882023"/>
                  </a:lnTo>
                  <a:lnTo>
                    <a:pt x="1223105" y="879898"/>
                  </a:lnTo>
                  <a:lnTo>
                    <a:pt x="1223940" y="880689"/>
                  </a:lnTo>
                  <a:lnTo>
                    <a:pt x="1229832" y="880689"/>
                  </a:lnTo>
                  <a:lnTo>
                    <a:pt x="1235749" y="885485"/>
                  </a:lnTo>
                  <a:lnTo>
                    <a:pt x="1235749" y="899465"/>
                  </a:lnTo>
                  <a:lnTo>
                    <a:pt x="1229579" y="904093"/>
                  </a:lnTo>
                  <a:close/>
                </a:path>
                <a:path w="4122420" h="2482215">
                  <a:moveTo>
                    <a:pt x="1381430" y="904093"/>
                  </a:moveTo>
                  <a:lnTo>
                    <a:pt x="1371669" y="904093"/>
                  </a:lnTo>
                  <a:lnTo>
                    <a:pt x="1368382" y="903038"/>
                  </a:lnTo>
                  <a:lnTo>
                    <a:pt x="1365651" y="900688"/>
                  </a:lnTo>
                  <a:lnTo>
                    <a:pt x="1362357" y="894071"/>
                  </a:lnTo>
                  <a:lnTo>
                    <a:pt x="1363331" y="887298"/>
                  </a:lnTo>
                  <a:lnTo>
                    <a:pt x="1367785" y="882023"/>
                  </a:lnTo>
                  <a:lnTo>
                    <a:pt x="1374931" y="879898"/>
                  </a:lnTo>
                  <a:lnTo>
                    <a:pt x="1374931" y="880689"/>
                  </a:lnTo>
                  <a:lnTo>
                    <a:pt x="1381683" y="880689"/>
                  </a:lnTo>
                  <a:lnTo>
                    <a:pt x="1387575" y="885485"/>
                  </a:lnTo>
                  <a:lnTo>
                    <a:pt x="1387575" y="899465"/>
                  </a:lnTo>
                  <a:lnTo>
                    <a:pt x="1381430" y="904093"/>
                  </a:lnTo>
                  <a:close/>
                </a:path>
                <a:path w="4122420" h="2482215">
                  <a:moveTo>
                    <a:pt x="1457343" y="904093"/>
                  </a:moveTo>
                  <a:lnTo>
                    <a:pt x="1447582" y="904093"/>
                  </a:lnTo>
                  <a:lnTo>
                    <a:pt x="1444295" y="903038"/>
                  </a:lnTo>
                  <a:lnTo>
                    <a:pt x="1441564" y="900688"/>
                  </a:lnTo>
                  <a:lnTo>
                    <a:pt x="1438153" y="894071"/>
                  </a:lnTo>
                  <a:lnTo>
                    <a:pt x="1438931" y="887298"/>
                  </a:lnTo>
                  <a:lnTo>
                    <a:pt x="1443346" y="882023"/>
                  </a:lnTo>
                  <a:lnTo>
                    <a:pt x="1450844" y="879898"/>
                  </a:lnTo>
                  <a:lnTo>
                    <a:pt x="1450844" y="880689"/>
                  </a:lnTo>
                  <a:lnTo>
                    <a:pt x="1457596" y="880689"/>
                  </a:lnTo>
                  <a:lnTo>
                    <a:pt x="1462654" y="885485"/>
                  </a:lnTo>
                  <a:lnTo>
                    <a:pt x="1463488" y="891888"/>
                  </a:lnTo>
                  <a:lnTo>
                    <a:pt x="1463488" y="899465"/>
                  </a:lnTo>
                  <a:lnTo>
                    <a:pt x="1457343" y="904093"/>
                  </a:lnTo>
                  <a:close/>
                </a:path>
                <a:path w="4122420" h="2482215">
                  <a:moveTo>
                    <a:pt x="1533256" y="904093"/>
                  </a:moveTo>
                  <a:lnTo>
                    <a:pt x="1523496" y="904093"/>
                  </a:lnTo>
                  <a:lnTo>
                    <a:pt x="1520233" y="903038"/>
                  </a:lnTo>
                  <a:lnTo>
                    <a:pt x="1517477" y="900688"/>
                  </a:lnTo>
                  <a:lnTo>
                    <a:pt x="1514066" y="894071"/>
                  </a:lnTo>
                  <a:lnTo>
                    <a:pt x="1514844" y="887298"/>
                  </a:lnTo>
                  <a:lnTo>
                    <a:pt x="1519259" y="882023"/>
                  </a:lnTo>
                  <a:lnTo>
                    <a:pt x="1526758" y="879898"/>
                  </a:lnTo>
                  <a:lnTo>
                    <a:pt x="1526758" y="880689"/>
                  </a:lnTo>
                  <a:lnTo>
                    <a:pt x="1533509" y="880689"/>
                  </a:lnTo>
                  <a:lnTo>
                    <a:pt x="1538567" y="885485"/>
                  </a:lnTo>
                  <a:lnTo>
                    <a:pt x="1539426" y="891888"/>
                  </a:lnTo>
                  <a:lnTo>
                    <a:pt x="1539426" y="899465"/>
                  </a:lnTo>
                  <a:lnTo>
                    <a:pt x="1533256" y="904093"/>
                  </a:lnTo>
                  <a:close/>
                </a:path>
                <a:path w="4122420" h="2482215">
                  <a:moveTo>
                    <a:pt x="1760161" y="904093"/>
                  </a:moveTo>
                  <a:lnTo>
                    <a:pt x="1750400" y="904093"/>
                  </a:lnTo>
                  <a:lnTo>
                    <a:pt x="1747138" y="903038"/>
                  </a:lnTo>
                  <a:lnTo>
                    <a:pt x="1744382" y="900688"/>
                  </a:lnTo>
                  <a:lnTo>
                    <a:pt x="1741092" y="894071"/>
                  </a:lnTo>
                  <a:lnTo>
                    <a:pt x="1742071" y="887298"/>
                  </a:lnTo>
                  <a:lnTo>
                    <a:pt x="1746526" y="882023"/>
                  </a:lnTo>
                  <a:lnTo>
                    <a:pt x="1753662" y="879898"/>
                  </a:lnTo>
                  <a:lnTo>
                    <a:pt x="1753662" y="880689"/>
                  </a:lnTo>
                  <a:lnTo>
                    <a:pt x="1760414" y="880689"/>
                  </a:lnTo>
                  <a:lnTo>
                    <a:pt x="1766331" y="885485"/>
                  </a:lnTo>
                  <a:lnTo>
                    <a:pt x="1766331" y="899465"/>
                  </a:lnTo>
                  <a:lnTo>
                    <a:pt x="1760161" y="904093"/>
                  </a:lnTo>
                  <a:close/>
                </a:path>
                <a:path w="4122420" h="2482215">
                  <a:moveTo>
                    <a:pt x="1154601" y="904477"/>
                  </a:moveTo>
                  <a:lnTo>
                    <a:pt x="1144840" y="904477"/>
                  </a:lnTo>
                  <a:lnTo>
                    <a:pt x="1141528" y="903326"/>
                  </a:lnTo>
                  <a:lnTo>
                    <a:pt x="1138746" y="900688"/>
                  </a:lnTo>
                  <a:lnTo>
                    <a:pt x="1135335" y="894528"/>
                  </a:lnTo>
                  <a:lnTo>
                    <a:pt x="1136113" y="887991"/>
                  </a:lnTo>
                  <a:lnTo>
                    <a:pt x="1140528" y="882802"/>
                  </a:lnTo>
                  <a:lnTo>
                    <a:pt x="1148027" y="880689"/>
                  </a:lnTo>
                  <a:lnTo>
                    <a:pt x="1154778" y="880689"/>
                  </a:lnTo>
                  <a:lnTo>
                    <a:pt x="1160671" y="885485"/>
                  </a:lnTo>
                  <a:lnTo>
                    <a:pt x="1160671" y="899681"/>
                  </a:lnTo>
                  <a:lnTo>
                    <a:pt x="1154601" y="904477"/>
                  </a:lnTo>
                  <a:close/>
                </a:path>
                <a:path w="4122420" h="2482215">
                  <a:moveTo>
                    <a:pt x="1608411" y="904477"/>
                  </a:moveTo>
                  <a:lnTo>
                    <a:pt x="1599029" y="904477"/>
                  </a:lnTo>
                  <a:lnTo>
                    <a:pt x="1595894" y="903326"/>
                  </a:lnTo>
                  <a:lnTo>
                    <a:pt x="1593390" y="900688"/>
                  </a:lnTo>
                  <a:lnTo>
                    <a:pt x="1589627" y="894528"/>
                  </a:lnTo>
                  <a:lnTo>
                    <a:pt x="1590444" y="887991"/>
                  </a:lnTo>
                  <a:lnTo>
                    <a:pt x="1595054" y="882802"/>
                  </a:lnTo>
                  <a:lnTo>
                    <a:pt x="1602671" y="880689"/>
                  </a:lnTo>
                  <a:lnTo>
                    <a:pt x="1609423" y="880689"/>
                  </a:lnTo>
                  <a:lnTo>
                    <a:pt x="1614480" y="885485"/>
                  </a:lnTo>
                  <a:lnTo>
                    <a:pt x="1614480" y="899681"/>
                  </a:lnTo>
                  <a:lnTo>
                    <a:pt x="1608411" y="904477"/>
                  </a:lnTo>
                  <a:close/>
                </a:path>
                <a:path w="4122420" h="2482215">
                  <a:moveTo>
                    <a:pt x="1684805" y="904477"/>
                  </a:moveTo>
                  <a:lnTo>
                    <a:pt x="1675044" y="904477"/>
                  </a:lnTo>
                  <a:lnTo>
                    <a:pt x="1671806" y="903326"/>
                  </a:lnTo>
                  <a:lnTo>
                    <a:pt x="1669328" y="900688"/>
                  </a:lnTo>
                  <a:lnTo>
                    <a:pt x="1665551" y="894528"/>
                  </a:lnTo>
                  <a:lnTo>
                    <a:pt x="1666360" y="887991"/>
                  </a:lnTo>
                  <a:lnTo>
                    <a:pt x="1670968" y="882802"/>
                  </a:lnTo>
                  <a:lnTo>
                    <a:pt x="1678584" y="880689"/>
                  </a:lnTo>
                  <a:lnTo>
                    <a:pt x="1685335" y="880689"/>
                  </a:lnTo>
                  <a:lnTo>
                    <a:pt x="1691253" y="885485"/>
                  </a:lnTo>
                  <a:lnTo>
                    <a:pt x="1691253" y="899681"/>
                  </a:lnTo>
                  <a:lnTo>
                    <a:pt x="1684805" y="904477"/>
                  </a:lnTo>
                  <a:close/>
                </a:path>
                <a:path w="4122420" h="2482215">
                  <a:moveTo>
                    <a:pt x="693357" y="904693"/>
                  </a:moveTo>
                  <a:lnTo>
                    <a:pt x="690829" y="904693"/>
                  </a:lnTo>
                  <a:lnTo>
                    <a:pt x="689994" y="903902"/>
                  </a:lnTo>
                  <a:lnTo>
                    <a:pt x="701803" y="883902"/>
                  </a:lnTo>
                  <a:lnTo>
                    <a:pt x="705697" y="890186"/>
                  </a:lnTo>
                  <a:lnTo>
                    <a:pt x="705167" y="896995"/>
                  </a:lnTo>
                  <a:lnTo>
                    <a:pt x="700843" y="902456"/>
                  </a:lnTo>
                  <a:lnTo>
                    <a:pt x="693357" y="904693"/>
                  </a:lnTo>
                  <a:close/>
                </a:path>
                <a:path w="4122420" h="2482215">
                  <a:moveTo>
                    <a:pt x="1829575" y="904693"/>
                  </a:moveTo>
                  <a:lnTo>
                    <a:pt x="1822849" y="904693"/>
                  </a:lnTo>
                  <a:lnTo>
                    <a:pt x="1816931" y="899082"/>
                  </a:lnTo>
                  <a:lnTo>
                    <a:pt x="1816931" y="887092"/>
                  </a:lnTo>
                  <a:lnTo>
                    <a:pt x="1820295" y="882296"/>
                  </a:lnTo>
                  <a:lnTo>
                    <a:pt x="1826212" y="881504"/>
                  </a:lnTo>
                  <a:lnTo>
                    <a:pt x="1841385" y="896684"/>
                  </a:lnTo>
                  <a:lnTo>
                    <a:pt x="1838856" y="901504"/>
                  </a:lnTo>
                  <a:lnTo>
                    <a:pt x="1834658" y="903902"/>
                  </a:lnTo>
                  <a:lnTo>
                    <a:pt x="1829575" y="903902"/>
                  </a:lnTo>
                  <a:lnTo>
                    <a:pt x="1829575" y="904693"/>
                  </a:lnTo>
                  <a:close/>
                </a:path>
                <a:path w="4122420" h="2482215">
                  <a:moveTo>
                    <a:pt x="3093015" y="938888"/>
                  </a:moveTo>
                  <a:lnTo>
                    <a:pt x="3083633" y="938888"/>
                  </a:lnTo>
                  <a:lnTo>
                    <a:pt x="3080498" y="937713"/>
                  </a:lnTo>
                  <a:lnTo>
                    <a:pt x="3077994" y="935100"/>
                  </a:lnTo>
                  <a:lnTo>
                    <a:pt x="3074207" y="928930"/>
                  </a:lnTo>
                  <a:lnTo>
                    <a:pt x="3074934" y="922393"/>
                  </a:lnTo>
                  <a:lnTo>
                    <a:pt x="3079303" y="917210"/>
                  </a:lnTo>
                  <a:lnTo>
                    <a:pt x="3086440" y="915100"/>
                  </a:lnTo>
                  <a:lnTo>
                    <a:pt x="3094026" y="915100"/>
                  </a:lnTo>
                  <a:lnTo>
                    <a:pt x="3099083" y="920688"/>
                  </a:lnTo>
                  <a:lnTo>
                    <a:pt x="3099083" y="934068"/>
                  </a:lnTo>
                  <a:lnTo>
                    <a:pt x="3093015" y="938888"/>
                  </a:lnTo>
                  <a:close/>
                </a:path>
                <a:path w="4122420" h="2482215">
                  <a:moveTo>
                    <a:pt x="3169383" y="938888"/>
                  </a:moveTo>
                  <a:lnTo>
                    <a:pt x="3159648" y="938888"/>
                  </a:lnTo>
                  <a:lnTo>
                    <a:pt x="3156411" y="937713"/>
                  </a:lnTo>
                  <a:lnTo>
                    <a:pt x="3153907" y="935100"/>
                  </a:lnTo>
                  <a:lnTo>
                    <a:pt x="3150496" y="928930"/>
                  </a:lnTo>
                  <a:lnTo>
                    <a:pt x="3151274" y="922393"/>
                  </a:lnTo>
                  <a:lnTo>
                    <a:pt x="3155688" y="917210"/>
                  </a:lnTo>
                  <a:lnTo>
                    <a:pt x="3163188" y="915100"/>
                  </a:lnTo>
                  <a:lnTo>
                    <a:pt x="3169940" y="915100"/>
                  </a:lnTo>
                  <a:lnTo>
                    <a:pt x="3175831" y="920688"/>
                  </a:lnTo>
                  <a:lnTo>
                    <a:pt x="3175831" y="934068"/>
                  </a:lnTo>
                  <a:lnTo>
                    <a:pt x="3169383" y="938888"/>
                  </a:lnTo>
                  <a:close/>
                </a:path>
                <a:path w="4122420" h="2482215">
                  <a:moveTo>
                    <a:pt x="3320754" y="938888"/>
                  </a:moveTo>
                  <a:lnTo>
                    <a:pt x="3311373" y="938888"/>
                  </a:lnTo>
                  <a:lnTo>
                    <a:pt x="3308237" y="937713"/>
                  </a:lnTo>
                  <a:lnTo>
                    <a:pt x="3305733" y="935100"/>
                  </a:lnTo>
                  <a:lnTo>
                    <a:pt x="3301957" y="928930"/>
                  </a:lnTo>
                  <a:lnTo>
                    <a:pt x="3302683" y="922393"/>
                  </a:lnTo>
                  <a:lnTo>
                    <a:pt x="3307046" y="917210"/>
                  </a:lnTo>
                  <a:lnTo>
                    <a:pt x="3314180" y="915100"/>
                  </a:lnTo>
                  <a:lnTo>
                    <a:pt x="3321765" y="915100"/>
                  </a:lnTo>
                  <a:lnTo>
                    <a:pt x="3326823" y="920688"/>
                  </a:lnTo>
                  <a:lnTo>
                    <a:pt x="3326823" y="934068"/>
                  </a:lnTo>
                  <a:lnTo>
                    <a:pt x="3320754" y="938888"/>
                  </a:lnTo>
                  <a:close/>
                </a:path>
                <a:path w="4122420" h="2482215">
                  <a:moveTo>
                    <a:pt x="3397148" y="938888"/>
                  </a:moveTo>
                  <a:lnTo>
                    <a:pt x="3387387" y="938888"/>
                  </a:lnTo>
                  <a:lnTo>
                    <a:pt x="3384150" y="937713"/>
                  </a:lnTo>
                  <a:lnTo>
                    <a:pt x="3381672" y="935100"/>
                  </a:lnTo>
                  <a:lnTo>
                    <a:pt x="3377894" y="928930"/>
                  </a:lnTo>
                  <a:lnTo>
                    <a:pt x="3378704" y="922393"/>
                  </a:lnTo>
                  <a:lnTo>
                    <a:pt x="3383311" y="917210"/>
                  </a:lnTo>
                  <a:lnTo>
                    <a:pt x="3390926" y="915100"/>
                  </a:lnTo>
                  <a:lnTo>
                    <a:pt x="3390092" y="915100"/>
                  </a:lnTo>
                  <a:lnTo>
                    <a:pt x="3391053" y="915004"/>
                  </a:lnTo>
                  <a:lnTo>
                    <a:pt x="3398412" y="915004"/>
                  </a:lnTo>
                  <a:lnTo>
                    <a:pt x="3403596" y="920352"/>
                  </a:lnTo>
                  <a:lnTo>
                    <a:pt x="3403596" y="934068"/>
                  </a:lnTo>
                  <a:lnTo>
                    <a:pt x="3397148" y="938888"/>
                  </a:lnTo>
                  <a:close/>
                </a:path>
                <a:path w="4122420" h="2482215">
                  <a:moveTo>
                    <a:pt x="3548139" y="938888"/>
                  </a:moveTo>
                  <a:lnTo>
                    <a:pt x="3538378" y="938888"/>
                  </a:lnTo>
                  <a:lnTo>
                    <a:pt x="3535141" y="937713"/>
                  </a:lnTo>
                  <a:lnTo>
                    <a:pt x="3532638" y="935100"/>
                  </a:lnTo>
                  <a:lnTo>
                    <a:pt x="3529227" y="928930"/>
                  </a:lnTo>
                  <a:lnTo>
                    <a:pt x="3530005" y="922393"/>
                  </a:lnTo>
                  <a:lnTo>
                    <a:pt x="3534420" y="917210"/>
                  </a:lnTo>
                  <a:lnTo>
                    <a:pt x="3541919" y="915100"/>
                  </a:lnTo>
                  <a:lnTo>
                    <a:pt x="3548670" y="915100"/>
                  </a:lnTo>
                  <a:lnTo>
                    <a:pt x="3554588" y="920688"/>
                  </a:lnTo>
                  <a:lnTo>
                    <a:pt x="3554588" y="934068"/>
                  </a:lnTo>
                  <a:lnTo>
                    <a:pt x="3548139" y="938888"/>
                  </a:lnTo>
                  <a:close/>
                </a:path>
                <a:path w="4122420" h="2482215">
                  <a:moveTo>
                    <a:pt x="3699510" y="938888"/>
                  </a:moveTo>
                  <a:lnTo>
                    <a:pt x="3690129" y="938888"/>
                  </a:lnTo>
                  <a:lnTo>
                    <a:pt x="3686993" y="937713"/>
                  </a:lnTo>
                  <a:lnTo>
                    <a:pt x="3684490" y="935100"/>
                  </a:lnTo>
                  <a:lnTo>
                    <a:pt x="3680702" y="928930"/>
                  </a:lnTo>
                  <a:lnTo>
                    <a:pt x="3681427" y="922393"/>
                  </a:lnTo>
                  <a:lnTo>
                    <a:pt x="3685787" y="917210"/>
                  </a:lnTo>
                  <a:lnTo>
                    <a:pt x="3692910" y="915100"/>
                  </a:lnTo>
                  <a:lnTo>
                    <a:pt x="3700522" y="915100"/>
                  </a:lnTo>
                  <a:lnTo>
                    <a:pt x="3705579" y="920688"/>
                  </a:lnTo>
                  <a:lnTo>
                    <a:pt x="3705579" y="934068"/>
                  </a:lnTo>
                  <a:lnTo>
                    <a:pt x="3699510" y="938888"/>
                  </a:lnTo>
                  <a:close/>
                </a:path>
                <a:path w="4122420" h="2482215">
                  <a:moveTo>
                    <a:pt x="3926870" y="938888"/>
                  </a:moveTo>
                  <a:lnTo>
                    <a:pt x="3917109" y="938888"/>
                  </a:lnTo>
                  <a:lnTo>
                    <a:pt x="3913898" y="937713"/>
                  </a:lnTo>
                  <a:lnTo>
                    <a:pt x="3911394" y="935100"/>
                  </a:lnTo>
                  <a:lnTo>
                    <a:pt x="3907983" y="928930"/>
                  </a:lnTo>
                  <a:lnTo>
                    <a:pt x="3908761" y="922393"/>
                  </a:lnTo>
                  <a:lnTo>
                    <a:pt x="3913176" y="917210"/>
                  </a:lnTo>
                  <a:lnTo>
                    <a:pt x="3920675" y="915100"/>
                  </a:lnTo>
                  <a:lnTo>
                    <a:pt x="3927426" y="915100"/>
                  </a:lnTo>
                  <a:lnTo>
                    <a:pt x="3933319" y="920688"/>
                  </a:lnTo>
                  <a:lnTo>
                    <a:pt x="3933319" y="934068"/>
                  </a:lnTo>
                  <a:lnTo>
                    <a:pt x="3926870" y="938888"/>
                  </a:lnTo>
                  <a:close/>
                </a:path>
                <a:path w="4122420" h="2482215">
                  <a:moveTo>
                    <a:pt x="4000811" y="939080"/>
                  </a:moveTo>
                  <a:lnTo>
                    <a:pt x="3996588" y="939080"/>
                  </a:lnTo>
                  <a:lnTo>
                    <a:pt x="3989428" y="937206"/>
                  </a:lnTo>
                  <a:lnTo>
                    <a:pt x="3984883" y="932483"/>
                  </a:lnTo>
                  <a:lnTo>
                    <a:pt x="3983662" y="926263"/>
                  </a:lnTo>
                  <a:lnTo>
                    <a:pt x="3986473" y="919896"/>
                  </a:lnTo>
                  <a:lnTo>
                    <a:pt x="3988901" y="916611"/>
                  </a:lnTo>
                  <a:lnTo>
                    <a:pt x="3992592" y="915076"/>
                  </a:lnTo>
                  <a:lnTo>
                    <a:pt x="4001594" y="915076"/>
                  </a:lnTo>
                  <a:lnTo>
                    <a:pt x="4006905" y="918242"/>
                  </a:lnTo>
                  <a:lnTo>
                    <a:pt x="4008397" y="923901"/>
                  </a:lnTo>
                  <a:lnTo>
                    <a:pt x="4006703" y="932678"/>
                  </a:lnTo>
                  <a:lnTo>
                    <a:pt x="4005008" y="936682"/>
                  </a:lnTo>
                  <a:lnTo>
                    <a:pt x="4000811" y="939080"/>
                  </a:lnTo>
                  <a:close/>
                </a:path>
                <a:path w="4122420" h="2482215">
                  <a:moveTo>
                    <a:pt x="3775094" y="939128"/>
                  </a:moveTo>
                  <a:lnTo>
                    <a:pt x="3765308" y="939128"/>
                  </a:lnTo>
                  <a:lnTo>
                    <a:pt x="3762198" y="938121"/>
                  </a:lnTo>
                  <a:lnTo>
                    <a:pt x="3759568" y="935891"/>
                  </a:lnTo>
                  <a:lnTo>
                    <a:pt x="3756263" y="929263"/>
                  </a:lnTo>
                  <a:lnTo>
                    <a:pt x="3757235" y="922492"/>
                  </a:lnTo>
                  <a:lnTo>
                    <a:pt x="3761688" y="917222"/>
                  </a:lnTo>
                  <a:lnTo>
                    <a:pt x="3768823" y="915100"/>
                  </a:lnTo>
                  <a:lnTo>
                    <a:pt x="3775575" y="915100"/>
                  </a:lnTo>
                  <a:lnTo>
                    <a:pt x="3781492" y="920688"/>
                  </a:lnTo>
                  <a:lnTo>
                    <a:pt x="3781492" y="934260"/>
                  </a:lnTo>
                  <a:lnTo>
                    <a:pt x="3775094" y="939128"/>
                  </a:lnTo>
                  <a:close/>
                </a:path>
                <a:path w="4122420" h="2482215">
                  <a:moveTo>
                    <a:pt x="3237558" y="939152"/>
                  </a:moveTo>
                  <a:lnTo>
                    <a:pt x="3228284" y="935383"/>
                  </a:lnTo>
                  <a:lnTo>
                    <a:pt x="3225193" y="927090"/>
                  </a:lnTo>
                  <a:lnTo>
                    <a:pt x="3228284" y="918798"/>
                  </a:lnTo>
                  <a:lnTo>
                    <a:pt x="3237558" y="915028"/>
                  </a:lnTo>
                  <a:lnTo>
                    <a:pt x="3238064" y="915028"/>
                  </a:lnTo>
                  <a:lnTo>
                    <a:pt x="3239101" y="915100"/>
                  </a:lnTo>
                  <a:lnTo>
                    <a:pt x="3247649" y="918958"/>
                  </a:lnTo>
                  <a:lnTo>
                    <a:pt x="3250499" y="926793"/>
                  </a:lnTo>
                  <a:lnTo>
                    <a:pt x="3247649" y="934777"/>
                  </a:lnTo>
                  <a:lnTo>
                    <a:pt x="3239101" y="939080"/>
                  </a:lnTo>
                  <a:lnTo>
                    <a:pt x="3238569" y="939128"/>
                  </a:lnTo>
                  <a:lnTo>
                    <a:pt x="3237558" y="939152"/>
                  </a:lnTo>
                  <a:close/>
                </a:path>
                <a:path w="4122420" h="2482215">
                  <a:moveTo>
                    <a:pt x="3464463" y="939152"/>
                  </a:moveTo>
                  <a:lnTo>
                    <a:pt x="3455189" y="935383"/>
                  </a:lnTo>
                  <a:lnTo>
                    <a:pt x="3452098" y="927090"/>
                  </a:lnTo>
                  <a:lnTo>
                    <a:pt x="3455189" y="918798"/>
                  </a:lnTo>
                  <a:lnTo>
                    <a:pt x="3464463" y="915028"/>
                  </a:lnTo>
                  <a:lnTo>
                    <a:pt x="3464969" y="915028"/>
                  </a:lnTo>
                  <a:lnTo>
                    <a:pt x="3466005" y="915100"/>
                  </a:lnTo>
                  <a:lnTo>
                    <a:pt x="3474554" y="919292"/>
                  </a:lnTo>
                  <a:lnTo>
                    <a:pt x="3477403" y="927090"/>
                  </a:lnTo>
                  <a:lnTo>
                    <a:pt x="3474554" y="934888"/>
                  </a:lnTo>
                  <a:lnTo>
                    <a:pt x="3466005" y="939080"/>
                  </a:lnTo>
                  <a:lnTo>
                    <a:pt x="3465474" y="939128"/>
                  </a:lnTo>
                  <a:lnTo>
                    <a:pt x="3464463" y="939152"/>
                  </a:lnTo>
                  <a:close/>
                </a:path>
                <a:path w="4122420" h="2482215">
                  <a:moveTo>
                    <a:pt x="3616289" y="939152"/>
                  </a:moveTo>
                  <a:lnTo>
                    <a:pt x="3607015" y="935383"/>
                  </a:lnTo>
                  <a:lnTo>
                    <a:pt x="3603923" y="927090"/>
                  </a:lnTo>
                  <a:lnTo>
                    <a:pt x="3607015" y="918798"/>
                  </a:lnTo>
                  <a:lnTo>
                    <a:pt x="3616289" y="915028"/>
                  </a:lnTo>
                  <a:lnTo>
                    <a:pt x="3616794" y="915028"/>
                  </a:lnTo>
                  <a:lnTo>
                    <a:pt x="3617857" y="915100"/>
                  </a:lnTo>
                  <a:lnTo>
                    <a:pt x="3626392" y="919292"/>
                  </a:lnTo>
                  <a:lnTo>
                    <a:pt x="3629237" y="927090"/>
                  </a:lnTo>
                  <a:lnTo>
                    <a:pt x="3626392" y="934888"/>
                  </a:lnTo>
                  <a:lnTo>
                    <a:pt x="3617857" y="939080"/>
                  </a:lnTo>
                  <a:lnTo>
                    <a:pt x="3617326" y="939128"/>
                  </a:lnTo>
                  <a:lnTo>
                    <a:pt x="3616289" y="939152"/>
                  </a:lnTo>
                  <a:close/>
                </a:path>
                <a:path w="4122420" h="2482215">
                  <a:moveTo>
                    <a:pt x="3843194" y="939152"/>
                  </a:moveTo>
                  <a:lnTo>
                    <a:pt x="3833920" y="935383"/>
                  </a:lnTo>
                  <a:lnTo>
                    <a:pt x="3830828" y="927090"/>
                  </a:lnTo>
                  <a:lnTo>
                    <a:pt x="3833920" y="918798"/>
                  </a:lnTo>
                  <a:lnTo>
                    <a:pt x="3843194" y="915028"/>
                  </a:lnTo>
                  <a:lnTo>
                    <a:pt x="3843699" y="915028"/>
                  </a:lnTo>
                  <a:lnTo>
                    <a:pt x="3844762" y="915100"/>
                  </a:lnTo>
                  <a:lnTo>
                    <a:pt x="3853296" y="919292"/>
                  </a:lnTo>
                  <a:lnTo>
                    <a:pt x="3856141" y="927090"/>
                  </a:lnTo>
                  <a:lnTo>
                    <a:pt x="3853296" y="934888"/>
                  </a:lnTo>
                  <a:lnTo>
                    <a:pt x="3844762" y="939080"/>
                  </a:lnTo>
                  <a:lnTo>
                    <a:pt x="3844230" y="939128"/>
                  </a:lnTo>
                  <a:lnTo>
                    <a:pt x="3843194" y="939152"/>
                  </a:lnTo>
                  <a:close/>
                </a:path>
                <a:path w="4122420" h="2482215">
                  <a:moveTo>
                    <a:pt x="737054" y="939680"/>
                  </a:moveTo>
                  <a:lnTo>
                    <a:pt x="727293" y="939680"/>
                  </a:lnTo>
                  <a:lnTo>
                    <a:pt x="723981" y="938529"/>
                  </a:lnTo>
                  <a:lnTo>
                    <a:pt x="721199" y="935891"/>
                  </a:lnTo>
                  <a:lnTo>
                    <a:pt x="717788" y="929731"/>
                  </a:lnTo>
                  <a:lnTo>
                    <a:pt x="718566" y="923194"/>
                  </a:lnTo>
                  <a:lnTo>
                    <a:pt x="722981" y="918005"/>
                  </a:lnTo>
                  <a:lnTo>
                    <a:pt x="730480" y="915892"/>
                  </a:lnTo>
                  <a:lnTo>
                    <a:pt x="731314" y="916683"/>
                  </a:lnTo>
                  <a:lnTo>
                    <a:pt x="737231" y="916683"/>
                  </a:lnTo>
                  <a:lnTo>
                    <a:pt x="742289" y="921479"/>
                  </a:lnTo>
                  <a:lnTo>
                    <a:pt x="743123" y="927882"/>
                  </a:lnTo>
                  <a:lnTo>
                    <a:pt x="743123" y="934860"/>
                  </a:lnTo>
                  <a:lnTo>
                    <a:pt x="737054" y="939680"/>
                  </a:lnTo>
                  <a:close/>
                </a:path>
                <a:path w="4122420" h="2482215">
                  <a:moveTo>
                    <a:pt x="812234" y="939680"/>
                  </a:moveTo>
                  <a:lnTo>
                    <a:pt x="802751" y="939680"/>
                  </a:lnTo>
                  <a:lnTo>
                    <a:pt x="799615" y="938529"/>
                  </a:lnTo>
                  <a:lnTo>
                    <a:pt x="797112" y="935891"/>
                  </a:lnTo>
                  <a:lnTo>
                    <a:pt x="793349" y="929731"/>
                  </a:lnTo>
                  <a:lnTo>
                    <a:pt x="794166" y="923194"/>
                  </a:lnTo>
                  <a:lnTo>
                    <a:pt x="798776" y="918005"/>
                  </a:lnTo>
                  <a:lnTo>
                    <a:pt x="806392" y="915892"/>
                  </a:lnTo>
                  <a:lnTo>
                    <a:pt x="807252" y="916683"/>
                  </a:lnTo>
                  <a:lnTo>
                    <a:pt x="813144" y="916683"/>
                  </a:lnTo>
                  <a:lnTo>
                    <a:pt x="818202" y="921479"/>
                  </a:lnTo>
                  <a:lnTo>
                    <a:pt x="819062" y="927882"/>
                  </a:lnTo>
                  <a:lnTo>
                    <a:pt x="818480" y="934860"/>
                  </a:lnTo>
                  <a:lnTo>
                    <a:pt x="812234" y="939680"/>
                  </a:lnTo>
                  <a:close/>
                </a:path>
                <a:path w="4122420" h="2482215">
                  <a:moveTo>
                    <a:pt x="1870921" y="939896"/>
                  </a:moveTo>
                  <a:lnTo>
                    <a:pt x="1867532" y="939896"/>
                  </a:lnTo>
                  <a:lnTo>
                    <a:pt x="1859604" y="937296"/>
                  </a:lnTo>
                  <a:lnTo>
                    <a:pt x="1855312" y="931098"/>
                  </a:lnTo>
                  <a:lnTo>
                    <a:pt x="1855448" y="923699"/>
                  </a:lnTo>
                  <a:lnTo>
                    <a:pt x="1860805" y="917498"/>
                  </a:lnTo>
                  <a:lnTo>
                    <a:pt x="1867532" y="924692"/>
                  </a:lnTo>
                  <a:lnTo>
                    <a:pt x="1870921" y="927882"/>
                  </a:lnTo>
                  <a:lnTo>
                    <a:pt x="1877672" y="935100"/>
                  </a:lnTo>
                  <a:lnTo>
                    <a:pt x="1875144" y="938289"/>
                  </a:lnTo>
                  <a:lnTo>
                    <a:pt x="1870921" y="939896"/>
                  </a:lnTo>
                  <a:close/>
                </a:path>
                <a:path w="4122420" h="2482215">
                  <a:moveTo>
                    <a:pt x="888577" y="939943"/>
                  </a:moveTo>
                  <a:lnTo>
                    <a:pt x="878790" y="939943"/>
                  </a:lnTo>
                  <a:lnTo>
                    <a:pt x="875655" y="938936"/>
                  </a:lnTo>
                  <a:lnTo>
                    <a:pt x="873025" y="936682"/>
                  </a:lnTo>
                  <a:lnTo>
                    <a:pt x="869735" y="930065"/>
                  </a:lnTo>
                  <a:lnTo>
                    <a:pt x="870715" y="923292"/>
                  </a:lnTo>
                  <a:lnTo>
                    <a:pt x="875170" y="918017"/>
                  </a:lnTo>
                  <a:lnTo>
                    <a:pt x="882306" y="915892"/>
                  </a:lnTo>
                  <a:lnTo>
                    <a:pt x="882306" y="916683"/>
                  </a:lnTo>
                  <a:lnTo>
                    <a:pt x="889057" y="916683"/>
                  </a:lnTo>
                  <a:lnTo>
                    <a:pt x="894975" y="921479"/>
                  </a:lnTo>
                  <a:lnTo>
                    <a:pt x="894975" y="935052"/>
                  </a:lnTo>
                  <a:lnTo>
                    <a:pt x="888577" y="939943"/>
                  </a:lnTo>
                  <a:close/>
                </a:path>
                <a:path w="4122420" h="2482215">
                  <a:moveTo>
                    <a:pt x="964490" y="939943"/>
                  </a:moveTo>
                  <a:lnTo>
                    <a:pt x="955108" y="939943"/>
                  </a:lnTo>
                  <a:lnTo>
                    <a:pt x="952150" y="938936"/>
                  </a:lnTo>
                  <a:lnTo>
                    <a:pt x="949798" y="936682"/>
                  </a:lnTo>
                  <a:lnTo>
                    <a:pt x="946011" y="930065"/>
                  </a:lnTo>
                  <a:lnTo>
                    <a:pt x="946735" y="923292"/>
                  </a:lnTo>
                  <a:lnTo>
                    <a:pt x="951096" y="918017"/>
                  </a:lnTo>
                  <a:lnTo>
                    <a:pt x="958219" y="915892"/>
                  </a:lnTo>
                  <a:lnTo>
                    <a:pt x="958219" y="916683"/>
                  </a:lnTo>
                  <a:lnTo>
                    <a:pt x="964971" y="916683"/>
                  </a:lnTo>
                  <a:lnTo>
                    <a:pt x="970888" y="921479"/>
                  </a:lnTo>
                  <a:lnTo>
                    <a:pt x="970888" y="935052"/>
                  </a:lnTo>
                  <a:lnTo>
                    <a:pt x="964490" y="939943"/>
                  </a:lnTo>
                  <a:close/>
                </a:path>
                <a:path w="4122420" h="2482215">
                  <a:moveTo>
                    <a:pt x="1343221" y="939943"/>
                  </a:moveTo>
                  <a:lnTo>
                    <a:pt x="1333839" y="939943"/>
                  </a:lnTo>
                  <a:lnTo>
                    <a:pt x="1330906" y="938936"/>
                  </a:lnTo>
                  <a:lnTo>
                    <a:pt x="1328529" y="936682"/>
                  </a:lnTo>
                  <a:lnTo>
                    <a:pt x="1324753" y="930065"/>
                  </a:lnTo>
                  <a:lnTo>
                    <a:pt x="1325479" y="923292"/>
                  </a:lnTo>
                  <a:lnTo>
                    <a:pt x="1329841" y="918017"/>
                  </a:lnTo>
                  <a:lnTo>
                    <a:pt x="1336975" y="915892"/>
                  </a:lnTo>
                  <a:lnTo>
                    <a:pt x="1336975" y="916683"/>
                  </a:lnTo>
                  <a:lnTo>
                    <a:pt x="1343727" y="916683"/>
                  </a:lnTo>
                  <a:lnTo>
                    <a:pt x="1349619" y="921479"/>
                  </a:lnTo>
                  <a:lnTo>
                    <a:pt x="1349619" y="935052"/>
                  </a:lnTo>
                  <a:lnTo>
                    <a:pt x="1343221" y="939943"/>
                  </a:lnTo>
                  <a:close/>
                </a:path>
                <a:path w="4122420" h="2482215">
                  <a:moveTo>
                    <a:pt x="1721977" y="939943"/>
                  </a:moveTo>
                  <a:lnTo>
                    <a:pt x="1712570" y="939943"/>
                  </a:lnTo>
                  <a:lnTo>
                    <a:pt x="1709637" y="938936"/>
                  </a:lnTo>
                  <a:lnTo>
                    <a:pt x="1707285" y="936682"/>
                  </a:lnTo>
                  <a:lnTo>
                    <a:pt x="1703498" y="930065"/>
                  </a:lnTo>
                  <a:lnTo>
                    <a:pt x="1704222" y="923292"/>
                  </a:lnTo>
                  <a:lnTo>
                    <a:pt x="1708583" y="918017"/>
                  </a:lnTo>
                  <a:lnTo>
                    <a:pt x="1715706" y="915892"/>
                  </a:lnTo>
                  <a:lnTo>
                    <a:pt x="1715706" y="916683"/>
                  </a:lnTo>
                  <a:lnTo>
                    <a:pt x="1722458" y="916683"/>
                  </a:lnTo>
                  <a:lnTo>
                    <a:pt x="1728375" y="921479"/>
                  </a:lnTo>
                  <a:lnTo>
                    <a:pt x="1728375" y="935052"/>
                  </a:lnTo>
                  <a:lnTo>
                    <a:pt x="1721977" y="939943"/>
                  </a:lnTo>
                  <a:close/>
                </a:path>
                <a:path w="4122420" h="2482215">
                  <a:moveTo>
                    <a:pt x="1259519" y="939968"/>
                  </a:moveTo>
                  <a:lnTo>
                    <a:pt x="1250231" y="936194"/>
                  </a:lnTo>
                  <a:lnTo>
                    <a:pt x="1247135" y="927894"/>
                  </a:lnTo>
                  <a:lnTo>
                    <a:pt x="1250231" y="919593"/>
                  </a:lnTo>
                  <a:lnTo>
                    <a:pt x="1259519" y="915820"/>
                  </a:lnTo>
                  <a:lnTo>
                    <a:pt x="1260000" y="915820"/>
                  </a:lnTo>
                  <a:lnTo>
                    <a:pt x="1261062" y="915892"/>
                  </a:lnTo>
                  <a:lnTo>
                    <a:pt x="1269596" y="919750"/>
                  </a:lnTo>
                  <a:lnTo>
                    <a:pt x="1272441" y="927588"/>
                  </a:lnTo>
                  <a:lnTo>
                    <a:pt x="1269596" y="935578"/>
                  </a:lnTo>
                  <a:lnTo>
                    <a:pt x="1261062" y="939896"/>
                  </a:lnTo>
                  <a:lnTo>
                    <a:pt x="1260531" y="939943"/>
                  </a:lnTo>
                  <a:lnTo>
                    <a:pt x="1259519" y="939968"/>
                  </a:lnTo>
                  <a:close/>
                </a:path>
                <a:path w="4122420" h="2482215">
                  <a:moveTo>
                    <a:pt x="1411295" y="939968"/>
                  </a:moveTo>
                  <a:lnTo>
                    <a:pt x="1402049" y="936318"/>
                  </a:lnTo>
                  <a:lnTo>
                    <a:pt x="1398967" y="928289"/>
                  </a:lnTo>
                  <a:lnTo>
                    <a:pt x="1402049" y="920260"/>
                  </a:lnTo>
                  <a:lnTo>
                    <a:pt x="1411295" y="916611"/>
                  </a:lnTo>
                  <a:lnTo>
                    <a:pt x="1411801" y="916611"/>
                  </a:lnTo>
                  <a:lnTo>
                    <a:pt x="1412888" y="916683"/>
                  </a:lnTo>
                  <a:lnTo>
                    <a:pt x="1421423" y="920539"/>
                  </a:lnTo>
                  <a:lnTo>
                    <a:pt x="1424267" y="928289"/>
                  </a:lnTo>
                  <a:lnTo>
                    <a:pt x="1421423" y="936039"/>
                  </a:lnTo>
                  <a:lnTo>
                    <a:pt x="1412888" y="939896"/>
                  </a:lnTo>
                  <a:lnTo>
                    <a:pt x="1412331" y="939943"/>
                  </a:lnTo>
                  <a:lnTo>
                    <a:pt x="1411295" y="939968"/>
                  </a:lnTo>
                  <a:close/>
                </a:path>
                <a:path w="4122420" h="2482215">
                  <a:moveTo>
                    <a:pt x="1639034" y="939968"/>
                  </a:moveTo>
                  <a:lnTo>
                    <a:pt x="1629788" y="936318"/>
                  </a:lnTo>
                  <a:lnTo>
                    <a:pt x="1626706" y="928289"/>
                  </a:lnTo>
                  <a:lnTo>
                    <a:pt x="1629788" y="920260"/>
                  </a:lnTo>
                  <a:lnTo>
                    <a:pt x="1639034" y="916611"/>
                  </a:lnTo>
                  <a:lnTo>
                    <a:pt x="1639565" y="916611"/>
                  </a:lnTo>
                  <a:lnTo>
                    <a:pt x="1640627" y="916683"/>
                  </a:lnTo>
                  <a:lnTo>
                    <a:pt x="1649176" y="920539"/>
                  </a:lnTo>
                  <a:lnTo>
                    <a:pt x="1652026" y="928289"/>
                  </a:lnTo>
                  <a:lnTo>
                    <a:pt x="1649176" y="936039"/>
                  </a:lnTo>
                  <a:lnTo>
                    <a:pt x="1640627" y="939896"/>
                  </a:lnTo>
                  <a:lnTo>
                    <a:pt x="1640096" y="939943"/>
                  </a:lnTo>
                  <a:lnTo>
                    <a:pt x="1639034" y="939968"/>
                  </a:lnTo>
                  <a:close/>
                </a:path>
                <a:path w="4122420" h="2482215">
                  <a:moveTo>
                    <a:pt x="1570378" y="940087"/>
                  </a:moveTo>
                  <a:lnTo>
                    <a:pt x="1560997" y="940087"/>
                  </a:lnTo>
                  <a:lnTo>
                    <a:pt x="1557912" y="939032"/>
                  </a:lnTo>
                  <a:lnTo>
                    <a:pt x="1555433" y="936682"/>
                  </a:lnTo>
                  <a:lnTo>
                    <a:pt x="1551670" y="930399"/>
                  </a:lnTo>
                  <a:lnTo>
                    <a:pt x="1552488" y="923589"/>
                  </a:lnTo>
                  <a:lnTo>
                    <a:pt x="1557098" y="918128"/>
                  </a:lnTo>
                  <a:lnTo>
                    <a:pt x="1564714" y="915892"/>
                  </a:lnTo>
                  <a:lnTo>
                    <a:pt x="1564714" y="916683"/>
                  </a:lnTo>
                  <a:lnTo>
                    <a:pt x="1571466" y="916683"/>
                  </a:lnTo>
                  <a:lnTo>
                    <a:pt x="1576523" y="921479"/>
                  </a:lnTo>
                  <a:lnTo>
                    <a:pt x="1576523" y="935459"/>
                  </a:lnTo>
                  <a:lnTo>
                    <a:pt x="1570378" y="940087"/>
                  </a:lnTo>
                  <a:close/>
                </a:path>
                <a:path w="4122420" h="2482215">
                  <a:moveTo>
                    <a:pt x="1798118" y="940087"/>
                  </a:moveTo>
                  <a:lnTo>
                    <a:pt x="1788357" y="940087"/>
                  </a:lnTo>
                  <a:lnTo>
                    <a:pt x="1785095" y="939032"/>
                  </a:lnTo>
                  <a:lnTo>
                    <a:pt x="1782338" y="936682"/>
                  </a:lnTo>
                  <a:lnTo>
                    <a:pt x="1779048" y="930065"/>
                  </a:lnTo>
                  <a:lnTo>
                    <a:pt x="1780028" y="923292"/>
                  </a:lnTo>
                  <a:lnTo>
                    <a:pt x="1784483" y="918017"/>
                  </a:lnTo>
                  <a:lnTo>
                    <a:pt x="1791619" y="915892"/>
                  </a:lnTo>
                  <a:lnTo>
                    <a:pt x="1791619" y="916683"/>
                  </a:lnTo>
                  <a:lnTo>
                    <a:pt x="1798371" y="916683"/>
                  </a:lnTo>
                  <a:lnTo>
                    <a:pt x="1804288" y="921479"/>
                  </a:lnTo>
                  <a:lnTo>
                    <a:pt x="1804288" y="935459"/>
                  </a:lnTo>
                  <a:lnTo>
                    <a:pt x="1798118" y="940087"/>
                  </a:lnTo>
                  <a:close/>
                </a:path>
                <a:path w="4122420" h="2482215">
                  <a:moveTo>
                    <a:pt x="1116645" y="940471"/>
                  </a:moveTo>
                  <a:lnTo>
                    <a:pt x="1106884" y="940471"/>
                  </a:lnTo>
                  <a:lnTo>
                    <a:pt x="1103571" y="939320"/>
                  </a:lnTo>
                  <a:lnTo>
                    <a:pt x="1100790" y="936682"/>
                  </a:lnTo>
                  <a:lnTo>
                    <a:pt x="1097379" y="930522"/>
                  </a:lnTo>
                  <a:lnTo>
                    <a:pt x="1098157" y="923985"/>
                  </a:lnTo>
                  <a:lnTo>
                    <a:pt x="1102571" y="918796"/>
                  </a:lnTo>
                  <a:lnTo>
                    <a:pt x="1110070" y="916683"/>
                  </a:lnTo>
                  <a:lnTo>
                    <a:pt x="1116822" y="916683"/>
                  </a:lnTo>
                  <a:lnTo>
                    <a:pt x="1122714" y="921479"/>
                  </a:lnTo>
                  <a:lnTo>
                    <a:pt x="1122714" y="935675"/>
                  </a:lnTo>
                  <a:lnTo>
                    <a:pt x="1116645" y="940471"/>
                  </a:lnTo>
                  <a:close/>
                </a:path>
                <a:path w="4122420" h="2482215">
                  <a:moveTo>
                    <a:pt x="1191723" y="940471"/>
                  </a:moveTo>
                  <a:lnTo>
                    <a:pt x="1182342" y="940471"/>
                  </a:lnTo>
                  <a:lnTo>
                    <a:pt x="1179206" y="939320"/>
                  </a:lnTo>
                  <a:lnTo>
                    <a:pt x="1176703" y="936682"/>
                  </a:lnTo>
                  <a:lnTo>
                    <a:pt x="1172929" y="930522"/>
                  </a:lnTo>
                  <a:lnTo>
                    <a:pt x="1173747" y="923985"/>
                  </a:lnTo>
                  <a:lnTo>
                    <a:pt x="1178363" y="918796"/>
                  </a:lnTo>
                  <a:lnTo>
                    <a:pt x="1185983" y="916683"/>
                  </a:lnTo>
                  <a:lnTo>
                    <a:pt x="1192735" y="916683"/>
                  </a:lnTo>
                  <a:lnTo>
                    <a:pt x="1198627" y="921479"/>
                  </a:lnTo>
                  <a:lnTo>
                    <a:pt x="1197792" y="928697"/>
                  </a:lnTo>
                  <a:lnTo>
                    <a:pt x="1197792" y="935675"/>
                  </a:lnTo>
                  <a:lnTo>
                    <a:pt x="1191723" y="940471"/>
                  </a:lnTo>
                  <a:close/>
                </a:path>
                <a:path w="4122420" h="2482215">
                  <a:moveTo>
                    <a:pt x="1494996" y="940471"/>
                  </a:moveTo>
                  <a:lnTo>
                    <a:pt x="1485261" y="940471"/>
                  </a:lnTo>
                  <a:lnTo>
                    <a:pt x="1482024" y="939320"/>
                  </a:lnTo>
                  <a:lnTo>
                    <a:pt x="1479521" y="936682"/>
                  </a:lnTo>
                  <a:lnTo>
                    <a:pt x="1475758" y="930522"/>
                  </a:lnTo>
                  <a:lnTo>
                    <a:pt x="1476575" y="923985"/>
                  </a:lnTo>
                  <a:lnTo>
                    <a:pt x="1481185" y="918796"/>
                  </a:lnTo>
                  <a:lnTo>
                    <a:pt x="1488801" y="916683"/>
                  </a:lnTo>
                  <a:lnTo>
                    <a:pt x="1495553" y="916683"/>
                  </a:lnTo>
                  <a:lnTo>
                    <a:pt x="1501445" y="921479"/>
                  </a:lnTo>
                  <a:lnTo>
                    <a:pt x="1501445" y="935675"/>
                  </a:lnTo>
                  <a:lnTo>
                    <a:pt x="1494996" y="940471"/>
                  </a:lnTo>
                  <a:close/>
                </a:path>
                <a:path w="4122420" h="2482215">
                  <a:moveTo>
                    <a:pt x="1033879" y="940711"/>
                  </a:moveTo>
                  <a:lnTo>
                    <a:pt x="1033323" y="940711"/>
                  </a:lnTo>
                  <a:lnTo>
                    <a:pt x="1023603" y="936945"/>
                  </a:lnTo>
                  <a:lnTo>
                    <a:pt x="1020236" y="928661"/>
                  </a:lnTo>
                  <a:lnTo>
                    <a:pt x="1023223" y="920377"/>
                  </a:lnTo>
                  <a:lnTo>
                    <a:pt x="1032564" y="916611"/>
                  </a:lnTo>
                  <a:lnTo>
                    <a:pt x="1033070" y="916611"/>
                  </a:lnTo>
                  <a:lnTo>
                    <a:pt x="1034157" y="916683"/>
                  </a:lnTo>
                  <a:lnTo>
                    <a:pt x="1042692" y="920552"/>
                  </a:lnTo>
                  <a:lnTo>
                    <a:pt x="1045537" y="928388"/>
                  </a:lnTo>
                  <a:lnTo>
                    <a:pt x="1042692" y="936373"/>
                  </a:lnTo>
                  <a:lnTo>
                    <a:pt x="1034157" y="940687"/>
                  </a:lnTo>
                  <a:lnTo>
                    <a:pt x="1033879" y="940711"/>
                  </a:lnTo>
                  <a:close/>
                </a:path>
                <a:path w="4122420" h="2482215">
                  <a:moveTo>
                    <a:pt x="3207264" y="974499"/>
                  </a:moveTo>
                  <a:lnTo>
                    <a:pt x="3197503" y="974499"/>
                  </a:lnTo>
                  <a:lnTo>
                    <a:pt x="3194342" y="973420"/>
                  </a:lnTo>
                  <a:lnTo>
                    <a:pt x="3191864" y="971093"/>
                  </a:lnTo>
                  <a:lnTo>
                    <a:pt x="3188101" y="964462"/>
                  </a:lnTo>
                  <a:lnTo>
                    <a:pt x="3188918" y="957683"/>
                  </a:lnTo>
                  <a:lnTo>
                    <a:pt x="3193528" y="952405"/>
                  </a:lnTo>
                  <a:lnTo>
                    <a:pt x="3201144" y="950279"/>
                  </a:lnTo>
                  <a:lnTo>
                    <a:pt x="3201144" y="951094"/>
                  </a:lnTo>
                  <a:lnTo>
                    <a:pt x="3207896" y="951094"/>
                  </a:lnTo>
                  <a:lnTo>
                    <a:pt x="3212953" y="955890"/>
                  </a:lnTo>
                  <a:lnTo>
                    <a:pt x="3213788" y="962293"/>
                  </a:lnTo>
                  <a:lnTo>
                    <a:pt x="3213788" y="969847"/>
                  </a:lnTo>
                  <a:lnTo>
                    <a:pt x="3207264" y="974499"/>
                  </a:lnTo>
                  <a:close/>
                </a:path>
                <a:path w="4122420" h="2482215">
                  <a:moveTo>
                    <a:pt x="3130971" y="974882"/>
                  </a:moveTo>
                  <a:lnTo>
                    <a:pt x="3121590" y="974882"/>
                  </a:lnTo>
                  <a:lnTo>
                    <a:pt x="3118454" y="973707"/>
                  </a:lnTo>
                  <a:lnTo>
                    <a:pt x="3115951" y="971093"/>
                  </a:lnTo>
                  <a:lnTo>
                    <a:pt x="3112164" y="964924"/>
                  </a:lnTo>
                  <a:lnTo>
                    <a:pt x="3112891" y="958387"/>
                  </a:lnTo>
                  <a:lnTo>
                    <a:pt x="3117259" y="953204"/>
                  </a:lnTo>
                  <a:lnTo>
                    <a:pt x="3124397" y="951094"/>
                  </a:lnTo>
                  <a:lnTo>
                    <a:pt x="3131983" y="951094"/>
                  </a:lnTo>
                  <a:lnTo>
                    <a:pt x="3137040" y="956682"/>
                  </a:lnTo>
                  <a:lnTo>
                    <a:pt x="3137040" y="970062"/>
                  </a:lnTo>
                  <a:lnTo>
                    <a:pt x="3130971" y="974882"/>
                  </a:lnTo>
                  <a:close/>
                </a:path>
                <a:path w="4122420" h="2482215">
                  <a:moveTo>
                    <a:pt x="3434623" y="974882"/>
                  </a:moveTo>
                  <a:lnTo>
                    <a:pt x="3425267" y="974882"/>
                  </a:lnTo>
                  <a:lnTo>
                    <a:pt x="3422106" y="973707"/>
                  </a:lnTo>
                  <a:lnTo>
                    <a:pt x="3419628" y="971093"/>
                  </a:lnTo>
                  <a:lnTo>
                    <a:pt x="3415854" y="964924"/>
                  </a:lnTo>
                  <a:lnTo>
                    <a:pt x="3416672" y="958387"/>
                  </a:lnTo>
                  <a:lnTo>
                    <a:pt x="3421289" y="953204"/>
                  </a:lnTo>
                  <a:lnTo>
                    <a:pt x="3428908" y="951094"/>
                  </a:lnTo>
                  <a:lnTo>
                    <a:pt x="3435635" y="951094"/>
                  </a:lnTo>
                  <a:lnTo>
                    <a:pt x="3440718" y="955890"/>
                  </a:lnTo>
                  <a:lnTo>
                    <a:pt x="3440718" y="970062"/>
                  </a:lnTo>
                  <a:lnTo>
                    <a:pt x="3434623" y="974882"/>
                  </a:lnTo>
                  <a:close/>
                </a:path>
                <a:path w="4122420" h="2482215">
                  <a:moveTo>
                    <a:pt x="3965206" y="974882"/>
                  </a:moveTo>
                  <a:lnTo>
                    <a:pt x="3955445" y="974882"/>
                  </a:lnTo>
                  <a:lnTo>
                    <a:pt x="3952132" y="973707"/>
                  </a:lnTo>
                  <a:lnTo>
                    <a:pt x="3949351" y="971093"/>
                  </a:lnTo>
                  <a:lnTo>
                    <a:pt x="3946057" y="964924"/>
                  </a:lnTo>
                  <a:lnTo>
                    <a:pt x="3947031" y="958387"/>
                  </a:lnTo>
                  <a:lnTo>
                    <a:pt x="3951484" y="953204"/>
                  </a:lnTo>
                  <a:lnTo>
                    <a:pt x="3958631" y="951094"/>
                  </a:lnTo>
                  <a:lnTo>
                    <a:pt x="3959061" y="951046"/>
                  </a:lnTo>
                  <a:lnTo>
                    <a:pt x="3959921" y="951022"/>
                  </a:lnTo>
                  <a:lnTo>
                    <a:pt x="3966116" y="951022"/>
                  </a:lnTo>
                  <a:lnTo>
                    <a:pt x="3971275" y="956346"/>
                  </a:lnTo>
                  <a:lnTo>
                    <a:pt x="3971275" y="970062"/>
                  </a:lnTo>
                  <a:lnTo>
                    <a:pt x="3965206" y="974882"/>
                  </a:lnTo>
                  <a:close/>
                </a:path>
                <a:path w="4122420" h="2482215">
                  <a:moveTo>
                    <a:pt x="3813051" y="975122"/>
                  </a:moveTo>
                  <a:lnTo>
                    <a:pt x="3803265" y="975122"/>
                  </a:lnTo>
                  <a:lnTo>
                    <a:pt x="3800155" y="974139"/>
                  </a:lnTo>
                  <a:lnTo>
                    <a:pt x="3797525" y="971885"/>
                  </a:lnTo>
                  <a:lnTo>
                    <a:pt x="3794221" y="965257"/>
                  </a:lnTo>
                  <a:lnTo>
                    <a:pt x="3795195" y="958486"/>
                  </a:lnTo>
                  <a:lnTo>
                    <a:pt x="3799655" y="953216"/>
                  </a:lnTo>
                  <a:lnTo>
                    <a:pt x="3806805" y="951094"/>
                  </a:lnTo>
                  <a:lnTo>
                    <a:pt x="3813531" y="951094"/>
                  </a:lnTo>
                  <a:lnTo>
                    <a:pt x="3819449" y="956682"/>
                  </a:lnTo>
                  <a:lnTo>
                    <a:pt x="3819449" y="970254"/>
                  </a:lnTo>
                  <a:lnTo>
                    <a:pt x="3813051" y="975122"/>
                  </a:lnTo>
                  <a:close/>
                </a:path>
                <a:path w="4122420" h="2482215">
                  <a:moveTo>
                    <a:pt x="3282722" y="975290"/>
                  </a:moveTo>
                  <a:lnTo>
                    <a:pt x="3273340" y="975290"/>
                  </a:lnTo>
                  <a:lnTo>
                    <a:pt x="3270255" y="974211"/>
                  </a:lnTo>
                  <a:lnTo>
                    <a:pt x="3267776" y="971885"/>
                  </a:lnTo>
                  <a:lnTo>
                    <a:pt x="3264001" y="965257"/>
                  </a:lnTo>
                  <a:lnTo>
                    <a:pt x="3264726" y="958486"/>
                  </a:lnTo>
                  <a:lnTo>
                    <a:pt x="3269089" y="953216"/>
                  </a:lnTo>
                  <a:lnTo>
                    <a:pt x="3276223" y="951094"/>
                  </a:lnTo>
                  <a:lnTo>
                    <a:pt x="3283809" y="951094"/>
                  </a:lnTo>
                  <a:lnTo>
                    <a:pt x="3289726" y="956682"/>
                  </a:lnTo>
                  <a:lnTo>
                    <a:pt x="3288866" y="963084"/>
                  </a:lnTo>
                  <a:lnTo>
                    <a:pt x="3288866" y="970638"/>
                  </a:lnTo>
                  <a:lnTo>
                    <a:pt x="3282722" y="975290"/>
                  </a:lnTo>
                  <a:close/>
                </a:path>
                <a:path w="4122420" h="2482215">
                  <a:moveTo>
                    <a:pt x="3358635" y="975290"/>
                  </a:moveTo>
                  <a:lnTo>
                    <a:pt x="3349253" y="975290"/>
                  </a:lnTo>
                  <a:lnTo>
                    <a:pt x="3346168" y="974211"/>
                  </a:lnTo>
                  <a:lnTo>
                    <a:pt x="3343690" y="971885"/>
                  </a:lnTo>
                  <a:lnTo>
                    <a:pt x="3339913" y="965257"/>
                  </a:lnTo>
                  <a:lnTo>
                    <a:pt x="3340639" y="958486"/>
                  </a:lnTo>
                  <a:lnTo>
                    <a:pt x="3345002" y="953216"/>
                  </a:lnTo>
                  <a:lnTo>
                    <a:pt x="3352136" y="951094"/>
                  </a:lnTo>
                  <a:lnTo>
                    <a:pt x="3359722" y="951094"/>
                  </a:lnTo>
                  <a:lnTo>
                    <a:pt x="3365639" y="956682"/>
                  </a:lnTo>
                  <a:lnTo>
                    <a:pt x="3364780" y="963084"/>
                  </a:lnTo>
                  <a:lnTo>
                    <a:pt x="3364780" y="970638"/>
                  </a:lnTo>
                  <a:lnTo>
                    <a:pt x="3358635" y="975290"/>
                  </a:lnTo>
                  <a:close/>
                </a:path>
                <a:path w="4122420" h="2482215">
                  <a:moveTo>
                    <a:pt x="3510461" y="975290"/>
                  </a:moveTo>
                  <a:lnTo>
                    <a:pt x="3500700" y="975290"/>
                  </a:lnTo>
                  <a:lnTo>
                    <a:pt x="3497438" y="974211"/>
                  </a:lnTo>
                  <a:lnTo>
                    <a:pt x="3494681" y="971885"/>
                  </a:lnTo>
                  <a:lnTo>
                    <a:pt x="3491270" y="965257"/>
                  </a:lnTo>
                  <a:lnTo>
                    <a:pt x="3492048" y="958486"/>
                  </a:lnTo>
                  <a:lnTo>
                    <a:pt x="3496463" y="953216"/>
                  </a:lnTo>
                  <a:lnTo>
                    <a:pt x="3503962" y="951094"/>
                  </a:lnTo>
                  <a:lnTo>
                    <a:pt x="3510714" y="951094"/>
                  </a:lnTo>
                  <a:lnTo>
                    <a:pt x="3516631" y="956682"/>
                  </a:lnTo>
                  <a:lnTo>
                    <a:pt x="3516631" y="970638"/>
                  </a:lnTo>
                  <a:lnTo>
                    <a:pt x="3510461" y="975290"/>
                  </a:lnTo>
                  <a:close/>
                </a:path>
                <a:path w="4122420" h="2482215">
                  <a:moveTo>
                    <a:pt x="3585640" y="975290"/>
                  </a:moveTo>
                  <a:lnTo>
                    <a:pt x="3576158" y="975290"/>
                  </a:lnTo>
                  <a:lnTo>
                    <a:pt x="3573073" y="974211"/>
                  </a:lnTo>
                  <a:lnTo>
                    <a:pt x="3570619" y="971885"/>
                  </a:lnTo>
                  <a:lnTo>
                    <a:pt x="3566842" y="965257"/>
                  </a:lnTo>
                  <a:lnTo>
                    <a:pt x="3567652" y="958486"/>
                  </a:lnTo>
                  <a:lnTo>
                    <a:pt x="3572259" y="953216"/>
                  </a:lnTo>
                  <a:lnTo>
                    <a:pt x="3579875" y="951094"/>
                  </a:lnTo>
                  <a:lnTo>
                    <a:pt x="3586626" y="951094"/>
                  </a:lnTo>
                  <a:lnTo>
                    <a:pt x="3592544" y="956682"/>
                  </a:lnTo>
                  <a:lnTo>
                    <a:pt x="3592544" y="963084"/>
                  </a:lnTo>
                  <a:lnTo>
                    <a:pt x="3591963" y="970638"/>
                  </a:lnTo>
                  <a:lnTo>
                    <a:pt x="3585640" y="975290"/>
                  </a:lnTo>
                  <a:close/>
                </a:path>
                <a:path w="4122420" h="2482215">
                  <a:moveTo>
                    <a:pt x="3661452" y="975290"/>
                  </a:moveTo>
                  <a:lnTo>
                    <a:pt x="3652071" y="975290"/>
                  </a:lnTo>
                  <a:lnTo>
                    <a:pt x="3648986" y="974211"/>
                  </a:lnTo>
                  <a:lnTo>
                    <a:pt x="3646533" y="971885"/>
                  </a:lnTo>
                  <a:lnTo>
                    <a:pt x="3642746" y="965257"/>
                  </a:lnTo>
                  <a:lnTo>
                    <a:pt x="3643470" y="958486"/>
                  </a:lnTo>
                  <a:lnTo>
                    <a:pt x="3647831" y="953216"/>
                  </a:lnTo>
                  <a:lnTo>
                    <a:pt x="3654954" y="951094"/>
                  </a:lnTo>
                  <a:lnTo>
                    <a:pt x="3662540" y="951094"/>
                  </a:lnTo>
                  <a:lnTo>
                    <a:pt x="3668457" y="956682"/>
                  </a:lnTo>
                  <a:lnTo>
                    <a:pt x="3667623" y="963084"/>
                  </a:lnTo>
                  <a:lnTo>
                    <a:pt x="3667623" y="970638"/>
                  </a:lnTo>
                  <a:lnTo>
                    <a:pt x="3661452" y="975290"/>
                  </a:lnTo>
                  <a:close/>
                </a:path>
                <a:path w="4122420" h="2482215">
                  <a:moveTo>
                    <a:pt x="3737365" y="975290"/>
                  </a:moveTo>
                  <a:lnTo>
                    <a:pt x="3727984" y="975290"/>
                  </a:lnTo>
                  <a:lnTo>
                    <a:pt x="3724899" y="974211"/>
                  </a:lnTo>
                  <a:lnTo>
                    <a:pt x="3722446" y="971885"/>
                  </a:lnTo>
                  <a:lnTo>
                    <a:pt x="3718659" y="965257"/>
                  </a:lnTo>
                  <a:lnTo>
                    <a:pt x="3719383" y="958486"/>
                  </a:lnTo>
                  <a:lnTo>
                    <a:pt x="3723744" y="953216"/>
                  </a:lnTo>
                  <a:lnTo>
                    <a:pt x="3730866" y="951094"/>
                  </a:lnTo>
                  <a:lnTo>
                    <a:pt x="3738478" y="951094"/>
                  </a:lnTo>
                  <a:lnTo>
                    <a:pt x="3744370" y="956682"/>
                  </a:lnTo>
                  <a:lnTo>
                    <a:pt x="3743536" y="963084"/>
                  </a:lnTo>
                  <a:lnTo>
                    <a:pt x="3743536" y="970638"/>
                  </a:lnTo>
                  <a:lnTo>
                    <a:pt x="3737365" y="975290"/>
                  </a:lnTo>
                  <a:close/>
                </a:path>
                <a:path w="4122420" h="2482215">
                  <a:moveTo>
                    <a:pt x="3889217" y="975290"/>
                  </a:moveTo>
                  <a:lnTo>
                    <a:pt x="3879430" y="975290"/>
                  </a:lnTo>
                  <a:lnTo>
                    <a:pt x="3876169" y="974211"/>
                  </a:lnTo>
                  <a:lnTo>
                    <a:pt x="3873438" y="971885"/>
                  </a:lnTo>
                  <a:lnTo>
                    <a:pt x="3870027" y="965257"/>
                  </a:lnTo>
                  <a:lnTo>
                    <a:pt x="3870804" y="958486"/>
                  </a:lnTo>
                  <a:lnTo>
                    <a:pt x="3875219" y="953216"/>
                  </a:lnTo>
                  <a:lnTo>
                    <a:pt x="3882718" y="951094"/>
                  </a:lnTo>
                  <a:lnTo>
                    <a:pt x="3889470" y="951094"/>
                  </a:lnTo>
                  <a:lnTo>
                    <a:pt x="3895362" y="956682"/>
                  </a:lnTo>
                  <a:lnTo>
                    <a:pt x="3895362" y="970638"/>
                  </a:lnTo>
                  <a:lnTo>
                    <a:pt x="3889217" y="975290"/>
                  </a:lnTo>
                  <a:close/>
                </a:path>
                <a:path w="4122420" h="2482215">
                  <a:moveTo>
                    <a:pt x="774631" y="975674"/>
                  </a:moveTo>
                  <a:lnTo>
                    <a:pt x="764896" y="975674"/>
                  </a:lnTo>
                  <a:lnTo>
                    <a:pt x="761659" y="974523"/>
                  </a:lnTo>
                  <a:lnTo>
                    <a:pt x="759155" y="971885"/>
                  </a:lnTo>
                  <a:lnTo>
                    <a:pt x="755744" y="965725"/>
                  </a:lnTo>
                  <a:lnTo>
                    <a:pt x="756523" y="959188"/>
                  </a:lnTo>
                  <a:lnTo>
                    <a:pt x="760937" y="953999"/>
                  </a:lnTo>
                  <a:lnTo>
                    <a:pt x="768436" y="951886"/>
                  </a:lnTo>
                  <a:lnTo>
                    <a:pt x="769271" y="952677"/>
                  </a:lnTo>
                  <a:lnTo>
                    <a:pt x="775188" y="952677"/>
                  </a:lnTo>
                  <a:lnTo>
                    <a:pt x="780245" y="957497"/>
                  </a:lnTo>
                  <a:lnTo>
                    <a:pt x="781080" y="963876"/>
                  </a:lnTo>
                  <a:lnTo>
                    <a:pt x="781080" y="970854"/>
                  </a:lnTo>
                  <a:lnTo>
                    <a:pt x="774631" y="975674"/>
                  </a:lnTo>
                  <a:close/>
                </a:path>
                <a:path w="4122420" h="2482215">
                  <a:moveTo>
                    <a:pt x="926862" y="975674"/>
                  </a:moveTo>
                  <a:lnTo>
                    <a:pt x="917101" y="975674"/>
                  </a:lnTo>
                  <a:lnTo>
                    <a:pt x="913763" y="974523"/>
                  </a:lnTo>
                  <a:lnTo>
                    <a:pt x="910981" y="971885"/>
                  </a:lnTo>
                  <a:lnTo>
                    <a:pt x="907571" y="965725"/>
                  </a:lnTo>
                  <a:lnTo>
                    <a:pt x="908349" y="959188"/>
                  </a:lnTo>
                  <a:lnTo>
                    <a:pt x="912763" y="953999"/>
                  </a:lnTo>
                  <a:lnTo>
                    <a:pt x="920262" y="951886"/>
                  </a:lnTo>
                  <a:lnTo>
                    <a:pt x="920262" y="952677"/>
                  </a:lnTo>
                  <a:lnTo>
                    <a:pt x="927014" y="952677"/>
                  </a:lnTo>
                  <a:lnTo>
                    <a:pt x="932071" y="957497"/>
                  </a:lnTo>
                  <a:lnTo>
                    <a:pt x="932931" y="963876"/>
                  </a:lnTo>
                  <a:lnTo>
                    <a:pt x="932931" y="970854"/>
                  </a:lnTo>
                  <a:lnTo>
                    <a:pt x="926862" y="975674"/>
                  </a:lnTo>
                  <a:close/>
                </a:path>
                <a:path w="4122420" h="2482215">
                  <a:moveTo>
                    <a:pt x="1002775" y="975674"/>
                  </a:moveTo>
                  <a:lnTo>
                    <a:pt x="993014" y="975674"/>
                  </a:lnTo>
                  <a:lnTo>
                    <a:pt x="989676" y="974523"/>
                  </a:lnTo>
                  <a:lnTo>
                    <a:pt x="986920" y="971885"/>
                  </a:lnTo>
                  <a:lnTo>
                    <a:pt x="983616" y="965725"/>
                  </a:lnTo>
                  <a:lnTo>
                    <a:pt x="984590" y="959188"/>
                  </a:lnTo>
                  <a:lnTo>
                    <a:pt x="989050" y="953999"/>
                  </a:lnTo>
                  <a:lnTo>
                    <a:pt x="996201" y="951886"/>
                  </a:lnTo>
                  <a:lnTo>
                    <a:pt x="996201" y="952677"/>
                  </a:lnTo>
                  <a:lnTo>
                    <a:pt x="1002927" y="952677"/>
                  </a:lnTo>
                  <a:lnTo>
                    <a:pt x="1008844" y="957497"/>
                  </a:lnTo>
                  <a:lnTo>
                    <a:pt x="1008844" y="970854"/>
                  </a:lnTo>
                  <a:lnTo>
                    <a:pt x="1002775" y="975674"/>
                  </a:lnTo>
                  <a:close/>
                </a:path>
                <a:path w="4122420" h="2482215">
                  <a:moveTo>
                    <a:pt x="1078688" y="975674"/>
                  </a:moveTo>
                  <a:lnTo>
                    <a:pt x="1068927" y="975674"/>
                  </a:lnTo>
                  <a:lnTo>
                    <a:pt x="1065615" y="974523"/>
                  </a:lnTo>
                  <a:lnTo>
                    <a:pt x="1062833" y="971885"/>
                  </a:lnTo>
                  <a:lnTo>
                    <a:pt x="1059539" y="965725"/>
                  </a:lnTo>
                  <a:lnTo>
                    <a:pt x="1060513" y="959188"/>
                  </a:lnTo>
                  <a:lnTo>
                    <a:pt x="1064967" y="953999"/>
                  </a:lnTo>
                  <a:lnTo>
                    <a:pt x="1072113" y="951886"/>
                  </a:lnTo>
                  <a:lnTo>
                    <a:pt x="1072113" y="952677"/>
                  </a:lnTo>
                  <a:lnTo>
                    <a:pt x="1079559" y="952677"/>
                  </a:lnTo>
                  <a:lnTo>
                    <a:pt x="1083973" y="957905"/>
                  </a:lnTo>
                  <a:lnTo>
                    <a:pt x="1084757" y="963876"/>
                  </a:lnTo>
                  <a:lnTo>
                    <a:pt x="1084757" y="970854"/>
                  </a:lnTo>
                  <a:lnTo>
                    <a:pt x="1078688" y="975674"/>
                  </a:lnTo>
                  <a:close/>
                </a:path>
                <a:path w="4122420" h="2482215">
                  <a:moveTo>
                    <a:pt x="1079559" y="952677"/>
                  </a:moveTo>
                  <a:lnTo>
                    <a:pt x="1072113" y="952677"/>
                  </a:lnTo>
                  <a:lnTo>
                    <a:pt x="1072973" y="952605"/>
                  </a:lnTo>
                  <a:lnTo>
                    <a:pt x="1079498" y="952605"/>
                  </a:lnTo>
                  <a:close/>
                </a:path>
                <a:path w="4122420" h="2482215">
                  <a:moveTo>
                    <a:pt x="1305593" y="975674"/>
                  </a:moveTo>
                  <a:lnTo>
                    <a:pt x="1295832" y="975674"/>
                  </a:lnTo>
                  <a:lnTo>
                    <a:pt x="1292519" y="974523"/>
                  </a:lnTo>
                  <a:lnTo>
                    <a:pt x="1289738" y="971885"/>
                  </a:lnTo>
                  <a:lnTo>
                    <a:pt x="1286327" y="965725"/>
                  </a:lnTo>
                  <a:lnTo>
                    <a:pt x="1287105" y="959188"/>
                  </a:lnTo>
                  <a:lnTo>
                    <a:pt x="1291519" y="953999"/>
                  </a:lnTo>
                  <a:lnTo>
                    <a:pt x="1299018" y="951886"/>
                  </a:lnTo>
                  <a:lnTo>
                    <a:pt x="1299018" y="952677"/>
                  </a:lnTo>
                  <a:lnTo>
                    <a:pt x="1305770" y="952677"/>
                  </a:lnTo>
                  <a:lnTo>
                    <a:pt x="1310828" y="957497"/>
                  </a:lnTo>
                  <a:lnTo>
                    <a:pt x="1311662" y="963876"/>
                  </a:lnTo>
                  <a:lnTo>
                    <a:pt x="1311662" y="970854"/>
                  </a:lnTo>
                  <a:lnTo>
                    <a:pt x="1305593" y="975674"/>
                  </a:lnTo>
                  <a:close/>
                </a:path>
                <a:path w="4122420" h="2482215">
                  <a:moveTo>
                    <a:pt x="1381178" y="975937"/>
                  </a:moveTo>
                  <a:lnTo>
                    <a:pt x="1371391" y="975937"/>
                  </a:lnTo>
                  <a:lnTo>
                    <a:pt x="1368281" y="974930"/>
                  </a:lnTo>
                  <a:lnTo>
                    <a:pt x="1365651" y="972676"/>
                  </a:lnTo>
                  <a:lnTo>
                    <a:pt x="1362357" y="966059"/>
                  </a:lnTo>
                  <a:lnTo>
                    <a:pt x="1363331" y="959286"/>
                  </a:lnTo>
                  <a:lnTo>
                    <a:pt x="1367785" y="954011"/>
                  </a:lnTo>
                  <a:lnTo>
                    <a:pt x="1374931" y="951886"/>
                  </a:lnTo>
                  <a:lnTo>
                    <a:pt x="1374931" y="952677"/>
                  </a:lnTo>
                  <a:lnTo>
                    <a:pt x="1382487" y="952677"/>
                  </a:lnTo>
                  <a:lnTo>
                    <a:pt x="1387575" y="957905"/>
                  </a:lnTo>
                  <a:lnTo>
                    <a:pt x="1387575" y="971046"/>
                  </a:lnTo>
                  <a:lnTo>
                    <a:pt x="1381178" y="975937"/>
                  </a:lnTo>
                  <a:close/>
                </a:path>
                <a:path w="4122420" h="2482215">
                  <a:moveTo>
                    <a:pt x="1382487" y="952677"/>
                  </a:moveTo>
                  <a:lnTo>
                    <a:pt x="1374931" y="952677"/>
                  </a:lnTo>
                  <a:lnTo>
                    <a:pt x="1375791" y="952605"/>
                  </a:lnTo>
                  <a:lnTo>
                    <a:pt x="1382417" y="952605"/>
                  </a:lnTo>
                  <a:close/>
                </a:path>
                <a:path w="4122420" h="2482215">
                  <a:moveTo>
                    <a:pt x="1759933" y="975937"/>
                  </a:moveTo>
                  <a:lnTo>
                    <a:pt x="1750148" y="975937"/>
                  </a:lnTo>
                  <a:lnTo>
                    <a:pt x="1747012" y="974930"/>
                  </a:lnTo>
                  <a:lnTo>
                    <a:pt x="1744382" y="972676"/>
                  </a:lnTo>
                  <a:lnTo>
                    <a:pt x="1741092" y="966059"/>
                  </a:lnTo>
                  <a:lnTo>
                    <a:pt x="1742071" y="959286"/>
                  </a:lnTo>
                  <a:lnTo>
                    <a:pt x="1746526" y="954011"/>
                  </a:lnTo>
                  <a:lnTo>
                    <a:pt x="1753662" y="951886"/>
                  </a:lnTo>
                  <a:lnTo>
                    <a:pt x="1753662" y="952677"/>
                  </a:lnTo>
                  <a:lnTo>
                    <a:pt x="1761218" y="952677"/>
                  </a:lnTo>
                  <a:lnTo>
                    <a:pt x="1766331" y="957905"/>
                  </a:lnTo>
                  <a:lnTo>
                    <a:pt x="1766331" y="971046"/>
                  </a:lnTo>
                  <a:lnTo>
                    <a:pt x="1759933" y="975937"/>
                  </a:lnTo>
                  <a:close/>
                </a:path>
                <a:path w="4122420" h="2482215">
                  <a:moveTo>
                    <a:pt x="1761218" y="952677"/>
                  </a:moveTo>
                  <a:lnTo>
                    <a:pt x="1753662" y="952677"/>
                  </a:lnTo>
                  <a:lnTo>
                    <a:pt x="1754522" y="952605"/>
                  </a:lnTo>
                  <a:lnTo>
                    <a:pt x="1761148" y="952605"/>
                  </a:lnTo>
                  <a:close/>
                </a:path>
                <a:path w="4122420" h="2482215">
                  <a:moveTo>
                    <a:pt x="842806" y="975961"/>
                  </a:moveTo>
                  <a:lnTo>
                    <a:pt x="833532" y="972188"/>
                  </a:lnTo>
                  <a:lnTo>
                    <a:pt x="830441" y="963888"/>
                  </a:lnTo>
                  <a:lnTo>
                    <a:pt x="833532" y="955587"/>
                  </a:lnTo>
                  <a:lnTo>
                    <a:pt x="842806" y="951814"/>
                  </a:lnTo>
                  <a:lnTo>
                    <a:pt x="843312" y="951814"/>
                  </a:lnTo>
                  <a:lnTo>
                    <a:pt x="844349" y="951886"/>
                  </a:lnTo>
                  <a:lnTo>
                    <a:pt x="852898" y="956088"/>
                  </a:lnTo>
                  <a:lnTo>
                    <a:pt x="855747" y="963888"/>
                  </a:lnTo>
                  <a:lnTo>
                    <a:pt x="852898" y="971687"/>
                  </a:lnTo>
                  <a:lnTo>
                    <a:pt x="844349" y="975889"/>
                  </a:lnTo>
                  <a:lnTo>
                    <a:pt x="843818" y="975937"/>
                  </a:lnTo>
                  <a:lnTo>
                    <a:pt x="842806" y="975961"/>
                  </a:lnTo>
                  <a:close/>
                </a:path>
                <a:path w="4122420" h="2482215">
                  <a:moveTo>
                    <a:pt x="1221537" y="975961"/>
                  </a:moveTo>
                  <a:lnTo>
                    <a:pt x="1212263" y="972188"/>
                  </a:lnTo>
                  <a:lnTo>
                    <a:pt x="1209172" y="963888"/>
                  </a:lnTo>
                  <a:lnTo>
                    <a:pt x="1212263" y="955587"/>
                  </a:lnTo>
                  <a:lnTo>
                    <a:pt x="1221537" y="951814"/>
                  </a:lnTo>
                  <a:lnTo>
                    <a:pt x="1222043" y="951814"/>
                  </a:lnTo>
                  <a:lnTo>
                    <a:pt x="1223105" y="951886"/>
                  </a:lnTo>
                  <a:lnTo>
                    <a:pt x="1231640" y="956088"/>
                  </a:lnTo>
                  <a:lnTo>
                    <a:pt x="1234485" y="963888"/>
                  </a:lnTo>
                  <a:lnTo>
                    <a:pt x="1231640" y="971687"/>
                  </a:lnTo>
                  <a:lnTo>
                    <a:pt x="1223105" y="975889"/>
                  </a:lnTo>
                  <a:lnTo>
                    <a:pt x="1222574" y="975937"/>
                  </a:lnTo>
                  <a:lnTo>
                    <a:pt x="1221537" y="975961"/>
                  </a:lnTo>
                  <a:close/>
                </a:path>
                <a:path w="4122420" h="2482215">
                  <a:moveTo>
                    <a:pt x="1828033" y="975961"/>
                  </a:moveTo>
                  <a:lnTo>
                    <a:pt x="1818759" y="972188"/>
                  </a:lnTo>
                  <a:lnTo>
                    <a:pt x="1815667" y="963888"/>
                  </a:lnTo>
                  <a:lnTo>
                    <a:pt x="1818759" y="955587"/>
                  </a:lnTo>
                  <a:lnTo>
                    <a:pt x="1828033" y="951814"/>
                  </a:lnTo>
                  <a:lnTo>
                    <a:pt x="1828538" y="951814"/>
                  </a:lnTo>
                  <a:lnTo>
                    <a:pt x="1829575" y="951886"/>
                  </a:lnTo>
                  <a:lnTo>
                    <a:pt x="1838124" y="956088"/>
                  </a:lnTo>
                  <a:lnTo>
                    <a:pt x="1840974" y="963888"/>
                  </a:lnTo>
                  <a:lnTo>
                    <a:pt x="1838124" y="971687"/>
                  </a:lnTo>
                  <a:lnTo>
                    <a:pt x="1829575" y="975889"/>
                  </a:lnTo>
                  <a:lnTo>
                    <a:pt x="1829044" y="975937"/>
                  </a:lnTo>
                  <a:lnTo>
                    <a:pt x="1828033" y="975961"/>
                  </a:lnTo>
                  <a:close/>
                </a:path>
                <a:path w="4122420" h="2482215">
                  <a:moveTo>
                    <a:pt x="1449251" y="975961"/>
                  </a:moveTo>
                  <a:lnTo>
                    <a:pt x="1439911" y="972196"/>
                  </a:lnTo>
                  <a:lnTo>
                    <a:pt x="1436927" y="963912"/>
                  </a:lnTo>
                  <a:lnTo>
                    <a:pt x="1440301" y="955627"/>
                  </a:lnTo>
                  <a:lnTo>
                    <a:pt x="1450035" y="951862"/>
                  </a:lnTo>
                  <a:lnTo>
                    <a:pt x="1450844" y="951886"/>
                  </a:lnTo>
                  <a:lnTo>
                    <a:pt x="1459379" y="956199"/>
                  </a:lnTo>
                  <a:lnTo>
                    <a:pt x="1462224" y="964184"/>
                  </a:lnTo>
                  <a:lnTo>
                    <a:pt x="1459379" y="972021"/>
                  </a:lnTo>
                  <a:lnTo>
                    <a:pt x="1450844" y="975889"/>
                  </a:lnTo>
                  <a:lnTo>
                    <a:pt x="1450288" y="975937"/>
                  </a:lnTo>
                  <a:lnTo>
                    <a:pt x="1449251" y="975961"/>
                  </a:lnTo>
                  <a:close/>
                </a:path>
                <a:path w="4122420" h="2482215">
                  <a:moveTo>
                    <a:pt x="1532877" y="976105"/>
                  </a:moveTo>
                  <a:lnTo>
                    <a:pt x="1523116" y="976105"/>
                  </a:lnTo>
                  <a:lnTo>
                    <a:pt x="1519955" y="975026"/>
                  </a:lnTo>
                  <a:lnTo>
                    <a:pt x="1517477" y="972676"/>
                  </a:lnTo>
                  <a:lnTo>
                    <a:pt x="1514066" y="966059"/>
                  </a:lnTo>
                  <a:lnTo>
                    <a:pt x="1514844" y="959286"/>
                  </a:lnTo>
                  <a:lnTo>
                    <a:pt x="1519259" y="954011"/>
                  </a:lnTo>
                  <a:lnTo>
                    <a:pt x="1526758" y="951886"/>
                  </a:lnTo>
                  <a:lnTo>
                    <a:pt x="1526758" y="952677"/>
                  </a:lnTo>
                  <a:lnTo>
                    <a:pt x="1534313" y="952677"/>
                  </a:lnTo>
                  <a:lnTo>
                    <a:pt x="1539426" y="957905"/>
                  </a:lnTo>
                  <a:lnTo>
                    <a:pt x="1539426" y="971453"/>
                  </a:lnTo>
                  <a:lnTo>
                    <a:pt x="1532877" y="976105"/>
                  </a:lnTo>
                  <a:close/>
                </a:path>
                <a:path w="4122420" h="2482215">
                  <a:moveTo>
                    <a:pt x="1534313" y="952677"/>
                  </a:moveTo>
                  <a:lnTo>
                    <a:pt x="1526758" y="952677"/>
                  </a:lnTo>
                  <a:lnTo>
                    <a:pt x="1527617" y="952605"/>
                  </a:lnTo>
                  <a:lnTo>
                    <a:pt x="1534243" y="952605"/>
                  </a:lnTo>
                  <a:close/>
                </a:path>
                <a:path w="4122420" h="2482215">
                  <a:moveTo>
                    <a:pt x="699932" y="976489"/>
                  </a:moveTo>
                  <a:lnTo>
                    <a:pt x="690196" y="976489"/>
                  </a:lnTo>
                  <a:lnTo>
                    <a:pt x="686858" y="975314"/>
                  </a:lnTo>
                  <a:lnTo>
                    <a:pt x="684077" y="972676"/>
                  </a:lnTo>
                  <a:lnTo>
                    <a:pt x="680787" y="966516"/>
                  </a:lnTo>
                  <a:lnTo>
                    <a:pt x="681766" y="959979"/>
                  </a:lnTo>
                  <a:lnTo>
                    <a:pt x="686221" y="954790"/>
                  </a:lnTo>
                  <a:lnTo>
                    <a:pt x="693357" y="952677"/>
                  </a:lnTo>
                  <a:lnTo>
                    <a:pt x="693787" y="952629"/>
                  </a:lnTo>
                  <a:lnTo>
                    <a:pt x="694647" y="952605"/>
                  </a:lnTo>
                  <a:lnTo>
                    <a:pt x="700842" y="952605"/>
                  </a:lnTo>
                  <a:lnTo>
                    <a:pt x="706026" y="957952"/>
                  </a:lnTo>
                  <a:lnTo>
                    <a:pt x="706026" y="971669"/>
                  </a:lnTo>
                  <a:lnTo>
                    <a:pt x="699932" y="976489"/>
                  </a:lnTo>
                  <a:close/>
                </a:path>
                <a:path w="4122420" h="2482215">
                  <a:moveTo>
                    <a:pt x="1608866" y="976489"/>
                  </a:moveTo>
                  <a:lnTo>
                    <a:pt x="1599130" y="976489"/>
                  </a:lnTo>
                  <a:lnTo>
                    <a:pt x="1595894" y="975314"/>
                  </a:lnTo>
                  <a:lnTo>
                    <a:pt x="1593390" y="972676"/>
                  </a:lnTo>
                  <a:lnTo>
                    <a:pt x="1589979" y="966516"/>
                  </a:lnTo>
                  <a:lnTo>
                    <a:pt x="1590757" y="959979"/>
                  </a:lnTo>
                  <a:lnTo>
                    <a:pt x="1595172" y="954790"/>
                  </a:lnTo>
                  <a:lnTo>
                    <a:pt x="1602671" y="952677"/>
                  </a:lnTo>
                  <a:lnTo>
                    <a:pt x="1603101" y="952629"/>
                  </a:lnTo>
                  <a:lnTo>
                    <a:pt x="1603960" y="952605"/>
                  </a:lnTo>
                  <a:lnTo>
                    <a:pt x="1610156" y="952605"/>
                  </a:lnTo>
                  <a:lnTo>
                    <a:pt x="1615340" y="957952"/>
                  </a:lnTo>
                  <a:lnTo>
                    <a:pt x="1615340" y="971669"/>
                  </a:lnTo>
                  <a:lnTo>
                    <a:pt x="1608866" y="976489"/>
                  </a:lnTo>
                  <a:close/>
                </a:path>
                <a:path w="4122420" h="2482215">
                  <a:moveTo>
                    <a:pt x="1684805" y="976489"/>
                  </a:moveTo>
                  <a:lnTo>
                    <a:pt x="1675044" y="976489"/>
                  </a:lnTo>
                  <a:lnTo>
                    <a:pt x="1671806" y="975314"/>
                  </a:lnTo>
                  <a:lnTo>
                    <a:pt x="1669328" y="972676"/>
                  </a:lnTo>
                  <a:lnTo>
                    <a:pt x="1665551" y="966516"/>
                  </a:lnTo>
                  <a:lnTo>
                    <a:pt x="1666360" y="959979"/>
                  </a:lnTo>
                  <a:lnTo>
                    <a:pt x="1670968" y="954790"/>
                  </a:lnTo>
                  <a:lnTo>
                    <a:pt x="1678584" y="952677"/>
                  </a:lnTo>
                  <a:lnTo>
                    <a:pt x="1679039" y="952629"/>
                  </a:lnTo>
                  <a:lnTo>
                    <a:pt x="1679873" y="952605"/>
                  </a:lnTo>
                  <a:lnTo>
                    <a:pt x="1686069" y="952605"/>
                  </a:lnTo>
                  <a:lnTo>
                    <a:pt x="1691253" y="957952"/>
                  </a:lnTo>
                  <a:lnTo>
                    <a:pt x="1691253" y="971669"/>
                  </a:lnTo>
                  <a:lnTo>
                    <a:pt x="1684805" y="976489"/>
                  </a:lnTo>
                  <a:close/>
                </a:path>
                <a:path w="4122420" h="2482215">
                  <a:moveTo>
                    <a:pt x="1908042" y="976681"/>
                  </a:moveTo>
                  <a:lnTo>
                    <a:pt x="1905514" y="976681"/>
                  </a:lnTo>
                  <a:lnTo>
                    <a:pt x="1905514" y="975889"/>
                  </a:lnTo>
                  <a:lnTo>
                    <a:pt x="1897902" y="975889"/>
                  </a:lnTo>
                  <a:lnTo>
                    <a:pt x="1892845" y="971093"/>
                  </a:lnTo>
                  <a:lnTo>
                    <a:pt x="1892845" y="961478"/>
                  </a:lnTo>
                  <a:lnTo>
                    <a:pt x="1893705" y="958288"/>
                  </a:lnTo>
                  <a:lnTo>
                    <a:pt x="1896233" y="955890"/>
                  </a:lnTo>
                  <a:lnTo>
                    <a:pt x="1913100" y="973492"/>
                  </a:lnTo>
                  <a:lnTo>
                    <a:pt x="1908042" y="976681"/>
                  </a:lnTo>
                  <a:close/>
                </a:path>
                <a:path w="4122420" h="2482215">
                  <a:moveTo>
                    <a:pt x="1154121" y="976897"/>
                  </a:moveTo>
                  <a:lnTo>
                    <a:pt x="1144385" y="976897"/>
                  </a:lnTo>
                  <a:lnTo>
                    <a:pt x="1141199" y="975818"/>
                  </a:lnTo>
                  <a:lnTo>
                    <a:pt x="1138746" y="973492"/>
                  </a:lnTo>
                  <a:lnTo>
                    <a:pt x="1135335" y="967204"/>
                  </a:lnTo>
                  <a:lnTo>
                    <a:pt x="1136113" y="960386"/>
                  </a:lnTo>
                  <a:lnTo>
                    <a:pt x="1140528" y="954918"/>
                  </a:lnTo>
                  <a:lnTo>
                    <a:pt x="1148027" y="952677"/>
                  </a:lnTo>
                  <a:lnTo>
                    <a:pt x="1149165" y="952629"/>
                  </a:lnTo>
                  <a:lnTo>
                    <a:pt x="1155436" y="952629"/>
                  </a:lnTo>
                  <a:lnTo>
                    <a:pt x="1160671" y="958648"/>
                  </a:lnTo>
                  <a:lnTo>
                    <a:pt x="1160671" y="972245"/>
                  </a:lnTo>
                  <a:lnTo>
                    <a:pt x="1154121" y="976897"/>
                  </a:lnTo>
                  <a:close/>
                </a:path>
                <a:path w="4122420" h="2482215">
                  <a:moveTo>
                    <a:pt x="1646367" y="1012099"/>
                  </a:moveTo>
                  <a:lnTo>
                    <a:pt x="1636910" y="1012099"/>
                  </a:lnTo>
                  <a:lnTo>
                    <a:pt x="1633825" y="1011020"/>
                  </a:lnTo>
                  <a:lnTo>
                    <a:pt x="1631347" y="1008670"/>
                  </a:lnTo>
                  <a:lnTo>
                    <a:pt x="1627602" y="1002137"/>
                  </a:lnTo>
                  <a:lnTo>
                    <a:pt x="1628338" y="995433"/>
                  </a:lnTo>
                  <a:lnTo>
                    <a:pt x="1632791" y="990150"/>
                  </a:lnTo>
                  <a:lnTo>
                    <a:pt x="1640197" y="987880"/>
                  </a:lnTo>
                  <a:lnTo>
                    <a:pt x="1647606" y="988095"/>
                  </a:lnTo>
                  <a:lnTo>
                    <a:pt x="1653296" y="993611"/>
                  </a:lnTo>
                  <a:lnTo>
                    <a:pt x="1653296" y="999893"/>
                  </a:lnTo>
                  <a:lnTo>
                    <a:pt x="1652715" y="1007447"/>
                  </a:lnTo>
                  <a:lnTo>
                    <a:pt x="1646367" y="1012099"/>
                  </a:lnTo>
                  <a:close/>
                </a:path>
                <a:path w="4122420" h="2482215">
                  <a:moveTo>
                    <a:pt x="3164655" y="1010349"/>
                  </a:moveTo>
                  <a:lnTo>
                    <a:pt x="3164199" y="1010349"/>
                  </a:lnTo>
                  <a:lnTo>
                    <a:pt x="3163188" y="1010277"/>
                  </a:lnTo>
                  <a:lnTo>
                    <a:pt x="3154169" y="1006074"/>
                  </a:lnTo>
                  <a:lnTo>
                    <a:pt x="3151163" y="998275"/>
                  </a:lnTo>
                  <a:lnTo>
                    <a:pt x="3154169" y="990475"/>
                  </a:lnTo>
                  <a:lnTo>
                    <a:pt x="3163188" y="986273"/>
                  </a:lnTo>
                  <a:lnTo>
                    <a:pt x="3164655" y="986225"/>
                  </a:lnTo>
                  <a:lnTo>
                    <a:pt x="3173516" y="989994"/>
                  </a:lnTo>
                  <a:lnTo>
                    <a:pt x="3176470" y="998287"/>
                  </a:lnTo>
                  <a:lnTo>
                    <a:pt x="3173516" y="1006579"/>
                  </a:lnTo>
                  <a:lnTo>
                    <a:pt x="3164655" y="1010349"/>
                  </a:lnTo>
                  <a:close/>
                </a:path>
                <a:path w="4122420" h="2482215">
                  <a:moveTo>
                    <a:pt x="3392469" y="1010349"/>
                  </a:moveTo>
                  <a:lnTo>
                    <a:pt x="3391964" y="1010349"/>
                  </a:lnTo>
                  <a:lnTo>
                    <a:pt x="3390926" y="1010277"/>
                  </a:lnTo>
                  <a:lnTo>
                    <a:pt x="3381923" y="1006431"/>
                  </a:lnTo>
                  <a:lnTo>
                    <a:pt x="3378922" y="998683"/>
                  </a:lnTo>
                  <a:lnTo>
                    <a:pt x="3381923" y="990934"/>
                  </a:lnTo>
                  <a:lnTo>
                    <a:pt x="3390926" y="987088"/>
                  </a:lnTo>
                  <a:lnTo>
                    <a:pt x="3391458" y="987040"/>
                  </a:lnTo>
                  <a:lnTo>
                    <a:pt x="3392469" y="987016"/>
                  </a:lnTo>
                  <a:lnTo>
                    <a:pt x="3401288" y="990662"/>
                  </a:lnTo>
                  <a:lnTo>
                    <a:pt x="3404228" y="998683"/>
                  </a:lnTo>
                  <a:lnTo>
                    <a:pt x="3401288" y="1006703"/>
                  </a:lnTo>
                  <a:lnTo>
                    <a:pt x="3392469" y="1010349"/>
                  </a:lnTo>
                  <a:close/>
                </a:path>
                <a:path w="4122420" h="2482215">
                  <a:moveTo>
                    <a:pt x="3996588" y="1011092"/>
                  </a:moveTo>
                  <a:lnTo>
                    <a:pt x="3989836" y="1011092"/>
                  </a:lnTo>
                  <a:lnTo>
                    <a:pt x="3983944" y="1005481"/>
                  </a:lnTo>
                  <a:lnTo>
                    <a:pt x="3983944" y="999078"/>
                  </a:lnTo>
                  <a:lnTo>
                    <a:pt x="3983084" y="992676"/>
                  </a:lnTo>
                  <a:lnTo>
                    <a:pt x="3989001" y="987088"/>
                  </a:lnTo>
                  <a:lnTo>
                    <a:pt x="3998282" y="987088"/>
                  </a:lnTo>
                  <a:lnTo>
                    <a:pt x="3999951" y="987880"/>
                  </a:lnTo>
                  <a:lnTo>
                    <a:pt x="3996588" y="1011092"/>
                  </a:lnTo>
                  <a:close/>
                </a:path>
                <a:path w="4122420" h="2482215">
                  <a:moveTo>
                    <a:pt x="3926921" y="1011116"/>
                  </a:moveTo>
                  <a:lnTo>
                    <a:pt x="3917134" y="1011116"/>
                  </a:lnTo>
                  <a:lnTo>
                    <a:pt x="3914024" y="1010133"/>
                  </a:lnTo>
                  <a:lnTo>
                    <a:pt x="3911394" y="1007879"/>
                  </a:lnTo>
                  <a:lnTo>
                    <a:pt x="3908101" y="1001262"/>
                  </a:lnTo>
                  <a:lnTo>
                    <a:pt x="3909074" y="994489"/>
                  </a:lnTo>
                  <a:lnTo>
                    <a:pt x="3913528" y="989214"/>
                  </a:lnTo>
                  <a:lnTo>
                    <a:pt x="3920675" y="987088"/>
                  </a:lnTo>
                  <a:lnTo>
                    <a:pt x="3921105" y="987040"/>
                  </a:lnTo>
                  <a:lnTo>
                    <a:pt x="3921964" y="987016"/>
                  </a:lnTo>
                  <a:lnTo>
                    <a:pt x="3928160" y="987016"/>
                  </a:lnTo>
                  <a:lnTo>
                    <a:pt x="3933319" y="992340"/>
                  </a:lnTo>
                  <a:lnTo>
                    <a:pt x="3933319" y="1006248"/>
                  </a:lnTo>
                  <a:lnTo>
                    <a:pt x="3926921" y="1011116"/>
                  </a:lnTo>
                  <a:close/>
                </a:path>
                <a:path w="4122420" h="2482215">
                  <a:moveTo>
                    <a:pt x="3543410" y="1011140"/>
                  </a:moveTo>
                  <a:lnTo>
                    <a:pt x="3542930" y="1011140"/>
                  </a:lnTo>
                  <a:lnTo>
                    <a:pt x="3541919" y="1011092"/>
                  </a:lnTo>
                  <a:lnTo>
                    <a:pt x="3532915" y="1006890"/>
                  </a:lnTo>
                  <a:lnTo>
                    <a:pt x="3529918" y="999078"/>
                  </a:lnTo>
                  <a:lnTo>
                    <a:pt x="3532915" y="991291"/>
                  </a:lnTo>
                  <a:lnTo>
                    <a:pt x="3541919" y="987088"/>
                  </a:lnTo>
                  <a:lnTo>
                    <a:pt x="3542424" y="987040"/>
                  </a:lnTo>
                  <a:lnTo>
                    <a:pt x="3543410" y="987016"/>
                  </a:lnTo>
                  <a:lnTo>
                    <a:pt x="3552258" y="990786"/>
                  </a:lnTo>
                  <a:lnTo>
                    <a:pt x="3555203" y="999090"/>
                  </a:lnTo>
                  <a:lnTo>
                    <a:pt x="3552258" y="1007371"/>
                  </a:lnTo>
                  <a:lnTo>
                    <a:pt x="3543410" y="1011140"/>
                  </a:lnTo>
                  <a:close/>
                </a:path>
                <a:path w="4122420" h="2482215">
                  <a:moveTo>
                    <a:pt x="3770391" y="1011140"/>
                  </a:moveTo>
                  <a:lnTo>
                    <a:pt x="3769885" y="1011140"/>
                  </a:lnTo>
                  <a:lnTo>
                    <a:pt x="3768823" y="1011092"/>
                  </a:lnTo>
                  <a:lnTo>
                    <a:pt x="3760289" y="1006890"/>
                  </a:lnTo>
                  <a:lnTo>
                    <a:pt x="3757448" y="999078"/>
                  </a:lnTo>
                  <a:lnTo>
                    <a:pt x="3760289" y="991291"/>
                  </a:lnTo>
                  <a:lnTo>
                    <a:pt x="3768823" y="987088"/>
                  </a:lnTo>
                  <a:lnTo>
                    <a:pt x="3769355" y="987040"/>
                  </a:lnTo>
                  <a:lnTo>
                    <a:pt x="3770391" y="987016"/>
                  </a:lnTo>
                  <a:lnTo>
                    <a:pt x="3779665" y="990786"/>
                  </a:lnTo>
                  <a:lnTo>
                    <a:pt x="3782752" y="999090"/>
                  </a:lnTo>
                  <a:lnTo>
                    <a:pt x="3779665" y="1007371"/>
                  </a:lnTo>
                  <a:lnTo>
                    <a:pt x="3770391" y="1011140"/>
                  </a:lnTo>
                  <a:close/>
                </a:path>
                <a:path w="4122420" h="2482215">
                  <a:moveTo>
                    <a:pt x="3244765" y="1011284"/>
                  </a:moveTo>
                  <a:lnTo>
                    <a:pt x="3235383" y="1011284"/>
                  </a:lnTo>
                  <a:lnTo>
                    <a:pt x="3232298" y="1010229"/>
                  </a:lnTo>
                  <a:lnTo>
                    <a:pt x="3229820" y="1007879"/>
                  </a:lnTo>
                  <a:lnTo>
                    <a:pt x="3226057" y="1001262"/>
                  </a:lnTo>
                  <a:lnTo>
                    <a:pt x="3226874" y="994489"/>
                  </a:lnTo>
                  <a:lnTo>
                    <a:pt x="3231484" y="989214"/>
                  </a:lnTo>
                  <a:lnTo>
                    <a:pt x="3239101" y="987088"/>
                  </a:lnTo>
                  <a:lnTo>
                    <a:pt x="3245852" y="987088"/>
                  </a:lnTo>
                  <a:lnTo>
                    <a:pt x="3251769" y="992676"/>
                  </a:lnTo>
                  <a:lnTo>
                    <a:pt x="3250910" y="999078"/>
                  </a:lnTo>
                  <a:lnTo>
                    <a:pt x="3250910" y="1006656"/>
                  </a:lnTo>
                  <a:lnTo>
                    <a:pt x="3244765" y="1011284"/>
                  </a:lnTo>
                  <a:close/>
                </a:path>
                <a:path w="4122420" h="2482215">
                  <a:moveTo>
                    <a:pt x="3320678" y="1011284"/>
                  </a:moveTo>
                  <a:lnTo>
                    <a:pt x="3311297" y="1011284"/>
                  </a:lnTo>
                  <a:lnTo>
                    <a:pt x="3308212" y="1010229"/>
                  </a:lnTo>
                  <a:lnTo>
                    <a:pt x="3305733" y="1007879"/>
                  </a:lnTo>
                  <a:lnTo>
                    <a:pt x="3301957" y="1001262"/>
                  </a:lnTo>
                  <a:lnTo>
                    <a:pt x="3302683" y="994489"/>
                  </a:lnTo>
                  <a:lnTo>
                    <a:pt x="3307046" y="989214"/>
                  </a:lnTo>
                  <a:lnTo>
                    <a:pt x="3314180" y="987088"/>
                  </a:lnTo>
                  <a:lnTo>
                    <a:pt x="3321765" y="987088"/>
                  </a:lnTo>
                  <a:lnTo>
                    <a:pt x="3327683" y="992676"/>
                  </a:lnTo>
                  <a:lnTo>
                    <a:pt x="3326823" y="999078"/>
                  </a:lnTo>
                  <a:lnTo>
                    <a:pt x="3326823" y="1006656"/>
                  </a:lnTo>
                  <a:lnTo>
                    <a:pt x="3320678" y="1011284"/>
                  </a:lnTo>
                  <a:close/>
                </a:path>
                <a:path w="4122420" h="2482215">
                  <a:moveTo>
                    <a:pt x="3472505" y="1011284"/>
                  </a:moveTo>
                  <a:lnTo>
                    <a:pt x="3462744" y="1011284"/>
                  </a:lnTo>
                  <a:lnTo>
                    <a:pt x="3459481" y="1010229"/>
                  </a:lnTo>
                  <a:lnTo>
                    <a:pt x="3456725" y="1007879"/>
                  </a:lnTo>
                  <a:lnTo>
                    <a:pt x="3453314" y="1001262"/>
                  </a:lnTo>
                  <a:lnTo>
                    <a:pt x="3454092" y="994489"/>
                  </a:lnTo>
                  <a:lnTo>
                    <a:pt x="3458506" y="989214"/>
                  </a:lnTo>
                  <a:lnTo>
                    <a:pt x="3466005" y="987088"/>
                  </a:lnTo>
                  <a:lnTo>
                    <a:pt x="3472757" y="987088"/>
                  </a:lnTo>
                  <a:lnTo>
                    <a:pt x="3478674" y="992676"/>
                  </a:lnTo>
                  <a:lnTo>
                    <a:pt x="3478674" y="1006656"/>
                  </a:lnTo>
                  <a:lnTo>
                    <a:pt x="3472505" y="1011284"/>
                  </a:lnTo>
                  <a:close/>
                </a:path>
                <a:path w="4122420" h="2482215">
                  <a:moveTo>
                    <a:pt x="3623496" y="1011284"/>
                  </a:moveTo>
                  <a:lnTo>
                    <a:pt x="3614114" y="1011284"/>
                  </a:lnTo>
                  <a:lnTo>
                    <a:pt x="3611030" y="1010229"/>
                  </a:lnTo>
                  <a:lnTo>
                    <a:pt x="3608576" y="1007879"/>
                  </a:lnTo>
                  <a:lnTo>
                    <a:pt x="3604803" y="1001262"/>
                  </a:lnTo>
                  <a:lnTo>
                    <a:pt x="3605621" y="994489"/>
                  </a:lnTo>
                  <a:lnTo>
                    <a:pt x="3610237" y="989214"/>
                  </a:lnTo>
                  <a:lnTo>
                    <a:pt x="3617857" y="987088"/>
                  </a:lnTo>
                  <a:lnTo>
                    <a:pt x="3624583" y="987088"/>
                  </a:lnTo>
                  <a:lnTo>
                    <a:pt x="3630501" y="992676"/>
                  </a:lnTo>
                  <a:lnTo>
                    <a:pt x="3629666" y="999078"/>
                  </a:lnTo>
                  <a:lnTo>
                    <a:pt x="3629666" y="1006656"/>
                  </a:lnTo>
                  <a:lnTo>
                    <a:pt x="3623496" y="1011284"/>
                  </a:lnTo>
                  <a:close/>
                </a:path>
                <a:path w="4122420" h="2482215">
                  <a:moveTo>
                    <a:pt x="3699409" y="1011284"/>
                  </a:moveTo>
                  <a:lnTo>
                    <a:pt x="3690027" y="1011284"/>
                  </a:lnTo>
                  <a:lnTo>
                    <a:pt x="3686942" y="1010229"/>
                  </a:lnTo>
                  <a:lnTo>
                    <a:pt x="3684490" y="1007879"/>
                  </a:lnTo>
                  <a:lnTo>
                    <a:pt x="3680702" y="1001262"/>
                  </a:lnTo>
                  <a:lnTo>
                    <a:pt x="3681427" y="994489"/>
                  </a:lnTo>
                  <a:lnTo>
                    <a:pt x="3685787" y="989214"/>
                  </a:lnTo>
                  <a:lnTo>
                    <a:pt x="3692910" y="987088"/>
                  </a:lnTo>
                  <a:lnTo>
                    <a:pt x="3700522" y="987088"/>
                  </a:lnTo>
                  <a:lnTo>
                    <a:pt x="3706414" y="992676"/>
                  </a:lnTo>
                  <a:lnTo>
                    <a:pt x="3705579" y="999078"/>
                  </a:lnTo>
                  <a:lnTo>
                    <a:pt x="3705579" y="1006656"/>
                  </a:lnTo>
                  <a:lnTo>
                    <a:pt x="3699409" y="1011284"/>
                  </a:lnTo>
                  <a:close/>
                </a:path>
                <a:path w="4122420" h="2482215">
                  <a:moveTo>
                    <a:pt x="3851261" y="1011284"/>
                  </a:moveTo>
                  <a:lnTo>
                    <a:pt x="3841474" y="1011284"/>
                  </a:lnTo>
                  <a:lnTo>
                    <a:pt x="3838213" y="1010229"/>
                  </a:lnTo>
                  <a:lnTo>
                    <a:pt x="3835481" y="1007879"/>
                  </a:lnTo>
                  <a:lnTo>
                    <a:pt x="3832059" y="1001262"/>
                  </a:lnTo>
                  <a:lnTo>
                    <a:pt x="3832839" y="994489"/>
                  </a:lnTo>
                  <a:lnTo>
                    <a:pt x="3837259" y="989214"/>
                  </a:lnTo>
                  <a:lnTo>
                    <a:pt x="3844762" y="987088"/>
                  </a:lnTo>
                  <a:lnTo>
                    <a:pt x="3851488" y="987088"/>
                  </a:lnTo>
                  <a:lnTo>
                    <a:pt x="3857405" y="992676"/>
                  </a:lnTo>
                  <a:lnTo>
                    <a:pt x="3857405" y="1006656"/>
                  </a:lnTo>
                  <a:lnTo>
                    <a:pt x="3851261" y="1011284"/>
                  </a:lnTo>
                  <a:close/>
                </a:path>
                <a:path w="4122420" h="2482215">
                  <a:moveTo>
                    <a:pt x="736978" y="1011644"/>
                  </a:moveTo>
                  <a:lnTo>
                    <a:pt x="727217" y="1011644"/>
                  </a:lnTo>
                  <a:lnTo>
                    <a:pt x="723955" y="1010493"/>
                  </a:lnTo>
                  <a:lnTo>
                    <a:pt x="721199" y="1007879"/>
                  </a:lnTo>
                  <a:lnTo>
                    <a:pt x="717788" y="1001595"/>
                  </a:lnTo>
                  <a:lnTo>
                    <a:pt x="718566" y="994786"/>
                  </a:lnTo>
                  <a:lnTo>
                    <a:pt x="722981" y="989325"/>
                  </a:lnTo>
                  <a:lnTo>
                    <a:pt x="730480" y="987088"/>
                  </a:lnTo>
                  <a:lnTo>
                    <a:pt x="731314" y="987880"/>
                  </a:lnTo>
                  <a:lnTo>
                    <a:pt x="737231" y="988695"/>
                  </a:lnTo>
                  <a:lnTo>
                    <a:pt x="742289" y="993491"/>
                  </a:lnTo>
                  <a:lnTo>
                    <a:pt x="743123" y="999078"/>
                  </a:lnTo>
                  <a:lnTo>
                    <a:pt x="743123" y="1006632"/>
                  </a:lnTo>
                  <a:lnTo>
                    <a:pt x="736978" y="1011644"/>
                  </a:lnTo>
                  <a:close/>
                </a:path>
                <a:path w="4122420" h="2482215">
                  <a:moveTo>
                    <a:pt x="812158" y="1011644"/>
                  </a:moveTo>
                  <a:lnTo>
                    <a:pt x="802675" y="1011644"/>
                  </a:lnTo>
                  <a:lnTo>
                    <a:pt x="799590" y="1010493"/>
                  </a:lnTo>
                  <a:lnTo>
                    <a:pt x="797112" y="1007879"/>
                  </a:lnTo>
                  <a:lnTo>
                    <a:pt x="793349" y="1001595"/>
                  </a:lnTo>
                  <a:lnTo>
                    <a:pt x="794166" y="994786"/>
                  </a:lnTo>
                  <a:lnTo>
                    <a:pt x="798776" y="989325"/>
                  </a:lnTo>
                  <a:lnTo>
                    <a:pt x="806392" y="987088"/>
                  </a:lnTo>
                  <a:lnTo>
                    <a:pt x="807252" y="987880"/>
                  </a:lnTo>
                  <a:lnTo>
                    <a:pt x="813144" y="988695"/>
                  </a:lnTo>
                  <a:lnTo>
                    <a:pt x="818202" y="993491"/>
                  </a:lnTo>
                  <a:lnTo>
                    <a:pt x="819062" y="999078"/>
                  </a:lnTo>
                  <a:lnTo>
                    <a:pt x="818480" y="1006632"/>
                  </a:lnTo>
                  <a:lnTo>
                    <a:pt x="812158" y="1011644"/>
                  </a:lnTo>
                  <a:close/>
                </a:path>
                <a:path w="4122420" h="2482215">
                  <a:moveTo>
                    <a:pt x="1267561" y="1011644"/>
                  </a:moveTo>
                  <a:lnTo>
                    <a:pt x="1257800" y="1011644"/>
                  </a:lnTo>
                  <a:lnTo>
                    <a:pt x="1254512" y="1010493"/>
                  </a:lnTo>
                  <a:lnTo>
                    <a:pt x="1251781" y="1007879"/>
                  </a:lnTo>
                  <a:lnTo>
                    <a:pt x="1248370" y="1001595"/>
                  </a:lnTo>
                  <a:lnTo>
                    <a:pt x="1249148" y="994786"/>
                  </a:lnTo>
                  <a:lnTo>
                    <a:pt x="1253563" y="989325"/>
                  </a:lnTo>
                  <a:lnTo>
                    <a:pt x="1261062" y="987088"/>
                  </a:lnTo>
                  <a:lnTo>
                    <a:pt x="1261062" y="987880"/>
                  </a:lnTo>
                  <a:lnTo>
                    <a:pt x="1267813" y="988695"/>
                  </a:lnTo>
                  <a:lnTo>
                    <a:pt x="1272871" y="993491"/>
                  </a:lnTo>
                  <a:lnTo>
                    <a:pt x="1273706" y="999078"/>
                  </a:lnTo>
                  <a:lnTo>
                    <a:pt x="1273706" y="1006632"/>
                  </a:lnTo>
                  <a:lnTo>
                    <a:pt x="1267561" y="1011644"/>
                  </a:lnTo>
                  <a:close/>
                </a:path>
                <a:path w="4122420" h="2482215">
                  <a:moveTo>
                    <a:pt x="888880" y="1011668"/>
                  </a:moveTo>
                  <a:lnTo>
                    <a:pt x="879145" y="1011668"/>
                  </a:lnTo>
                  <a:lnTo>
                    <a:pt x="875807" y="1010517"/>
                  </a:lnTo>
                  <a:lnTo>
                    <a:pt x="873025" y="1007879"/>
                  </a:lnTo>
                  <a:lnTo>
                    <a:pt x="869735" y="1001719"/>
                  </a:lnTo>
                  <a:lnTo>
                    <a:pt x="870715" y="995181"/>
                  </a:lnTo>
                  <a:lnTo>
                    <a:pt x="875170" y="989993"/>
                  </a:lnTo>
                  <a:lnTo>
                    <a:pt x="882306" y="987880"/>
                  </a:lnTo>
                  <a:lnTo>
                    <a:pt x="889057" y="988695"/>
                  </a:lnTo>
                  <a:lnTo>
                    <a:pt x="894975" y="993491"/>
                  </a:lnTo>
                  <a:lnTo>
                    <a:pt x="894975" y="1006848"/>
                  </a:lnTo>
                  <a:lnTo>
                    <a:pt x="888880" y="1011668"/>
                  </a:lnTo>
                  <a:close/>
                </a:path>
                <a:path w="4122420" h="2482215">
                  <a:moveTo>
                    <a:pt x="964819" y="1011668"/>
                  </a:moveTo>
                  <a:lnTo>
                    <a:pt x="955437" y="1011668"/>
                  </a:lnTo>
                  <a:lnTo>
                    <a:pt x="952301" y="1010517"/>
                  </a:lnTo>
                  <a:lnTo>
                    <a:pt x="949798" y="1007879"/>
                  </a:lnTo>
                  <a:lnTo>
                    <a:pt x="946011" y="1001719"/>
                  </a:lnTo>
                  <a:lnTo>
                    <a:pt x="946735" y="995181"/>
                  </a:lnTo>
                  <a:lnTo>
                    <a:pt x="951096" y="989993"/>
                  </a:lnTo>
                  <a:lnTo>
                    <a:pt x="958219" y="987880"/>
                  </a:lnTo>
                  <a:lnTo>
                    <a:pt x="964971" y="987880"/>
                  </a:lnTo>
                  <a:lnTo>
                    <a:pt x="970888" y="993491"/>
                  </a:lnTo>
                  <a:lnTo>
                    <a:pt x="970888" y="1006848"/>
                  </a:lnTo>
                  <a:lnTo>
                    <a:pt x="964819" y="1011668"/>
                  </a:lnTo>
                  <a:close/>
                </a:path>
                <a:path w="4122420" h="2482215">
                  <a:moveTo>
                    <a:pt x="1343549" y="1011668"/>
                  </a:moveTo>
                  <a:lnTo>
                    <a:pt x="1334168" y="1011668"/>
                  </a:lnTo>
                  <a:lnTo>
                    <a:pt x="1331032" y="1010517"/>
                  </a:lnTo>
                  <a:lnTo>
                    <a:pt x="1328529" y="1007879"/>
                  </a:lnTo>
                  <a:lnTo>
                    <a:pt x="1324753" y="1001719"/>
                  </a:lnTo>
                  <a:lnTo>
                    <a:pt x="1325479" y="995181"/>
                  </a:lnTo>
                  <a:lnTo>
                    <a:pt x="1329841" y="989993"/>
                  </a:lnTo>
                  <a:lnTo>
                    <a:pt x="1336975" y="987880"/>
                  </a:lnTo>
                  <a:lnTo>
                    <a:pt x="1343727" y="987880"/>
                  </a:lnTo>
                  <a:lnTo>
                    <a:pt x="1349619" y="993491"/>
                  </a:lnTo>
                  <a:lnTo>
                    <a:pt x="1349619" y="1006848"/>
                  </a:lnTo>
                  <a:lnTo>
                    <a:pt x="1343549" y="1011668"/>
                  </a:lnTo>
                  <a:close/>
                </a:path>
                <a:path w="4122420" h="2482215">
                  <a:moveTo>
                    <a:pt x="1722280" y="1011668"/>
                  </a:moveTo>
                  <a:lnTo>
                    <a:pt x="1712924" y="1011668"/>
                  </a:lnTo>
                  <a:lnTo>
                    <a:pt x="1709763" y="1010517"/>
                  </a:lnTo>
                  <a:lnTo>
                    <a:pt x="1707285" y="1007879"/>
                  </a:lnTo>
                  <a:lnTo>
                    <a:pt x="1703498" y="1001719"/>
                  </a:lnTo>
                  <a:lnTo>
                    <a:pt x="1704222" y="995181"/>
                  </a:lnTo>
                  <a:lnTo>
                    <a:pt x="1708583" y="989993"/>
                  </a:lnTo>
                  <a:lnTo>
                    <a:pt x="1715706" y="987880"/>
                  </a:lnTo>
                  <a:lnTo>
                    <a:pt x="1722458" y="987880"/>
                  </a:lnTo>
                  <a:lnTo>
                    <a:pt x="1728375" y="993491"/>
                  </a:lnTo>
                  <a:lnTo>
                    <a:pt x="1728375" y="1006848"/>
                  </a:lnTo>
                  <a:lnTo>
                    <a:pt x="1722280" y="1011668"/>
                  </a:lnTo>
                  <a:close/>
                </a:path>
                <a:path w="4122420" h="2482215">
                  <a:moveTo>
                    <a:pt x="1798219" y="1011668"/>
                  </a:moveTo>
                  <a:lnTo>
                    <a:pt x="1788458" y="1011668"/>
                  </a:lnTo>
                  <a:lnTo>
                    <a:pt x="1785120" y="1010517"/>
                  </a:lnTo>
                  <a:lnTo>
                    <a:pt x="1782338" y="1007879"/>
                  </a:lnTo>
                  <a:lnTo>
                    <a:pt x="1779048" y="1001719"/>
                  </a:lnTo>
                  <a:lnTo>
                    <a:pt x="1780028" y="995181"/>
                  </a:lnTo>
                  <a:lnTo>
                    <a:pt x="1784483" y="989993"/>
                  </a:lnTo>
                  <a:lnTo>
                    <a:pt x="1791619" y="987880"/>
                  </a:lnTo>
                  <a:lnTo>
                    <a:pt x="1798371" y="987880"/>
                  </a:lnTo>
                  <a:lnTo>
                    <a:pt x="1804288" y="993491"/>
                  </a:lnTo>
                  <a:lnTo>
                    <a:pt x="1804288" y="1006848"/>
                  </a:lnTo>
                  <a:lnTo>
                    <a:pt x="1798219" y="1011668"/>
                  </a:lnTo>
                  <a:close/>
                </a:path>
                <a:path w="4122420" h="2482215">
                  <a:moveTo>
                    <a:pt x="1494668" y="1011931"/>
                  </a:moveTo>
                  <a:lnTo>
                    <a:pt x="1484907" y="1011931"/>
                  </a:lnTo>
                  <a:lnTo>
                    <a:pt x="1481898" y="1010924"/>
                  </a:lnTo>
                  <a:lnTo>
                    <a:pt x="1479521" y="1008670"/>
                  </a:lnTo>
                  <a:lnTo>
                    <a:pt x="1475758" y="1002053"/>
                  </a:lnTo>
                  <a:lnTo>
                    <a:pt x="1476575" y="995280"/>
                  </a:lnTo>
                  <a:lnTo>
                    <a:pt x="1481185" y="990005"/>
                  </a:lnTo>
                  <a:lnTo>
                    <a:pt x="1488801" y="987880"/>
                  </a:lnTo>
                  <a:lnTo>
                    <a:pt x="1495553" y="987880"/>
                  </a:lnTo>
                  <a:lnTo>
                    <a:pt x="1500610" y="993491"/>
                  </a:lnTo>
                  <a:lnTo>
                    <a:pt x="1501445" y="999893"/>
                  </a:lnTo>
                  <a:lnTo>
                    <a:pt x="1501445" y="1007040"/>
                  </a:lnTo>
                  <a:lnTo>
                    <a:pt x="1494668" y="1011931"/>
                  </a:lnTo>
                  <a:close/>
                </a:path>
                <a:path w="4122420" h="2482215">
                  <a:moveTo>
                    <a:pt x="1570126" y="1011931"/>
                  </a:moveTo>
                  <a:lnTo>
                    <a:pt x="1560744" y="1011931"/>
                  </a:lnTo>
                  <a:lnTo>
                    <a:pt x="1557811" y="1010924"/>
                  </a:lnTo>
                  <a:lnTo>
                    <a:pt x="1555433" y="1008670"/>
                  </a:lnTo>
                  <a:lnTo>
                    <a:pt x="1551670" y="1002053"/>
                  </a:lnTo>
                  <a:lnTo>
                    <a:pt x="1552488" y="995280"/>
                  </a:lnTo>
                  <a:lnTo>
                    <a:pt x="1557098" y="990005"/>
                  </a:lnTo>
                  <a:lnTo>
                    <a:pt x="1564714" y="987880"/>
                  </a:lnTo>
                  <a:lnTo>
                    <a:pt x="1571466" y="987880"/>
                  </a:lnTo>
                  <a:lnTo>
                    <a:pt x="1576523" y="993491"/>
                  </a:lnTo>
                  <a:lnTo>
                    <a:pt x="1576523" y="1007040"/>
                  </a:lnTo>
                  <a:lnTo>
                    <a:pt x="1570126" y="1011931"/>
                  </a:lnTo>
                  <a:close/>
                </a:path>
                <a:path w="4122420" h="2482215">
                  <a:moveTo>
                    <a:pt x="1040631" y="1012099"/>
                  </a:moveTo>
                  <a:lnTo>
                    <a:pt x="1030870" y="1012099"/>
                  </a:lnTo>
                  <a:lnTo>
                    <a:pt x="1027608" y="1011020"/>
                  </a:lnTo>
                  <a:lnTo>
                    <a:pt x="1024876" y="1008670"/>
                  </a:lnTo>
                  <a:lnTo>
                    <a:pt x="1021572" y="1002053"/>
                  </a:lnTo>
                  <a:lnTo>
                    <a:pt x="1022547" y="995280"/>
                  </a:lnTo>
                  <a:lnTo>
                    <a:pt x="1027007" y="990005"/>
                  </a:lnTo>
                  <a:lnTo>
                    <a:pt x="1034157" y="987880"/>
                  </a:lnTo>
                  <a:lnTo>
                    <a:pt x="1040883" y="987880"/>
                  </a:lnTo>
                  <a:lnTo>
                    <a:pt x="1046801" y="993491"/>
                  </a:lnTo>
                  <a:lnTo>
                    <a:pt x="1046801" y="1007447"/>
                  </a:lnTo>
                  <a:lnTo>
                    <a:pt x="1040631" y="1012099"/>
                  </a:lnTo>
                  <a:close/>
                </a:path>
                <a:path w="4122420" h="2482215">
                  <a:moveTo>
                    <a:pt x="1116569" y="1012099"/>
                  </a:moveTo>
                  <a:lnTo>
                    <a:pt x="1106783" y="1012099"/>
                  </a:lnTo>
                  <a:lnTo>
                    <a:pt x="1103521" y="1011020"/>
                  </a:lnTo>
                  <a:lnTo>
                    <a:pt x="1100790" y="1008670"/>
                  </a:lnTo>
                  <a:lnTo>
                    <a:pt x="1097379" y="1002387"/>
                  </a:lnTo>
                  <a:lnTo>
                    <a:pt x="1098157" y="995577"/>
                  </a:lnTo>
                  <a:lnTo>
                    <a:pt x="1102571" y="990116"/>
                  </a:lnTo>
                  <a:lnTo>
                    <a:pt x="1110070" y="987880"/>
                  </a:lnTo>
                  <a:lnTo>
                    <a:pt x="1116822" y="987880"/>
                  </a:lnTo>
                  <a:lnTo>
                    <a:pt x="1122714" y="993491"/>
                  </a:lnTo>
                  <a:lnTo>
                    <a:pt x="1122714" y="1007447"/>
                  </a:lnTo>
                  <a:lnTo>
                    <a:pt x="1116569" y="1012099"/>
                  </a:lnTo>
                  <a:close/>
                </a:path>
                <a:path w="4122420" h="2482215">
                  <a:moveTo>
                    <a:pt x="1419008" y="1012099"/>
                  </a:moveTo>
                  <a:lnTo>
                    <a:pt x="1409247" y="1012099"/>
                  </a:lnTo>
                  <a:lnTo>
                    <a:pt x="1406060" y="1011020"/>
                  </a:lnTo>
                  <a:lnTo>
                    <a:pt x="1403607" y="1008670"/>
                  </a:lnTo>
                  <a:lnTo>
                    <a:pt x="1400196" y="1002053"/>
                  </a:lnTo>
                  <a:lnTo>
                    <a:pt x="1400975" y="995280"/>
                  </a:lnTo>
                  <a:lnTo>
                    <a:pt x="1405389" y="990005"/>
                  </a:lnTo>
                  <a:lnTo>
                    <a:pt x="1412888" y="987880"/>
                  </a:lnTo>
                  <a:lnTo>
                    <a:pt x="1419640" y="988695"/>
                  </a:lnTo>
                  <a:lnTo>
                    <a:pt x="1425532" y="993491"/>
                  </a:lnTo>
                  <a:lnTo>
                    <a:pt x="1425532" y="1007447"/>
                  </a:lnTo>
                  <a:lnTo>
                    <a:pt x="1419008" y="1012099"/>
                  </a:lnTo>
                  <a:close/>
                </a:path>
                <a:path w="4122420" h="2482215">
                  <a:moveTo>
                    <a:pt x="661976" y="1012483"/>
                  </a:moveTo>
                  <a:lnTo>
                    <a:pt x="652240" y="1012483"/>
                  </a:lnTo>
                  <a:lnTo>
                    <a:pt x="648902" y="1011308"/>
                  </a:lnTo>
                  <a:lnTo>
                    <a:pt x="646121" y="1008670"/>
                  </a:lnTo>
                  <a:lnTo>
                    <a:pt x="642830" y="1002514"/>
                  </a:lnTo>
                  <a:lnTo>
                    <a:pt x="643810" y="995985"/>
                  </a:lnTo>
                  <a:lnTo>
                    <a:pt x="648265" y="990804"/>
                  </a:lnTo>
                  <a:lnTo>
                    <a:pt x="655401" y="988695"/>
                  </a:lnTo>
                  <a:lnTo>
                    <a:pt x="655401" y="987880"/>
                  </a:lnTo>
                  <a:lnTo>
                    <a:pt x="662153" y="987880"/>
                  </a:lnTo>
                  <a:lnTo>
                    <a:pt x="668070" y="993491"/>
                  </a:lnTo>
                  <a:lnTo>
                    <a:pt x="668070" y="1007663"/>
                  </a:lnTo>
                  <a:lnTo>
                    <a:pt x="661976" y="1012483"/>
                  </a:lnTo>
                  <a:close/>
                </a:path>
                <a:path w="4122420" h="2482215">
                  <a:moveTo>
                    <a:pt x="1191723" y="1012483"/>
                  </a:moveTo>
                  <a:lnTo>
                    <a:pt x="1182342" y="1012483"/>
                  </a:lnTo>
                  <a:lnTo>
                    <a:pt x="1179206" y="1011308"/>
                  </a:lnTo>
                  <a:lnTo>
                    <a:pt x="1176703" y="1008670"/>
                  </a:lnTo>
                  <a:lnTo>
                    <a:pt x="1172929" y="1002514"/>
                  </a:lnTo>
                  <a:lnTo>
                    <a:pt x="1173747" y="995985"/>
                  </a:lnTo>
                  <a:lnTo>
                    <a:pt x="1178363" y="990804"/>
                  </a:lnTo>
                  <a:lnTo>
                    <a:pt x="1185983" y="988695"/>
                  </a:lnTo>
                  <a:lnTo>
                    <a:pt x="1185983" y="987880"/>
                  </a:lnTo>
                  <a:lnTo>
                    <a:pt x="1192735" y="987880"/>
                  </a:lnTo>
                  <a:lnTo>
                    <a:pt x="1198627" y="993491"/>
                  </a:lnTo>
                  <a:lnTo>
                    <a:pt x="1197792" y="1000685"/>
                  </a:lnTo>
                  <a:lnTo>
                    <a:pt x="1197792" y="1007663"/>
                  </a:lnTo>
                  <a:lnTo>
                    <a:pt x="1191723" y="1012483"/>
                  </a:lnTo>
                  <a:close/>
                </a:path>
                <a:path w="4122420" h="2482215">
                  <a:moveTo>
                    <a:pt x="1874132" y="1012483"/>
                  </a:moveTo>
                  <a:lnTo>
                    <a:pt x="1864371" y="1012483"/>
                  </a:lnTo>
                  <a:lnTo>
                    <a:pt x="1861033" y="1011308"/>
                  </a:lnTo>
                  <a:lnTo>
                    <a:pt x="1858277" y="1008670"/>
                  </a:lnTo>
                  <a:lnTo>
                    <a:pt x="1854851" y="1002514"/>
                  </a:lnTo>
                  <a:lnTo>
                    <a:pt x="1855622" y="995985"/>
                  </a:lnTo>
                  <a:lnTo>
                    <a:pt x="1860033" y="990804"/>
                  </a:lnTo>
                  <a:lnTo>
                    <a:pt x="1867532" y="988695"/>
                  </a:lnTo>
                  <a:lnTo>
                    <a:pt x="1867532" y="987880"/>
                  </a:lnTo>
                  <a:lnTo>
                    <a:pt x="1874284" y="987880"/>
                  </a:lnTo>
                  <a:lnTo>
                    <a:pt x="1880201" y="993491"/>
                  </a:lnTo>
                  <a:lnTo>
                    <a:pt x="1880201" y="1007663"/>
                  </a:lnTo>
                  <a:lnTo>
                    <a:pt x="1874132" y="1012483"/>
                  </a:lnTo>
                  <a:close/>
                </a:path>
                <a:path w="4122420" h="2482215">
                  <a:moveTo>
                    <a:pt x="1945139" y="1012675"/>
                  </a:moveTo>
                  <a:lnTo>
                    <a:pt x="1943470" y="1012675"/>
                  </a:lnTo>
                  <a:lnTo>
                    <a:pt x="1943470" y="1011884"/>
                  </a:lnTo>
                  <a:lnTo>
                    <a:pt x="1935859" y="1011884"/>
                  </a:lnTo>
                  <a:lnTo>
                    <a:pt x="1930801" y="1007088"/>
                  </a:lnTo>
                  <a:lnTo>
                    <a:pt x="1930801" y="998287"/>
                  </a:lnTo>
                  <a:lnTo>
                    <a:pt x="1931661" y="995889"/>
                  </a:lnTo>
                  <a:lnTo>
                    <a:pt x="1932496" y="994282"/>
                  </a:lnTo>
                  <a:lnTo>
                    <a:pt x="1938387" y="1000685"/>
                  </a:lnTo>
                  <a:lnTo>
                    <a:pt x="1943470" y="1005481"/>
                  </a:lnTo>
                  <a:lnTo>
                    <a:pt x="1948528" y="1011092"/>
                  </a:lnTo>
                  <a:lnTo>
                    <a:pt x="1945139" y="1012675"/>
                  </a:lnTo>
                  <a:close/>
                </a:path>
                <a:path w="4122420" h="2482215">
                  <a:moveTo>
                    <a:pt x="3207011" y="1046319"/>
                  </a:moveTo>
                  <a:lnTo>
                    <a:pt x="3197250" y="1046319"/>
                  </a:lnTo>
                  <a:lnTo>
                    <a:pt x="3194240" y="1045312"/>
                  </a:lnTo>
                  <a:lnTo>
                    <a:pt x="3191864" y="1043081"/>
                  </a:lnTo>
                  <a:lnTo>
                    <a:pt x="3188101" y="1036454"/>
                  </a:lnTo>
                  <a:lnTo>
                    <a:pt x="3188918" y="1029683"/>
                  </a:lnTo>
                  <a:lnTo>
                    <a:pt x="3193528" y="1024413"/>
                  </a:lnTo>
                  <a:lnTo>
                    <a:pt x="3201144" y="1022291"/>
                  </a:lnTo>
                  <a:lnTo>
                    <a:pt x="3201144" y="1023082"/>
                  </a:lnTo>
                  <a:lnTo>
                    <a:pt x="3208589" y="1023082"/>
                  </a:lnTo>
                  <a:lnTo>
                    <a:pt x="3213004" y="1028286"/>
                  </a:lnTo>
                  <a:lnTo>
                    <a:pt x="3213788" y="1034281"/>
                  </a:lnTo>
                  <a:lnTo>
                    <a:pt x="3213788" y="1041427"/>
                  </a:lnTo>
                  <a:lnTo>
                    <a:pt x="3207011" y="1046319"/>
                  </a:lnTo>
                  <a:close/>
                </a:path>
                <a:path w="4122420" h="2482215">
                  <a:moveTo>
                    <a:pt x="3208589" y="1023082"/>
                  </a:moveTo>
                  <a:lnTo>
                    <a:pt x="3201144" y="1023082"/>
                  </a:lnTo>
                  <a:lnTo>
                    <a:pt x="3202004" y="1023010"/>
                  </a:lnTo>
                  <a:lnTo>
                    <a:pt x="3208528" y="1023010"/>
                  </a:lnTo>
                  <a:close/>
                </a:path>
                <a:path w="4122420" h="2482215">
                  <a:moveTo>
                    <a:pt x="3353729" y="1046343"/>
                  </a:moveTo>
                  <a:lnTo>
                    <a:pt x="3353223" y="1046343"/>
                  </a:lnTo>
                  <a:lnTo>
                    <a:pt x="3352136" y="1046271"/>
                  </a:lnTo>
                  <a:lnTo>
                    <a:pt x="3343601" y="1042425"/>
                  </a:lnTo>
                  <a:lnTo>
                    <a:pt x="3340756" y="1034677"/>
                  </a:lnTo>
                  <a:lnTo>
                    <a:pt x="3343601" y="1026928"/>
                  </a:lnTo>
                  <a:lnTo>
                    <a:pt x="3352136" y="1023082"/>
                  </a:lnTo>
                  <a:lnTo>
                    <a:pt x="3352692" y="1023034"/>
                  </a:lnTo>
                  <a:lnTo>
                    <a:pt x="3353729" y="1023010"/>
                  </a:lnTo>
                  <a:lnTo>
                    <a:pt x="3362974" y="1026656"/>
                  </a:lnTo>
                  <a:lnTo>
                    <a:pt x="3366056" y="1034677"/>
                  </a:lnTo>
                  <a:lnTo>
                    <a:pt x="3362974" y="1042697"/>
                  </a:lnTo>
                  <a:lnTo>
                    <a:pt x="3353729" y="1046343"/>
                  </a:lnTo>
                  <a:close/>
                </a:path>
                <a:path w="4122420" h="2482215">
                  <a:moveTo>
                    <a:pt x="3889217" y="1046487"/>
                  </a:moveTo>
                  <a:lnTo>
                    <a:pt x="3879430" y="1046487"/>
                  </a:lnTo>
                  <a:lnTo>
                    <a:pt x="3876169" y="1045408"/>
                  </a:lnTo>
                  <a:lnTo>
                    <a:pt x="3873438" y="1043081"/>
                  </a:lnTo>
                  <a:lnTo>
                    <a:pt x="3870027" y="1036798"/>
                  </a:lnTo>
                  <a:lnTo>
                    <a:pt x="3870804" y="1029988"/>
                  </a:lnTo>
                  <a:lnTo>
                    <a:pt x="3875219" y="1024528"/>
                  </a:lnTo>
                  <a:lnTo>
                    <a:pt x="3882718" y="1022291"/>
                  </a:lnTo>
                  <a:lnTo>
                    <a:pt x="3882718" y="1023082"/>
                  </a:lnTo>
                  <a:lnTo>
                    <a:pt x="3890273" y="1023082"/>
                  </a:lnTo>
                  <a:lnTo>
                    <a:pt x="3895362" y="1028286"/>
                  </a:lnTo>
                  <a:lnTo>
                    <a:pt x="3895362" y="1041835"/>
                  </a:lnTo>
                  <a:lnTo>
                    <a:pt x="3889217" y="1046487"/>
                  </a:lnTo>
                  <a:close/>
                </a:path>
                <a:path w="4122420" h="2482215">
                  <a:moveTo>
                    <a:pt x="3890273" y="1023082"/>
                  </a:moveTo>
                  <a:lnTo>
                    <a:pt x="3882718" y="1023082"/>
                  </a:lnTo>
                  <a:lnTo>
                    <a:pt x="3883578" y="1023010"/>
                  </a:lnTo>
                  <a:lnTo>
                    <a:pt x="3890203" y="1023010"/>
                  </a:lnTo>
                  <a:close/>
                </a:path>
                <a:path w="4122420" h="2482215">
                  <a:moveTo>
                    <a:pt x="3434573" y="1046846"/>
                  </a:moveTo>
                  <a:lnTo>
                    <a:pt x="3425191" y="1046846"/>
                  </a:lnTo>
                  <a:lnTo>
                    <a:pt x="3422081" y="1045671"/>
                  </a:lnTo>
                  <a:lnTo>
                    <a:pt x="3419628" y="1043081"/>
                  </a:lnTo>
                  <a:lnTo>
                    <a:pt x="3415899" y="1036995"/>
                  </a:lnTo>
                  <a:lnTo>
                    <a:pt x="3416518" y="1030432"/>
                  </a:lnTo>
                  <a:lnTo>
                    <a:pt x="3420759" y="1025182"/>
                  </a:lnTo>
                  <a:lnTo>
                    <a:pt x="3427897" y="1023034"/>
                  </a:lnTo>
                  <a:lnTo>
                    <a:pt x="3428226" y="1023034"/>
                  </a:lnTo>
                  <a:lnTo>
                    <a:pt x="3428908" y="1023082"/>
                  </a:lnTo>
                  <a:lnTo>
                    <a:pt x="3435635" y="1023082"/>
                  </a:lnTo>
                  <a:lnTo>
                    <a:pt x="3440718" y="1027878"/>
                  </a:lnTo>
                  <a:lnTo>
                    <a:pt x="3440718" y="1041835"/>
                  </a:lnTo>
                  <a:lnTo>
                    <a:pt x="3434573" y="1046846"/>
                  </a:lnTo>
                  <a:close/>
                </a:path>
                <a:path w="4122420" h="2482215">
                  <a:moveTo>
                    <a:pt x="3661528" y="1046870"/>
                  </a:moveTo>
                  <a:lnTo>
                    <a:pt x="3652172" y="1046870"/>
                  </a:lnTo>
                  <a:lnTo>
                    <a:pt x="3649037" y="1045719"/>
                  </a:lnTo>
                  <a:lnTo>
                    <a:pt x="3646533" y="1043081"/>
                  </a:lnTo>
                  <a:lnTo>
                    <a:pt x="3642746" y="1036922"/>
                  </a:lnTo>
                  <a:lnTo>
                    <a:pt x="3643470" y="1030384"/>
                  </a:lnTo>
                  <a:lnTo>
                    <a:pt x="3647831" y="1025195"/>
                  </a:lnTo>
                  <a:lnTo>
                    <a:pt x="3654954" y="1023082"/>
                  </a:lnTo>
                  <a:lnTo>
                    <a:pt x="3655459" y="1023034"/>
                  </a:lnTo>
                  <a:lnTo>
                    <a:pt x="3656395" y="1023010"/>
                  </a:lnTo>
                  <a:lnTo>
                    <a:pt x="3663172" y="1023010"/>
                  </a:lnTo>
                  <a:lnTo>
                    <a:pt x="3667623" y="1028334"/>
                  </a:lnTo>
                  <a:lnTo>
                    <a:pt x="3667623" y="1042050"/>
                  </a:lnTo>
                  <a:lnTo>
                    <a:pt x="3661528" y="1046870"/>
                  </a:lnTo>
                  <a:close/>
                </a:path>
                <a:path w="4122420" h="2482215">
                  <a:moveTo>
                    <a:pt x="3813380" y="1046870"/>
                  </a:moveTo>
                  <a:lnTo>
                    <a:pt x="3803619" y="1046870"/>
                  </a:lnTo>
                  <a:lnTo>
                    <a:pt x="3800281" y="1045719"/>
                  </a:lnTo>
                  <a:lnTo>
                    <a:pt x="3797525" y="1043081"/>
                  </a:lnTo>
                  <a:lnTo>
                    <a:pt x="3794221" y="1036922"/>
                  </a:lnTo>
                  <a:lnTo>
                    <a:pt x="3795195" y="1030384"/>
                  </a:lnTo>
                  <a:lnTo>
                    <a:pt x="3799655" y="1025195"/>
                  </a:lnTo>
                  <a:lnTo>
                    <a:pt x="3806805" y="1023082"/>
                  </a:lnTo>
                  <a:lnTo>
                    <a:pt x="3807235" y="1023034"/>
                  </a:lnTo>
                  <a:lnTo>
                    <a:pt x="3808069" y="1023010"/>
                  </a:lnTo>
                  <a:lnTo>
                    <a:pt x="3814265" y="1023010"/>
                  </a:lnTo>
                  <a:lnTo>
                    <a:pt x="3819449" y="1028334"/>
                  </a:lnTo>
                  <a:lnTo>
                    <a:pt x="3819449" y="1042050"/>
                  </a:lnTo>
                  <a:lnTo>
                    <a:pt x="3813380" y="1046870"/>
                  </a:lnTo>
                  <a:close/>
                </a:path>
                <a:path w="4122420" h="2482215">
                  <a:moveTo>
                    <a:pt x="3282469" y="1047110"/>
                  </a:moveTo>
                  <a:lnTo>
                    <a:pt x="3273088" y="1047110"/>
                  </a:lnTo>
                  <a:lnTo>
                    <a:pt x="3270154" y="1046127"/>
                  </a:lnTo>
                  <a:lnTo>
                    <a:pt x="3267776" y="1043873"/>
                  </a:lnTo>
                  <a:lnTo>
                    <a:pt x="3264001" y="1037255"/>
                  </a:lnTo>
                  <a:lnTo>
                    <a:pt x="3264726" y="1030483"/>
                  </a:lnTo>
                  <a:lnTo>
                    <a:pt x="3269089" y="1025208"/>
                  </a:lnTo>
                  <a:lnTo>
                    <a:pt x="3276223" y="1023082"/>
                  </a:lnTo>
                  <a:lnTo>
                    <a:pt x="3276652" y="1023034"/>
                  </a:lnTo>
                  <a:lnTo>
                    <a:pt x="3277513" y="1023010"/>
                  </a:lnTo>
                  <a:lnTo>
                    <a:pt x="3284466" y="1023010"/>
                  </a:lnTo>
                  <a:lnTo>
                    <a:pt x="3289676" y="1029053"/>
                  </a:lnTo>
                  <a:lnTo>
                    <a:pt x="3288866" y="1035072"/>
                  </a:lnTo>
                  <a:lnTo>
                    <a:pt x="3288866" y="1042242"/>
                  </a:lnTo>
                  <a:lnTo>
                    <a:pt x="3282469" y="1047110"/>
                  </a:lnTo>
                  <a:close/>
                </a:path>
                <a:path w="4122420" h="2482215">
                  <a:moveTo>
                    <a:pt x="3510233" y="1047110"/>
                  </a:moveTo>
                  <a:lnTo>
                    <a:pt x="3500851" y="1047110"/>
                  </a:lnTo>
                  <a:lnTo>
                    <a:pt x="3497893" y="1046127"/>
                  </a:lnTo>
                  <a:lnTo>
                    <a:pt x="3495541" y="1043873"/>
                  </a:lnTo>
                  <a:lnTo>
                    <a:pt x="3491754" y="1037255"/>
                  </a:lnTo>
                  <a:lnTo>
                    <a:pt x="3492478" y="1030483"/>
                  </a:lnTo>
                  <a:lnTo>
                    <a:pt x="3496839" y="1025208"/>
                  </a:lnTo>
                  <a:lnTo>
                    <a:pt x="3503962" y="1023082"/>
                  </a:lnTo>
                  <a:lnTo>
                    <a:pt x="3504392" y="1023034"/>
                  </a:lnTo>
                  <a:lnTo>
                    <a:pt x="3505251" y="1023010"/>
                  </a:lnTo>
                  <a:lnTo>
                    <a:pt x="3511447" y="1023010"/>
                  </a:lnTo>
                  <a:lnTo>
                    <a:pt x="3516631" y="1028334"/>
                  </a:lnTo>
                  <a:lnTo>
                    <a:pt x="3516631" y="1042242"/>
                  </a:lnTo>
                  <a:lnTo>
                    <a:pt x="3510233" y="1047110"/>
                  </a:lnTo>
                  <a:close/>
                </a:path>
                <a:path w="4122420" h="2482215">
                  <a:moveTo>
                    <a:pt x="3581367" y="1047134"/>
                  </a:moveTo>
                  <a:lnTo>
                    <a:pt x="3580887" y="1047134"/>
                  </a:lnTo>
                  <a:lnTo>
                    <a:pt x="3579875" y="1047086"/>
                  </a:lnTo>
                  <a:lnTo>
                    <a:pt x="3570871" y="1042884"/>
                  </a:lnTo>
                  <a:lnTo>
                    <a:pt x="3567874" y="1035072"/>
                  </a:lnTo>
                  <a:lnTo>
                    <a:pt x="3570871" y="1027285"/>
                  </a:lnTo>
                  <a:lnTo>
                    <a:pt x="3579875" y="1023082"/>
                  </a:lnTo>
                  <a:lnTo>
                    <a:pt x="3580406" y="1023034"/>
                  </a:lnTo>
                  <a:lnTo>
                    <a:pt x="3581367" y="1023010"/>
                  </a:lnTo>
                  <a:lnTo>
                    <a:pt x="3590229" y="1026780"/>
                  </a:lnTo>
                  <a:lnTo>
                    <a:pt x="3593178" y="1035084"/>
                  </a:lnTo>
                  <a:lnTo>
                    <a:pt x="3590229" y="1043365"/>
                  </a:lnTo>
                  <a:lnTo>
                    <a:pt x="3581367" y="1047134"/>
                  </a:lnTo>
                  <a:close/>
                </a:path>
                <a:path w="4122420" h="2482215">
                  <a:moveTo>
                    <a:pt x="3732434" y="1047134"/>
                  </a:moveTo>
                  <a:lnTo>
                    <a:pt x="3731929" y="1047134"/>
                  </a:lnTo>
                  <a:lnTo>
                    <a:pt x="3730866" y="1047086"/>
                  </a:lnTo>
                  <a:lnTo>
                    <a:pt x="3722332" y="1042884"/>
                  </a:lnTo>
                  <a:lnTo>
                    <a:pt x="3719492" y="1035072"/>
                  </a:lnTo>
                  <a:lnTo>
                    <a:pt x="3722332" y="1027285"/>
                  </a:lnTo>
                  <a:lnTo>
                    <a:pt x="3730866" y="1023082"/>
                  </a:lnTo>
                  <a:lnTo>
                    <a:pt x="3731398" y="1023034"/>
                  </a:lnTo>
                  <a:lnTo>
                    <a:pt x="3732434" y="1023010"/>
                  </a:lnTo>
                  <a:lnTo>
                    <a:pt x="3741708" y="1026780"/>
                  </a:lnTo>
                  <a:lnTo>
                    <a:pt x="3744795" y="1035084"/>
                  </a:lnTo>
                  <a:lnTo>
                    <a:pt x="3741708" y="1043365"/>
                  </a:lnTo>
                  <a:lnTo>
                    <a:pt x="3732434" y="1047134"/>
                  </a:lnTo>
                  <a:close/>
                </a:path>
                <a:path w="4122420" h="2482215">
                  <a:moveTo>
                    <a:pt x="3960174" y="1047134"/>
                  </a:moveTo>
                  <a:lnTo>
                    <a:pt x="3959668" y="1047134"/>
                  </a:lnTo>
                  <a:lnTo>
                    <a:pt x="3958631" y="1047086"/>
                  </a:lnTo>
                  <a:lnTo>
                    <a:pt x="3950082" y="1042769"/>
                  </a:lnTo>
                  <a:lnTo>
                    <a:pt x="3947233" y="1034778"/>
                  </a:lnTo>
                  <a:lnTo>
                    <a:pt x="3950082" y="1026941"/>
                  </a:lnTo>
                  <a:lnTo>
                    <a:pt x="3958631" y="1023082"/>
                  </a:lnTo>
                  <a:lnTo>
                    <a:pt x="3959163" y="1023034"/>
                  </a:lnTo>
                  <a:lnTo>
                    <a:pt x="3960174" y="1023010"/>
                  </a:lnTo>
                  <a:lnTo>
                    <a:pt x="3969448" y="1026780"/>
                  </a:lnTo>
                  <a:lnTo>
                    <a:pt x="3972539" y="1035072"/>
                  </a:lnTo>
                  <a:lnTo>
                    <a:pt x="3969448" y="1043365"/>
                  </a:lnTo>
                  <a:lnTo>
                    <a:pt x="3960174" y="1047134"/>
                  </a:lnTo>
                  <a:close/>
                </a:path>
                <a:path w="4122420" h="2482215">
                  <a:moveTo>
                    <a:pt x="769953" y="1047134"/>
                  </a:moveTo>
                  <a:lnTo>
                    <a:pt x="768967" y="1047134"/>
                  </a:lnTo>
                  <a:lnTo>
                    <a:pt x="768436" y="1047086"/>
                  </a:lnTo>
                  <a:lnTo>
                    <a:pt x="759418" y="1043218"/>
                  </a:lnTo>
                  <a:lnTo>
                    <a:pt x="756412" y="1035381"/>
                  </a:lnTo>
                  <a:lnTo>
                    <a:pt x="759418" y="1027396"/>
                  </a:lnTo>
                  <a:lnTo>
                    <a:pt x="768436" y="1023082"/>
                  </a:lnTo>
                  <a:lnTo>
                    <a:pt x="768714" y="1023058"/>
                  </a:lnTo>
                  <a:lnTo>
                    <a:pt x="769220" y="1023058"/>
                  </a:lnTo>
                  <a:lnTo>
                    <a:pt x="778498" y="1026820"/>
                  </a:lnTo>
                  <a:lnTo>
                    <a:pt x="781715" y="1035096"/>
                  </a:lnTo>
                  <a:lnTo>
                    <a:pt x="778868" y="1043372"/>
                  </a:lnTo>
                  <a:lnTo>
                    <a:pt x="769953" y="1047134"/>
                  </a:lnTo>
                  <a:close/>
                </a:path>
                <a:path w="4122420" h="2482215">
                  <a:moveTo>
                    <a:pt x="921855" y="1047134"/>
                  </a:moveTo>
                  <a:lnTo>
                    <a:pt x="920819" y="1047134"/>
                  </a:lnTo>
                  <a:lnTo>
                    <a:pt x="920262" y="1047086"/>
                  </a:lnTo>
                  <a:lnTo>
                    <a:pt x="911728" y="1043218"/>
                  </a:lnTo>
                  <a:lnTo>
                    <a:pt x="908883" y="1035381"/>
                  </a:lnTo>
                  <a:lnTo>
                    <a:pt x="911728" y="1027396"/>
                  </a:lnTo>
                  <a:lnTo>
                    <a:pt x="920262" y="1023082"/>
                  </a:lnTo>
                  <a:lnTo>
                    <a:pt x="920540" y="1023058"/>
                  </a:lnTo>
                  <a:lnTo>
                    <a:pt x="921097" y="1023058"/>
                  </a:lnTo>
                  <a:lnTo>
                    <a:pt x="930817" y="1026820"/>
                  </a:lnTo>
                  <a:lnTo>
                    <a:pt x="934183" y="1035096"/>
                  </a:lnTo>
                  <a:lnTo>
                    <a:pt x="931196" y="1043372"/>
                  </a:lnTo>
                  <a:lnTo>
                    <a:pt x="921855" y="1047134"/>
                  </a:lnTo>
                  <a:close/>
                </a:path>
                <a:path w="4122420" h="2482215">
                  <a:moveTo>
                    <a:pt x="1305517" y="1047638"/>
                  </a:moveTo>
                  <a:lnTo>
                    <a:pt x="1295756" y="1047638"/>
                  </a:lnTo>
                  <a:lnTo>
                    <a:pt x="1292469" y="1046487"/>
                  </a:lnTo>
                  <a:lnTo>
                    <a:pt x="1289738" y="1043873"/>
                  </a:lnTo>
                  <a:lnTo>
                    <a:pt x="1286327" y="1037701"/>
                  </a:lnTo>
                  <a:lnTo>
                    <a:pt x="1287105" y="1031077"/>
                  </a:lnTo>
                  <a:lnTo>
                    <a:pt x="1291519" y="1025653"/>
                  </a:lnTo>
                  <a:lnTo>
                    <a:pt x="1299018" y="1023082"/>
                  </a:lnTo>
                  <a:lnTo>
                    <a:pt x="1299018" y="1023873"/>
                  </a:lnTo>
                  <a:lnTo>
                    <a:pt x="1305770" y="1024689"/>
                  </a:lnTo>
                  <a:lnTo>
                    <a:pt x="1310828" y="1029485"/>
                  </a:lnTo>
                  <a:lnTo>
                    <a:pt x="1311662" y="1035072"/>
                  </a:lnTo>
                  <a:lnTo>
                    <a:pt x="1311662" y="1042626"/>
                  </a:lnTo>
                  <a:lnTo>
                    <a:pt x="1305517" y="1047638"/>
                  </a:lnTo>
                  <a:close/>
                </a:path>
                <a:path w="4122420" h="2482215">
                  <a:moveTo>
                    <a:pt x="850924" y="1047662"/>
                  </a:moveTo>
                  <a:lnTo>
                    <a:pt x="841188" y="1047662"/>
                  </a:lnTo>
                  <a:lnTo>
                    <a:pt x="837850" y="1046511"/>
                  </a:lnTo>
                  <a:lnTo>
                    <a:pt x="835069" y="1043873"/>
                  </a:lnTo>
                  <a:lnTo>
                    <a:pt x="831778" y="1037713"/>
                  </a:lnTo>
                  <a:lnTo>
                    <a:pt x="832758" y="1031175"/>
                  </a:lnTo>
                  <a:lnTo>
                    <a:pt x="837213" y="1025987"/>
                  </a:lnTo>
                  <a:lnTo>
                    <a:pt x="844349" y="1023873"/>
                  </a:lnTo>
                  <a:lnTo>
                    <a:pt x="845209" y="1023873"/>
                  </a:lnTo>
                  <a:lnTo>
                    <a:pt x="851935" y="1024689"/>
                  </a:lnTo>
                  <a:lnTo>
                    <a:pt x="857018" y="1029485"/>
                  </a:lnTo>
                  <a:lnTo>
                    <a:pt x="857018" y="1042842"/>
                  </a:lnTo>
                  <a:lnTo>
                    <a:pt x="850924" y="1047662"/>
                  </a:lnTo>
                  <a:close/>
                </a:path>
                <a:path w="4122420" h="2482215">
                  <a:moveTo>
                    <a:pt x="1002775" y="1047662"/>
                  </a:moveTo>
                  <a:lnTo>
                    <a:pt x="993014" y="1047662"/>
                  </a:lnTo>
                  <a:lnTo>
                    <a:pt x="989676" y="1046511"/>
                  </a:lnTo>
                  <a:lnTo>
                    <a:pt x="986920" y="1043873"/>
                  </a:lnTo>
                  <a:lnTo>
                    <a:pt x="983616" y="1037713"/>
                  </a:lnTo>
                  <a:lnTo>
                    <a:pt x="984590" y="1031175"/>
                  </a:lnTo>
                  <a:lnTo>
                    <a:pt x="989050" y="1025987"/>
                  </a:lnTo>
                  <a:lnTo>
                    <a:pt x="996201" y="1023873"/>
                  </a:lnTo>
                  <a:lnTo>
                    <a:pt x="1002927" y="1023873"/>
                  </a:lnTo>
                  <a:lnTo>
                    <a:pt x="1008844" y="1029485"/>
                  </a:lnTo>
                  <a:lnTo>
                    <a:pt x="1008844" y="1042842"/>
                  </a:lnTo>
                  <a:lnTo>
                    <a:pt x="1002775" y="1047662"/>
                  </a:lnTo>
                  <a:close/>
                </a:path>
                <a:path w="4122420" h="2482215">
                  <a:moveTo>
                    <a:pt x="1078688" y="1047662"/>
                  </a:moveTo>
                  <a:lnTo>
                    <a:pt x="1068927" y="1047662"/>
                  </a:lnTo>
                  <a:lnTo>
                    <a:pt x="1065615" y="1046511"/>
                  </a:lnTo>
                  <a:lnTo>
                    <a:pt x="1062833" y="1043873"/>
                  </a:lnTo>
                  <a:lnTo>
                    <a:pt x="1059422" y="1037713"/>
                  </a:lnTo>
                  <a:lnTo>
                    <a:pt x="1060200" y="1031175"/>
                  </a:lnTo>
                  <a:lnTo>
                    <a:pt x="1064615" y="1025987"/>
                  </a:lnTo>
                  <a:lnTo>
                    <a:pt x="1072113" y="1023873"/>
                  </a:lnTo>
                  <a:lnTo>
                    <a:pt x="1078865" y="1023873"/>
                  </a:lnTo>
                  <a:lnTo>
                    <a:pt x="1083923" y="1029485"/>
                  </a:lnTo>
                  <a:lnTo>
                    <a:pt x="1084757" y="1035887"/>
                  </a:lnTo>
                  <a:lnTo>
                    <a:pt x="1084757" y="1042842"/>
                  </a:lnTo>
                  <a:lnTo>
                    <a:pt x="1078688" y="1047662"/>
                  </a:lnTo>
                  <a:close/>
                </a:path>
                <a:path w="4122420" h="2482215">
                  <a:moveTo>
                    <a:pt x="1229680" y="1047662"/>
                  </a:moveTo>
                  <a:lnTo>
                    <a:pt x="1219919" y="1047662"/>
                  </a:lnTo>
                  <a:lnTo>
                    <a:pt x="1216581" y="1046511"/>
                  </a:lnTo>
                  <a:lnTo>
                    <a:pt x="1213825" y="1043873"/>
                  </a:lnTo>
                  <a:lnTo>
                    <a:pt x="1210520" y="1037713"/>
                  </a:lnTo>
                  <a:lnTo>
                    <a:pt x="1211495" y="1031175"/>
                  </a:lnTo>
                  <a:lnTo>
                    <a:pt x="1215955" y="1025987"/>
                  </a:lnTo>
                  <a:lnTo>
                    <a:pt x="1223105" y="1023873"/>
                  </a:lnTo>
                  <a:lnTo>
                    <a:pt x="1223940" y="1023873"/>
                  </a:lnTo>
                  <a:lnTo>
                    <a:pt x="1229832" y="1024689"/>
                  </a:lnTo>
                  <a:lnTo>
                    <a:pt x="1235749" y="1029485"/>
                  </a:lnTo>
                  <a:lnTo>
                    <a:pt x="1235749" y="1042842"/>
                  </a:lnTo>
                  <a:lnTo>
                    <a:pt x="1229680" y="1047662"/>
                  </a:lnTo>
                  <a:close/>
                </a:path>
                <a:path w="4122420" h="2482215">
                  <a:moveTo>
                    <a:pt x="1836175" y="1047662"/>
                  </a:moveTo>
                  <a:lnTo>
                    <a:pt x="1826414" y="1047662"/>
                  </a:lnTo>
                  <a:lnTo>
                    <a:pt x="1823076" y="1046511"/>
                  </a:lnTo>
                  <a:lnTo>
                    <a:pt x="1820295" y="1043873"/>
                  </a:lnTo>
                  <a:lnTo>
                    <a:pt x="1816884" y="1037713"/>
                  </a:lnTo>
                  <a:lnTo>
                    <a:pt x="1817662" y="1031175"/>
                  </a:lnTo>
                  <a:lnTo>
                    <a:pt x="1822076" y="1025987"/>
                  </a:lnTo>
                  <a:lnTo>
                    <a:pt x="1829575" y="1023873"/>
                  </a:lnTo>
                  <a:lnTo>
                    <a:pt x="1836327" y="1023873"/>
                  </a:lnTo>
                  <a:lnTo>
                    <a:pt x="1841385" y="1029485"/>
                  </a:lnTo>
                  <a:lnTo>
                    <a:pt x="1842244" y="1035887"/>
                  </a:lnTo>
                  <a:lnTo>
                    <a:pt x="1842244" y="1042842"/>
                  </a:lnTo>
                  <a:lnTo>
                    <a:pt x="1836175" y="1047662"/>
                  </a:lnTo>
                  <a:close/>
                </a:path>
                <a:path w="4122420" h="2482215">
                  <a:moveTo>
                    <a:pt x="1983956" y="1047877"/>
                  </a:moveTo>
                  <a:lnTo>
                    <a:pt x="1973815" y="1047877"/>
                  </a:lnTo>
                  <a:lnTo>
                    <a:pt x="1967923" y="1043081"/>
                  </a:lnTo>
                  <a:lnTo>
                    <a:pt x="1968758" y="1035887"/>
                  </a:lnTo>
                  <a:lnTo>
                    <a:pt x="1968758" y="1032674"/>
                  </a:lnTo>
                  <a:lnTo>
                    <a:pt x="1983956" y="1047877"/>
                  </a:lnTo>
                  <a:close/>
                </a:path>
                <a:path w="4122420" h="2482215">
                  <a:moveTo>
                    <a:pt x="1376474" y="1047949"/>
                  </a:moveTo>
                  <a:lnTo>
                    <a:pt x="1375968" y="1047949"/>
                  </a:lnTo>
                  <a:lnTo>
                    <a:pt x="1374931" y="1047877"/>
                  </a:lnTo>
                  <a:lnTo>
                    <a:pt x="1366383" y="1043675"/>
                  </a:lnTo>
                  <a:lnTo>
                    <a:pt x="1363533" y="1035876"/>
                  </a:lnTo>
                  <a:lnTo>
                    <a:pt x="1366383" y="1028076"/>
                  </a:lnTo>
                  <a:lnTo>
                    <a:pt x="1374931" y="1023873"/>
                  </a:lnTo>
                  <a:lnTo>
                    <a:pt x="1375462" y="1023826"/>
                  </a:lnTo>
                  <a:lnTo>
                    <a:pt x="1376474" y="1023802"/>
                  </a:lnTo>
                  <a:lnTo>
                    <a:pt x="1385748" y="1027575"/>
                  </a:lnTo>
                  <a:lnTo>
                    <a:pt x="1388840" y="1035876"/>
                  </a:lnTo>
                  <a:lnTo>
                    <a:pt x="1385748" y="1044176"/>
                  </a:lnTo>
                  <a:lnTo>
                    <a:pt x="1376474" y="1047949"/>
                  </a:lnTo>
                  <a:close/>
                </a:path>
                <a:path w="4122420" h="2482215">
                  <a:moveTo>
                    <a:pt x="1528249" y="1047949"/>
                  </a:moveTo>
                  <a:lnTo>
                    <a:pt x="1527769" y="1047949"/>
                  </a:lnTo>
                  <a:lnTo>
                    <a:pt x="1526758" y="1047877"/>
                  </a:lnTo>
                  <a:lnTo>
                    <a:pt x="1517739" y="1044019"/>
                  </a:lnTo>
                  <a:lnTo>
                    <a:pt x="1514733" y="1036181"/>
                  </a:lnTo>
                  <a:lnTo>
                    <a:pt x="1517739" y="1028191"/>
                  </a:lnTo>
                  <a:lnTo>
                    <a:pt x="1526758" y="1023873"/>
                  </a:lnTo>
                  <a:lnTo>
                    <a:pt x="1527263" y="1023826"/>
                  </a:lnTo>
                  <a:lnTo>
                    <a:pt x="1528249" y="1023802"/>
                  </a:lnTo>
                  <a:lnTo>
                    <a:pt x="1537097" y="1027575"/>
                  </a:lnTo>
                  <a:lnTo>
                    <a:pt x="1540046" y="1035876"/>
                  </a:lnTo>
                  <a:lnTo>
                    <a:pt x="1537097" y="1044176"/>
                  </a:lnTo>
                  <a:lnTo>
                    <a:pt x="1528249" y="1047949"/>
                  </a:lnTo>
                  <a:close/>
                </a:path>
                <a:path w="4122420" h="2482215">
                  <a:moveTo>
                    <a:pt x="1755205" y="1047949"/>
                  </a:moveTo>
                  <a:lnTo>
                    <a:pt x="1754724" y="1047949"/>
                  </a:lnTo>
                  <a:lnTo>
                    <a:pt x="1753662" y="1047877"/>
                  </a:lnTo>
                  <a:lnTo>
                    <a:pt x="1745128" y="1043675"/>
                  </a:lnTo>
                  <a:lnTo>
                    <a:pt x="1742283" y="1035876"/>
                  </a:lnTo>
                  <a:lnTo>
                    <a:pt x="1745128" y="1028076"/>
                  </a:lnTo>
                  <a:lnTo>
                    <a:pt x="1753662" y="1023873"/>
                  </a:lnTo>
                  <a:lnTo>
                    <a:pt x="1754193" y="1023826"/>
                  </a:lnTo>
                  <a:lnTo>
                    <a:pt x="1755205" y="1023802"/>
                  </a:lnTo>
                  <a:lnTo>
                    <a:pt x="1764493" y="1027575"/>
                  </a:lnTo>
                  <a:lnTo>
                    <a:pt x="1767589" y="1035876"/>
                  </a:lnTo>
                  <a:lnTo>
                    <a:pt x="1764493" y="1044176"/>
                  </a:lnTo>
                  <a:lnTo>
                    <a:pt x="1755205" y="1047949"/>
                  </a:lnTo>
                  <a:close/>
                </a:path>
                <a:path w="4122420" h="2482215">
                  <a:moveTo>
                    <a:pt x="1456964" y="1048093"/>
                  </a:moveTo>
                  <a:lnTo>
                    <a:pt x="1447203" y="1048093"/>
                  </a:lnTo>
                  <a:lnTo>
                    <a:pt x="1444042" y="1047014"/>
                  </a:lnTo>
                  <a:lnTo>
                    <a:pt x="1441564" y="1044688"/>
                  </a:lnTo>
                  <a:lnTo>
                    <a:pt x="1437801" y="1038057"/>
                  </a:lnTo>
                  <a:lnTo>
                    <a:pt x="1438618" y="1031277"/>
                  </a:lnTo>
                  <a:lnTo>
                    <a:pt x="1443228" y="1025999"/>
                  </a:lnTo>
                  <a:lnTo>
                    <a:pt x="1450844" y="1023873"/>
                  </a:lnTo>
                  <a:lnTo>
                    <a:pt x="1457596" y="1024689"/>
                  </a:lnTo>
                  <a:lnTo>
                    <a:pt x="1463488" y="1029485"/>
                  </a:lnTo>
                  <a:lnTo>
                    <a:pt x="1463488" y="1043441"/>
                  </a:lnTo>
                  <a:lnTo>
                    <a:pt x="1456964" y="1048093"/>
                  </a:lnTo>
                  <a:close/>
                </a:path>
                <a:path w="4122420" h="2482215">
                  <a:moveTo>
                    <a:pt x="1684703" y="1048093"/>
                  </a:moveTo>
                  <a:lnTo>
                    <a:pt x="1674967" y="1048093"/>
                  </a:lnTo>
                  <a:lnTo>
                    <a:pt x="1671781" y="1047014"/>
                  </a:lnTo>
                  <a:lnTo>
                    <a:pt x="1669328" y="1044688"/>
                  </a:lnTo>
                  <a:lnTo>
                    <a:pt x="1665551" y="1038391"/>
                  </a:lnTo>
                  <a:lnTo>
                    <a:pt x="1666360" y="1031574"/>
                  </a:lnTo>
                  <a:lnTo>
                    <a:pt x="1670968" y="1026111"/>
                  </a:lnTo>
                  <a:lnTo>
                    <a:pt x="1678584" y="1023873"/>
                  </a:lnTo>
                  <a:lnTo>
                    <a:pt x="1685335" y="1023873"/>
                  </a:lnTo>
                  <a:lnTo>
                    <a:pt x="1691253" y="1029485"/>
                  </a:lnTo>
                  <a:lnTo>
                    <a:pt x="1691253" y="1043441"/>
                  </a:lnTo>
                  <a:lnTo>
                    <a:pt x="1684703" y="1048093"/>
                  </a:lnTo>
                  <a:close/>
                </a:path>
                <a:path w="4122420" h="2482215">
                  <a:moveTo>
                    <a:pt x="699881" y="1048453"/>
                  </a:moveTo>
                  <a:lnTo>
                    <a:pt x="690121" y="1048453"/>
                  </a:lnTo>
                  <a:lnTo>
                    <a:pt x="686833" y="1047278"/>
                  </a:lnTo>
                  <a:lnTo>
                    <a:pt x="684077" y="1044688"/>
                  </a:lnTo>
                  <a:lnTo>
                    <a:pt x="680666" y="1038518"/>
                  </a:lnTo>
                  <a:lnTo>
                    <a:pt x="681444" y="1031982"/>
                  </a:lnTo>
                  <a:lnTo>
                    <a:pt x="685858" y="1026799"/>
                  </a:lnTo>
                  <a:lnTo>
                    <a:pt x="693357" y="1024689"/>
                  </a:lnTo>
                  <a:lnTo>
                    <a:pt x="693357" y="1023873"/>
                  </a:lnTo>
                  <a:lnTo>
                    <a:pt x="700109" y="1023873"/>
                  </a:lnTo>
                  <a:lnTo>
                    <a:pt x="706026" y="1029485"/>
                  </a:lnTo>
                  <a:lnTo>
                    <a:pt x="706026" y="1043441"/>
                  </a:lnTo>
                  <a:lnTo>
                    <a:pt x="699881" y="1048453"/>
                  </a:lnTo>
                  <a:close/>
                </a:path>
                <a:path w="4122420" h="2482215">
                  <a:moveTo>
                    <a:pt x="1610283" y="1024689"/>
                  </a:moveTo>
                  <a:lnTo>
                    <a:pt x="1602671" y="1024689"/>
                  </a:lnTo>
                  <a:lnTo>
                    <a:pt x="1602671" y="1023873"/>
                  </a:lnTo>
                  <a:lnTo>
                    <a:pt x="1609423" y="1023873"/>
                  </a:lnTo>
                  <a:lnTo>
                    <a:pt x="1610283" y="1024689"/>
                  </a:lnTo>
                  <a:close/>
                </a:path>
                <a:path w="4122420" h="2482215">
                  <a:moveTo>
                    <a:pt x="1609195" y="1048453"/>
                  </a:moveTo>
                  <a:lnTo>
                    <a:pt x="1599434" y="1048453"/>
                  </a:lnTo>
                  <a:lnTo>
                    <a:pt x="1596146" y="1047278"/>
                  </a:lnTo>
                  <a:lnTo>
                    <a:pt x="1593390" y="1044688"/>
                  </a:lnTo>
                  <a:lnTo>
                    <a:pt x="1589665" y="1038602"/>
                  </a:lnTo>
                  <a:lnTo>
                    <a:pt x="1590293" y="1032039"/>
                  </a:lnTo>
                  <a:lnTo>
                    <a:pt x="1594542" y="1026789"/>
                  </a:lnTo>
                  <a:lnTo>
                    <a:pt x="1601684" y="1024641"/>
                  </a:lnTo>
                  <a:lnTo>
                    <a:pt x="1602013" y="1024641"/>
                  </a:lnTo>
                  <a:lnTo>
                    <a:pt x="1602671" y="1024689"/>
                  </a:lnTo>
                  <a:lnTo>
                    <a:pt x="1610283" y="1024689"/>
                  </a:lnTo>
                  <a:lnTo>
                    <a:pt x="1615340" y="1029485"/>
                  </a:lnTo>
                  <a:lnTo>
                    <a:pt x="1615340" y="1043441"/>
                  </a:lnTo>
                  <a:lnTo>
                    <a:pt x="1609195" y="1048453"/>
                  </a:lnTo>
                  <a:close/>
                </a:path>
                <a:path w="4122420" h="2482215">
                  <a:moveTo>
                    <a:pt x="1912013" y="1048453"/>
                  </a:moveTo>
                  <a:lnTo>
                    <a:pt x="1902252" y="1048453"/>
                  </a:lnTo>
                  <a:lnTo>
                    <a:pt x="1898964" y="1047278"/>
                  </a:lnTo>
                  <a:lnTo>
                    <a:pt x="1896233" y="1044688"/>
                  </a:lnTo>
                  <a:lnTo>
                    <a:pt x="1892812" y="1038518"/>
                  </a:lnTo>
                  <a:lnTo>
                    <a:pt x="1893591" y="1031982"/>
                  </a:lnTo>
                  <a:lnTo>
                    <a:pt x="1898011" y="1026799"/>
                  </a:lnTo>
                  <a:lnTo>
                    <a:pt x="1905514" y="1024689"/>
                  </a:lnTo>
                  <a:lnTo>
                    <a:pt x="1905514" y="1023873"/>
                  </a:lnTo>
                  <a:lnTo>
                    <a:pt x="1912240" y="1023873"/>
                  </a:lnTo>
                  <a:lnTo>
                    <a:pt x="1918158" y="1029485"/>
                  </a:lnTo>
                  <a:lnTo>
                    <a:pt x="1918158" y="1043441"/>
                  </a:lnTo>
                  <a:lnTo>
                    <a:pt x="1912013" y="1048453"/>
                  </a:lnTo>
                  <a:close/>
                </a:path>
                <a:path w="4122420" h="2482215">
                  <a:moveTo>
                    <a:pt x="624196" y="1048669"/>
                  </a:moveTo>
                  <a:lnTo>
                    <a:pt x="614081" y="1048669"/>
                  </a:lnTo>
                  <a:lnTo>
                    <a:pt x="610692" y="1047086"/>
                  </a:lnTo>
                  <a:lnTo>
                    <a:pt x="608164" y="1044688"/>
                  </a:lnTo>
                  <a:lnTo>
                    <a:pt x="619973" y="1024689"/>
                  </a:lnTo>
                  <a:lnTo>
                    <a:pt x="625890" y="1025480"/>
                  </a:lnTo>
                  <a:lnTo>
                    <a:pt x="630113" y="1031068"/>
                  </a:lnTo>
                  <a:lnTo>
                    <a:pt x="630113" y="1043081"/>
                  </a:lnTo>
                  <a:lnTo>
                    <a:pt x="624196" y="1048669"/>
                  </a:lnTo>
                  <a:close/>
                </a:path>
                <a:path w="4122420" h="2482215">
                  <a:moveTo>
                    <a:pt x="1149493" y="1048741"/>
                  </a:moveTo>
                  <a:lnTo>
                    <a:pt x="1149013" y="1048741"/>
                  </a:lnTo>
                  <a:lnTo>
                    <a:pt x="1148027" y="1048669"/>
                  </a:lnTo>
                  <a:lnTo>
                    <a:pt x="1139009" y="1044477"/>
                  </a:lnTo>
                  <a:lnTo>
                    <a:pt x="1136003" y="1036679"/>
                  </a:lnTo>
                  <a:lnTo>
                    <a:pt x="1139009" y="1028881"/>
                  </a:lnTo>
                  <a:lnTo>
                    <a:pt x="1148027" y="1024689"/>
                  </a:lnTo>
                  <a:lnTo>
                    <a:pt x="1148532" y="1024641"/>
                  </a:lnTo>
                  <a:lnTo>
                    <a:pt x="1149493" y="1024617"/>
                  </a:lnTo>
                  <a:lnTo>
                    <a:pt x="1158355" y="1028386"/>
                  </a:lnTo>
                  <a:lnTo>
                    <a:pt x="1161309" y="1036679"/>
                  </a:lnTo>
                  <a:lnTo>
                    <a:pt x="1158355" y="1044971"/>
                  </a:lnTo>
                  <a:lnTo>
                    <a:pt x="1149493" y="1048741"/>
                  </a:lnTo>
                  <a:close/>
                </a:path>
                <a:path w="4122420" h="2482215">
                  <a:moveTo>
                    <a:pt x="3987307" y="1078284"/>
                  </a:moveTo>
                  <a:lnTo>
                    <a:pt x="3982250" y="1073464"/>
                  </a:lnTo>
                  <a:lnTo>
                    <a:pt x="3983084" y="1064663"/>
                  </a:lnTo>
                  <a:lnTo>
                    <a:pt x="3989836" y="1060683"/>
                  </a:lnTo>
                  <a:lnTo>
                    <a:pt x="3987307" y="1078284"/>
                  </a:lnTo>
                  <a:close/>
                </a:path>
                <a:path w="4122420" h="2482215">
                  <a:moveTo>
                    <a:pt x="587074" y="1081473"/>
                  </a:moveTo>
                  <a:lnTo>
                    <a:pt x="592131" y="1073464"/>
                  </a:lnTo>
                  <a:lnTo>
                    <a:pt x="591297" y="1076677"/>
                  </a:lnTo>
                  <a:lnTo>
                    <a:pt x="589603" y="1079075"/>
                  </a:lnTo>
                  <a:lnTo>
                    <a:pt x="587074" y="1081473"/>
                  </a:lnTo>
                  <a:close/>
                </a:path>
                <a:path w="4122420" h="2482215">
                  <a:moveTo>
                    <a:pt x="3397047" y="1082481"/>
                  </a:moveTo>
                  <a:lnTo>
                    <a:pt x="3387311" y="1082481"/>
                  </a:lnTo>
                  <a:lnTo>
                    <a:pt x="3384124" y="1081402"/>
                  </a:lnTo>
                  <a:lnTo>
                    <a:pt x="3381672" y="1079075"/>
                  </a:lnTo>
                  <a:lnTo>
                    <a:pt x="3377894" y="1072792"/>
                  </a:lnTo>
                  <a:lnTo>
                    <a:pt x="3378704" y="1065982"/>
                  </a:lnTo>
                  <a:lnTo>
                    <a:pt x="3383311" y="1060522"/>
                  </a:lnTo>
                  <a:lnTo>
                    <a:pt x="3390926" y="1058285"/>
                  </a:lnTo>
                  <a:lnTo>
                    <a:pt x="3390092" y="1059076"/>
                  </a:lnTo>
                  <a:lnTo>
                    <a:pt x="3396844" y="1059076"/>
                  </a:lnTo>
                  <a:lnTo>
                    <a:pt x="3402736" y="1063872"/>
                  </a:lnTo>
                  <a:lnTo>
                    <a:pt x="3403596" y="1070275"/>
                  </a:lnTo>
                  <a:lnTo>
                    <a:pt x="3403596" y="1077829"/>
                  </a:lnTo>
                  <a:lnTo>
                    <a:pt x="3397047" y="1082481"/>
                  </a:lnTo>
                  <a:close/>
                </a:path>
                <a:path w="4122420" h="2482215">
                  <a:moveTo>
                    <a:pt x="3775423" y="1082864"/>
                  </a:moveTo>
                  <a:lnTo>
                    <a:pt x="3765663" y="1082864"/>
                  </a:lnTo>
                  <a:lnTo>
                    <a:pt x="3762324" y="1081713"/>
                  </a:lnTo>
                  <a:lnTo>
                    <a:pt x="3759568" y="1079075"/>
                  </a:lnTo>
                  <a:lnTo>
                    <a:pt x="3756263" y="1072916"/>
                  </a:lnTo>
                  <a:lnTo>
                    <a:pt x="3757235" y="1066378"/>
                  </a:lnTo>
                  <a:lnTo>
                    <a:pt x="3761688" y="1061189"/>
                  </a:lnTo>
                  <a:lnTo>
                    <a:pt x="3768823" y="1059076"/>
                  </a:lnTo>
                  <a:lnTo>
                    <a:pt x="3775575" y="1059076"/>
                  </a:lnTo>
                  <a:lnTo>
                    <a:pt x="3781492" y="1064663"/>
                  </a:lnTo>
                  <a:lnTo>
                    <a:pt x="3781492" y="1078044"/>
                  </a:lnTo>
                  <a:lnTo>
                    <a:pt x="3775423" y="1082864"/>
                  </a:lnTo>
                  <a:close/>
                </a:path>
                <a:path w="4122420" h="2482215">
                  <a:moveTo>
                    <a:pt x="3927249" y="1082864"/>
                  </a:moveTo>
                  <a:lnTo>
                    <a:pt x="3917868" y="1082864"/>
                  </a:lnTo>
                  <a:lnTo>
                    <a:pt x="3914732" y="1081713"/>
                  </a:lnTo>
                  <a:lnTo>
                    <a:pt x="3912229" y="1079075"/>
                  </a:lnTo>
                  <a:lnTo>
                    <a:pt x="3908453" y="1072916"/>
                  </a:lnTo>
                  <a:lnTo>
                    <a:pt x="3909178" y="1066378"/>
                  </a:lnTo>
                  <a:lnTo>
                    <a:pt x="3913541" y="1061189"/>
                  </a:lnTo>
                  <a:lnTo>
                    <a:pt x="3920675" y="1059076"/>
                  </a:lnTo>
                  <a:lnTo>
                    <a:pt x="3927426" y="1059076"/>
                  </a:lnTo>
                  <a:lnTo>
                    <a:pt x="3933319" y="1063872"/>
                  </a:lnTo>
                  <a:lnTo>
                    <a:pt x="3933319" y="1078044"/>
                  </a:lnTo>
                  <a:lnTo>
                    <a:pt x="3927249" y="1082864"/>
                  </a:lnTo>
                  <a:close/>
                </a:path>
                <a:path w="4122420" h="2482215">
                  <a:moveTo>
                    <a:pt x="3244513" y="1083104"/>
                  </a:moveTo>
                  <a:lnTo>
                    <a:pt x="3235130" y="1083104"/>
                  </a:lnTo>
                  <a:lnTo>
                    <a:pt x="3232198" y="1082121"/>
                  </a:lnTo>
                  <a:lnTo>
                    <a:pt x="3229820" y="1079867"/>
                  </a:lnTo>
                  <a:lnTo>
                    <a:pt x="3226057" y="1073250"/>
                  </a:lnTo>
                  <a:lnTo>
                    <a:pt x="3226874" y="1066477"/>
                  </a:lnTo>
                  <a:lnTo>
                    <a:pt x="3231484" y="1061202"/>
                  </a:lnTo>
                  <a:lnTo>
                    <a:pt x="3239101" y="1059076"/>
                  </a:lnTo>
                  <a:lnTo>
                    <a:pt x="3245852" y="1059076"/>
                  </a:lnTo>
                  <a:lnTo>
                    <a:pt x="3250910" y="1064663"/>
                  </a:lnTo>
                  <a:lnTo>
                    <a:pt x="3250910" y="1078236"/>
                  </a:lnTo>
                  <a:lnTo>
                    <a:pt x="3244513" y="1083104"/>
                  </a:lnTo>
                  <a:close/>
                </a:path>
                <a:path w="4122420" h="2482215">
                  <a:moveTo>
                    <a:pt x="3320425" y="1083104"/>
                  </a:moveTo>
                  <a:lnTo>
                    <a:pt x="3311044" y="1083104"/>
                  </a:lnTo>
                  <a:lnTo>
                    <a:pt x="3308110" y="1082121"/>
                  </a:lnTo>
                  <a:lnTo>
                    <a:pt x="3305733" y="1079867"/>
                  </a:lnTo>
                  <a:lnTo>
                    <a:pt x="3301957" y="1073250"/>
                  </a:lnTo>
                  <a:lnTo>
                    <a:pt x="3302683" y="1066477"/>
                  </a:lnTo>
                  <a:lnTo>
                    <a:pt x="3307046" y="1061202"/>
                  </a:lnTo>
                  <a:lnTo>
                    <a:pt x="3314180" y="1059076"/>
                  </a:lnTo>
                  <a:lnTo>
                    <a:pt x="3321765" y="1059076"/>
                  </a:lnTo>
                  <a:lnTo>
                    <a:pt x="3326823" y="1064663"/>
                  </a:lnTo>
                  <a:lnTo>
                    <a:pt x="3326823" y="1078236"/>
                  </a:lnTo>
                  <a:lnTo>
                    <a:pt x="3320425" y="1083104"/>
                  </a:lnTo>
                  <a:close/>
                </a:path>
                <a:path w="4122420" h="2482215">
                  <a:moveTo>
                    <a:pt x="3472276" y="1083104"/>
                  </a:moveTo>
                  <a:lnTo>
                    <a:pt x="3462490" y="1083104"/>
                  </a:lnTo>
                  <a:lnTo>
                    <a:pt x="3459355" y="1082121"/>
                  </a:lnTo>
                  <a:lnTo>
                    <a:pt x="3456725" y="1079867"/>
                  </a:lnTo>
                  <a:lnTo>
                    <a:pt x="3453314" y="1073250"/>
                  </a:lnTo>
                  <a:lnTo>
                    <a:pt x="3454092" y="1066477"/>
                  </a:lnTo>
                  <a:lnTo>
                    <a:pt x="3458506" y="1061202"/>
                  </a:lnTo>
                  <a:lnTo>
                    <a:pt x="3466005" y="1059076"/>
                  </a:lnTo>
                  <a:lnTo>
                    <a:pt x="3472757" y="1059076"/>
                  </a:lnTo>
                  <a:lnTo>
                    <a:pt x="3478674" y="1064663"/>
                  </a:lnTo>
                  <a:lnTo>
                    <a:pt x="3478674" y="1078236"/>
                  </a:lnTo>
                  <a:lnTo>
                    <a:pt x="3472276" y="1083104"/>
                  </a:lnTo>
                  <a:close/>
                </a:path>
                <a:path w="4122420" h="2482215">
                  <a:moveTo>
                    <a:pt x="3547785" y="1083104"/>
                  </a:moveTo>
                  <a:lnTo>
                    <a:pt x="3538024" y="1083104"/>
                  </a:lnTo>
                  <a:lnTo>
                    <a:pt x="3535015" y="1082121"/>
                  </a:lnTo>
                  <a:lnTo>
                    <a:pt x="3532638" y="1079867"/>
                  </a:lnTo>
                  <a:lnTo>
                    <a:pt x="3529227" y="1073250"/>
                  </a:lnTo>
                  <a:lnTo>
                    <a:pt x="3530005" y="1066477"/>
                  </a:lnTo>
                  <a:lnTo>
                    <a:pt x="3534420" y="1061202"/>
                  </a:lnTo>
                  <a:lnTo>
                    <a:pt x="3541919" y="1059076"/>
                  </a:lnTo>
                  <a:lnTo>
                    <a:pt x="3548670" y="1059076"/>
                  </a:lnTo>
                  <a:lnTo>
                    <a:pt x="3554588" y="1064663"/>
                  </a:lnTo>
                  <a:lnTo>
                    <a:pt x="3554588" y="1078236"/>
                  </a:lnTo>
                  <a:lnTo>
                    <a:pt x="3547785" y="1083104"/>
                  </a:lnTo>
                  <a:close/>
                </a:path>
                <a:path w="4122420" h="2482215">
                  <a:moveTo>
                    <a:pt x="3623269" y="1083104"/>
                  </a:moveTo>
                  <a:lnTo>
                    <a:pt x="3613862" y="1083104"/>
                  </a:lnTo>
                  <a:lnTo>
                    <a:pt x="3610928" y="1082121"/>
                  </a:lnTo>
                  <a:lnTo>
                    <a:pt x="3608576" y="1079867"/>
                  </a:lnTo>
                  <a:lnTo>
                    <a:pt x="3604803" y="1073250"/>
                  </a:lnTo>
                  <a:lnTo>
                    <a:pt x="3605621" y="1066477"/>
                  </a:lnTo>
                  <a:lnTo>
                    <a:pt x="3610237" y="1061202"/>
                  </a:lnTo>
                  <a:lnTo>
                    <a:pt x="3617857" y="1059076"/>
                  </a:lnTo>
                  <a:lnTo>
                    <a:pt x="3624583" y="1059076"/>
                  </a:lnTo>
                  <a:lnTo>
                    <a:pt x="3629666" y="1064663"/>
                  </a:lnTo>
                  <a:lnTo>
                    <a:pt x="3629666" y="1078236"/>
                  </a:lnTo>
                  <a:lnTo>
                    <a:pt x="3623269" y="1083104"/>
                  </a:lnTo>
                  <a:close/>
                </a:path>
                <a:path w="4122420" h="2482215">
                  <a:moveTo>
                    <a:pt x="3699181" y="1083104"/>
                  </a:moveTo>
                  <a:lnTo>
                    <a:pt x="3689800" y="1083104"/>
                  </a:lnTo>
                  <a:lnTo>
                    <a:pt x="3686841" y="1082121"/>
                  </a:lnTo>
                  <a:lnTo>
                    <a:pt x="3684490" y="1079867"/>
                  </a:lnTo>
                  <a:lnTo>
                    <a:pt x="3680702" y="1073250"/>
                  </a:lnTo>
                  <a:lnTo>
                    <a:pt x="3681427" y="1066477"/>
                  </a:lnTo>
                  <a:lnTo>
                    <a:pt x="3685787" y="1061202"/>
                  </a:lnTo>
                  <a:lnTo>
                    <a:pt x="3692910" y="1059076"/>
                  </a:lnTo>
                  <a:lnTo>
                    <a:pt x="3700522" y="1059076"/>
                  </a:lnTo>
                  <a:lnTo>
                    <a:pt x="3705579" y="1064663"/>
                  </a:lnTo>
                  <a:lnTo>
                    <a:pt x="3705579" y="1078236"/>
                  </a:lnTo>
                  <a:lnTo>
                    <a:pt x="3699181" y="1083104"/>
                  </a:lnTo>
                  <a:close/>
                </a:path>
                <a:path w="4122420" h="2482215">
                  <a:moveTo>
                    <a:pt x="3851008" y="1083104"/>
                  </a:moveTo>
                  <a:lnTo>
                    <a:pt x="3841221" y="1083104"/>
                  </a:lnTo>
                  <a:lnTo>
                    <a:pt x="3838111" y="1082121"/>
                  </a:lnTo>
                  <a:lnTo>
                    <a:pt x="3835481" y="1079867"/>
                  </a:lnTo>
                  <a:lnTo>
                    <a:pt x="3832059" y="1073250"/>
                  </a:lnTo>
                  <a:lnTo>
                    <a:pt x="3832839" y="1066477"/>
                  </a:lnTo>
                  <a:lnTo>
                    <a:pt x="3837259" y="1061202"/>
                  </a:lnTo>
                  <a:lnTo>
                    <a:pt x="3844762" y="1059076"/>
                  </a:lnTo>
                  <a:lnTo>
                    <a:pt x="3851488" y="1059076"/>
                  </a:lnTo>
                  <a:lnTo>
                    <a:pt x="3857405" y="1064663"/>
                  </a:lnTo>
                  <a:lnTo>
                    <a:pt x="3857405" y="1078236"/>
                  </a:lnTo>
                  <a:lnTo>
                    <a:pt x="3851008" y="1083104"/>
                  </a:lnTo>
                  <a:close/>
                </a:path>
                <a:path w="4122420" h="2482215">
                  <a:moveTo>
                    <a:pt x="736978" y="1083272"/>
                  </a:moveTo>
                  <a:lnTo>
                    <a:pt x="727217" y="1083272"/>
                  </a:lnTo>
                  <a:lnTo>
                    <a:pt x="723930" y="1082217"/>
                  </a:lnTo>
                  <a:lnTo>
                    <a:pt x="721199" y="1079867"/>
                  </a:lnTo>
                  <a:lnTo>
                    <a:pt x="717788" y="1073583"/>
                  </a:lnTo>
                  <a:lnTo>
                    <a:pt x="718566" y="1066774"/>
                  </a:lnTo>
                  <a:lnTo>
                    <a:pt x="722981" y="1061313"/>
                  </a:lnTo>
                  <a:lnTo>
                    <a:pt x="730480" y="1059076"/>
                  </a:lnTo>
                  <a:lnTo>
                    <a:pt x="731314" y="1059867"/>
                  </a:lnTo>
                  <a:lnTo>
                    <a:pt x="737231" y="1060683"/>
                  </a:lnTo>
                  <a:lnTo>
                    <a:pt x="742289" y="1065479"/>
                  </a:lnTo>
                  <a:lnTo>
                    <a:pt x="743123" y="1071066"/>
                  </a:lnTo>
                  <a:lnTo>
                    <a:pt x="743123" y="1078644"/>
                  </a:lnTo>
                  <a:lnTo>
                    <a:pt x="736978" y="1083272"/>
                  </a:lnTo>
                  <a:close/>
                </a:path>
                <a:path w="4122420" h="2482215">
                  <a:moveTo>
                    <a:pt x="812512" y="1083272"/>
                  </a:moveTo>
                  <a:lnTo>
                    <a:pt x="802751" y="1083272"/>
                  </a:lnTo>
                  <a:lnTo>
                    <a:pt x="799590" y="1082217"/>
                  </a:lnTo>
                  <a:lnTo>
                    <a:pt x="797112" y="1079867"/>
                  </a:lnTo>
                  <a:lnTo>
                    <a:pt x="793349" y="1073250"/>
                  </a:lnTo>
                  <a:lnTo>
                    <a:pt x="794166" y="1066477"/>
                  </a:lnTo>
                  <a:lnTo>
                    <a:pt x="798776" y="1061202"/>
                  </a:lnTo>
                  <a:lnTo>
                    <a:pt x="806392" y="1059076"/>
                  </a:lnTo>
                  <a:lnTo>
                    <a:pt x="807252" y="1059867"/>
                  </a:lnTo>
                  <a:lnTo>
                    <a:pt x="813144" y="1060683"/>
                  </a:lnTo>
                  <a:lnTo>
                    <a:pt x="818202" y="1065479"/>
                  </a:lnTo>
                  <a:lnTo>
                    <a:pt x="819062" y="1071066"/>
                  </a:lnTo>
                  <a:lnTo>
                    <a:pt x="819062" y="1078644"/>
                  </a:lnTo>
                  <a:lnTo>
                    <a:pt x="812512" y="1083272"/>
                  </a:lnTo>
                  <a:close/>
                </a:path>
                <a:path w="4122420" h="2482215">
                  <a:moveTo>
                    <a:pt x="1267561" y="1083272"/>
                  </a:moveTo>
                  <a:lnTo>
                    <a:pt x="1257774" y="1083272"/>
                  </a:lnTo>
                  <a:lnTo>
                    <a:pt x="1254512" y="1082217"/>
                  </a:lnTo>
                  <a:lnTo>
                    <a:pt x="1251781" y="1079867"/>
                  </a:lnTo>
                  <a:lnTo>
                    <a:pt x="1248370" y="1073250"/>
                  </a:lnTo>
                  <a:lnTo>
                    <a:pt x="1249148" y="1066477"/>
                  </a:lnTo>
                  <a:lnTo>
                    <a:pt x="1253563" y="1061202"/>
                  </a:lnTo>
                  <a:lnTo>
                    <a:pt x="1261062" y="1059076"/>
                  </a:lnTo>
                  <a:lnTo>
                    <a:pt x="1261062" y="1059867"/>
                  </a:lnTo>
                  <a:lnTo>
                    <a:pt x="1267813" y="1059867"/>
                  </a:lnTo>
                  <a:lnTo>
                    <a:pt x="1272871" y="1065479"/>
                  </a:lnTo>
                  <a:lnTo>
                    <a:pt x="1273706" y="1071066"/>
                  </a:lnTo>
                  <a:lnTo>
                    <a:pt x="1273706" y="1078644"/>
                  </a:lnTo>
                  <a:lnTo>
                    <a:pt x="1267561" y="1083272"/>
                  </a:lnTo>
                  <a:close/>
                </a:path>
                <a:path w="4122420" h="2482215">
                  <a:moveTo>
                    <a:pt x="888880" y="1083656"/>
                  </a:moveTo>
                  <a:lnTo>
                    <a:pt x="879145" y="1083656"/>
                  </a:lnTo>
                  <a:lnTo>
                    <a:pt x="875807" y="1082504"/>
                  </a:lnTo>
                  <a:lnTo>
                    <a:pt x="873025" y="1079867"/>
                  </a:lnTo>
                  <a:lnTo>
                    <a:pt x="869614" y="1073707"/>
                  </a:lnTo>
                  <a:lnTo>
                    <a:pt x="870392" y="1067169"/>
                  </a:lnTo>
                  <a:lnTo>
                    <a:pt x="874807" y="1061981"/>
                  </a:lnTo>
                  <a:lnTo>
                    <a:pt x="882306" y="1059867"/>
                  </a:lnTo>
                  <a:lnTo>
                    <a:pt x="889057" y="1059867"/>
                  </a:lnTo>
                  <a:lnTo>
                    <a:pt x="894975" y="1065479"/>
                  </a:lnTo>
                  <a:lnTo>
                    <a:pt x="894975" y="1078860"/>
                  </a:lnTo>
                  <a:lnTo>
                    <a:pt x="888880" y="1083656"/>
                  </a:lnTo>
                  <a:close/>
                </a:path>
                <a:path w="4122420" h="2482215">
                  <a:moveTo>
                    <a:pt x="964819" y="1083656"/>
                  </a:moveTo>
                  <a:lnTo>
                    <a:pt x="955437" y="1083656"/>
                  </a:lnTo>
                  <a:lnTo>
                    <a:pt x="952301" y="1082504"/>
                  </a:lnTo>
                  <a:lnTo>
                    <a:pt x="949798" y="1079867"/>
                  </a:lnTo>
                  <a:lnTo>
                    <a:pt x="946011" y="1073707"/>
                  </a:lnTo>
                  <a:lnTo>
                    <a:pt x="946735" y="1067169"/>
                  </a:lnTo>
                  <a:lnTo>
                    <a:pt x="951096" y="1061981"/>
                  </a:lnTo>
                  <a:lnTo>
                    <a:pt x="958219" y="1059867"/>
                  </a:lnTo>
                  <a:lnTo>
                    <a:pt x="964971" y="1059867"/>
                  </a:lnTo>
                  <a:lnTo>
                    <a:pt x="970888" y="1065479"/>
                  </a:lnTo>
                  <a:lnTo>
                    <a:pt x="970888" y="1078860"/>
                  </a:lnTo>
                  <a:lnTo>
                    <a:pt x="964819" y="1083656"/>
                  </a:lnTo>
                  <a:close/>
                </a:path>
                <a:path w="4122420" h="2482215">
                  <a:moveTo>
                    <a:pt x="1343549" y="1083656"/>
                  </a:moveTo>
                  <a:lnTo>
                    <a:pt x="1334168" y="1083656"/>
                  </a:lnTo>
                  <a:lnTo>
                    <a:pt x="1331032" y="1082504"/>
                  </a:lnTo>
                  <a:lnTo>
                    <a:pt x="1328529" y="1079867"/>
                  </a:lnTo>
                  <a:lnTo>
                    <a:pt x="1324753" y="1073707"/>
                  </a:lnTo>
                  <a:lnTo>
                    <a:pt x="1325479" y="1067169"/>
                  </a:lnTo>
                  <a:lnTo>
                    <a:pt x="1329841" y="1061981"/>
                  </a:lnTo>
                  <a:lnTo>
                    <a:pt x="1336975" y="1059867"/>
                  </a:lnTo>
                  <a:lnTo>
                    <a:pt x="1343727" y="1059867"/>
                  </a:lnTo>
                  <a:lnTo>
                    <a:pt x="1349619" y="1065479"/>
                  </a:lnTo>
                  <a:lnTo>
                    <a:pt x="1349619" y="1078860"/>
                  </a:lnTo>
                  <a:lnTo>
                    <a:pt x="1343549" y="1083656"/>
                  </a:lnTo>
                  <a:close/>
                </a:path>
                <a:path w="4122420" h="2482215">
                  <a:moveTo>
                    <a:pt x="1722280" y="1083656"/>
                  </a:moveTo>
                  <a:lnTo>
                    <a:pt x="1712924" y="1083656"/>
                  </a:lnTo>
                  <a:lnTo>
                    <a:pt x="1709763" y="1082504"/>
                  </a:lnTo>
                  <a:lnTo>
                    <a:pt x="1707285" y="1079867"/>
                  </a:lnTo>
                  <a:lnTo>
                    <a:pt x="1703498" y="1073707"/>
                  </a:lnTo>
                  <a:lnTo>
                    <a:pt x="1704222" y="1067169"/>
                  </a:lnTo>
                  <a:lnTo>
                    <a:pt x="1708583" y="1061981"/>
                  </a:lnTo>
                  <a:lnTo>
                    <a:pt x="1715706" y="1059867"/>
                  </a:lnTo>
                  <a:lnTo>
                    <a:pt x="1722458" y="1059867"/>
                  </a:lnTo>
                  <a:lnTo>
                    <a:pt x="1728375" y="1065479"/>
                  </a:lnTo>
                  <a:lnTo>
                    <a:pt x="1728375" y="1078860"/>
                  </a:lnTo>
                  <a:lnTo>
                    <a:pt x="1722280" y="1083656"/>
                  </a:lnTo>
                  <a:close/>
                </a:path>
                <a:path w="4122420" h="2482215">
                  <a:moveTo>
                    <a:pt x="1798219" y="1083656"/>
                  </a:moveTo>
                  <a:lnTo>
                    <a:pt x="1788458" y="1083656"/>
                  </a:lnTo>
                  <a:lnTo>
                    <a:pt x="1785120" y="1082504"/>
                  </a:lnTo>
                  <a:lnTo>
                    <a:pt x="1782338" y="1079867"/>
                  </a:lnTo>
                  <a:lnTo>
                    <a:pt x="1779048" y="1073707"/>
                  </a:lnTo>
                  <a:lnTo>
                    <a:pt x="1780028" y="1067169"/>
                  </a:lnTo>
                  <a:lnTo>
                    <a:pt x="1784483" y="1061981"/>
                  </a:lnTo>
                  <a:lnTo>
                    <a:pt x="1791619" y="1059867"/>
                  </a:lnTo>
                  <a:lnTo>
                    <a:pt x="1798371" y="1059867"/>
                  </a:lnTo>
                  <a:lnTo>
                    <a:pt x="1804288" y="1065479"/>
                  </a:lnTo>
                  <a:lnTo>
                    <a:pt x="1804288" y="1078860"/>
                  </a:lnTo>
                  <a:lnTo>
                    <a:pt x="1798219" y="1083656"/>
                  </a:lnTo>
                  <a:close/>
                </a:path>
                <a:path w="4122420" h="2482215">
                  <a:moveTo>
                    <a:pt x="2017689" y="1083871"/>
                  </a:moveTo>
                  <a:lnTo>
                    <a:pt x="2011797" y="1083080"/>
                  </a:lnTo>
                  <a:lnTo>
                    <a:pt x="2006714" y="1078284"/>
                  </a:lnTo>
                  <a:lnTo>
                    <a:pt x="2006714" y="1071881"/>
                  </a:lnTo>
                  <a:lnTo>
                    <a:pt x="2017689" y="1083871"/>
                  </a:lnTo>
                  <a:close/>
                </a:path>
                <a:path w="4122420" h="2482215">
                  <a:moveTo>
                    <a:pt x="1419134" y="1083919"/>
                  </a:moveTo>
                  <a:lnTo>
                    <a:pt x="1409348" y="1083919"/>
                  </a:lnTo>
                  <a:lnTo>
                    <a:pt x="1406237" y="1082912"/>
                  </a:lnTo>
                  <a:lnTo>
                    <a:pt x="1403607" y="1080682"/>
                  </a:lnTo>
                  <a:lnTo>
                    <a:pt x="1400196" y="1074051"/>
                  </a:lnTo>
                  <a:lnTo>
                    <a:pt x="1400975" y="1067271"/>
                  </a:lnTo>
                  <a:lnTo>
                    <a:pt x="1405389" y="1061993"/>
                  </a:lnTo>
                  <a:lnTo>
                    <a:pt x="1412888" y="1059867"/>
                  </a:lnTo>
                  <a:lnTo>
                    <a:pt x="1419640" y="1059867"/>
                  </a:lnTo>
                  <a:lnTo>
                    <a:pt x="1424697" y="1065479"/>
                  </a:lnTo>
                  <a:lnTo>
                    <a:pt x="1425532" y="1071881"/>
                  </a:lnTo>
                  <a:lnTo>
                    <a:pt x="1425532" y="1079028"/>
                  </a:lnTo>
                  <a:lnTo>
                    <a:pt x="1419134" y="1083919"/>
                  </a:lnTo>
                  <a:close/>
                </a:path>
                <a:path w="4122420" h="2482215">
                  <a:moveTo>
                    <a:pt x="1570505" y="1083919"/>
                  </a:moveTo>
                  <a:lnTo>
                    <a:pt x="1560820" y="1083919"/>
                  </a:lnTo>
                  <a:lnTo>
                    <a:pt x="1557811" y="1082912"/>
                  </a:lnTo>
                  <a:lnTo>
                    <a:pt x="1555433" y="1080682"/>
                  </a:lnTo>
                  <a:lnTo>
                    <a:pt x="1551670" y="1074051"/>
                  </a:lnTo>
                  <a:lnTo>
                    <a:pt x="1552488" y="1067271"/>
                  </a:lnTo>
                  <a:lnTo>
                    <a:pt x="1557098" y="1061993"/>
                  </a:lnTo>
                  <a:lnTo>
                    <a:pt x="1564714" y="1059867"/>
                  </a:lnTo>
                  <a:lnTo>
                    <a:pt x="1571466" y="1059867"/>
                  </a:lnTo>
                  <a:lnTo>
                    <a:pt x="1576523" y="1065479"/>
                  </a:lnTo>
                  <a:lnTo>
                    <a:pt x="1576523" y="1071881"/>
                  </a:lnTo>
                  <a:lnTo>
                    <a:pt x="1577105" y="1079028"/>
                  </a:lnTo>
                  <a:lnTo>
                    <a:pt x="1570505" y="1083919"/>
                  </a:lnTo>
                  <a:close/>
                </a:path>
                <a:path w="4122420" h="2482215">
                  <a:moveTo>
                    <a:pt x="1040631" y="1084087"/>
                  </a:moveTo>
                  <a:lnTo>
                    <a:pt x="1030870" y="1084087"/>
                  </a:lnTo>
                  <a:lnTo>
                    <a:pt x="1027608" y="1083008"/>
                  </a:lnTo>
                  <a:lnTo>
                    <a:pt x="1024876" y="1080682"/>
                  </a:lnTo>
                  <a:lnTo>
                    <a:pt x="1021572" y="1074051"/>
                  </a:lnTo>
                  <a:lnTo>
                    <a:pt x="1022547" y="1067271"/>
                  </a:lnTo>
                  <a:lnTo>
                    <a:pt x="1027007" y="1061993"/>
                  </a:lnTo>
                  <a:lnTo>
                    <a:pt x="1034157" y="1059867"/>
                  </a:lnTo>
                  <a:lnTo>
                    <a:pt x="1040883" y="1059867"/>
                  </a:lnTo>
                  <a:lnTo>
                    <a:pt x="1046801" y="1065479"/>
                  </a:lnTo>
                  <a:lnTo>
                    <a:pt x="1046801" y="1079435"/>
                  </a:lnTo>
                  <a:lnTo>
                    <a:pt x="1040631" y="1084087"/>
                  </a:lnTo>
                  <a:close/>
                </a:path>
                <a:path w="4122420" h="2482215">
                  <a:moveTo>
                    <a:pt x="1116569" y="1084087"/>
                  </a:moveTo>
                  <a:lnTo>
                    <a:pt x="1106783" y="1084087"/>
                  </a:lnTo>
                  <a:lnTo>
                    <a:pt x="1103521" y="1083008"/>
                  </a:lnTo>
                  <a:lnTo>
                    <a:pt x="1100790" y="1080682"/>
                  </a:lnTo>
                  <a:lnTo>
                    <a:pt x="1097379" y="1074051"/>
                  </a:lnTo>
                  <a:lnTo>
                    <a:pt x="1098157" y="1067271"/>
                  </a:lnTo>
                  <a:lnTo>
                    <a:pt x="1102571" y="1061993"/>
                  </a:lnTo>
                  <a:lnTo>
                    <a:pt x="1110070" y="1059867"/>
                  </a:lnTo>
                  <a:lnTo>
                    <a:pt x="1116822" y="1059867"/>
                  </a:lnTo>
                  <a:lnTo>
                    <a:pt x="1122714" y="1065479"/>
                  </a:lnTo>
                  <a:lnTo>
                    <a:pt x="1122714" y="1079435"/>
                  </a:lnTo>
                  <a:lnTo>
                    <a:pt x="1116569" y="1084087"/>
                  </a:lnTo>
                  <a:close/>
                </a:path>
                <a:path w="4122420" h="2482215">
                  <a:moveTo>
                    <a:pt x="1494921" y="1084087"/>
                  </a:moveTo>
                  <a:lnTo>
                    <a:pt x="1485160" y="1084087"/>
                  </a:lnTo>
                  <a:lnTo>
                    <a:pt x="1481999" y="1083008"/>
                  </a:lnTo>
                  <a:lnTo>
                    <a:pt x="1479521" y="1080682"/>
                  </a:lnTo>
                  <a:lnTo>
                    <a:pt x="1475758" y="1074051"/>
                  </a:lnTo>
                  <a:lnTo>
                    <a:pt x="1476575" y="1067271"/>
                  </a:lnTo>
                  <a:lnTo>
                    <a:pt x="1481185" y="1061993"/>
                  </a:lnTo>
                  <a:lnTo>
                    <a:pt x="1488801" y="1059867"/>
                  </a:lnTo>
                  <a:lnTo>
                    <a:pt x="1495553" y="1059867"/>
                  </a:lnTo>
                  <a:lnTo>
                    <a:pt x="1501445" y="1065479"/>
                  </a:lnTo>
                  <a:lnTo>
                    <a:pt x="1501445" y="1079435"/>
                  </a:lnTo>
                  <a:lnTo>
                    <a:pt x="1494921" y="1084087"/>
                  </a:lnTo>
                  <a:close/>
                </a:path>
                <a:path w="4122420" h="2482215">
                  <a:moveTo>
                    <a:pt x="1949565" y="1084087"/>
                  </a:moveTo>
                  <a:lnTo>
                    <a:pt x="1939829" y="1084087"/>
                  </a:lnTo>
                  <a:lnTo>
                    <a:pt x="1936643" y="1083008"/>
                  </a:lnTo>
                  <a:lnTo>
                    <a:pt x="1934190" y="1080682"/>
                  </a:lnTo>
                  <a:lnTo>
                    <a:pt x="1930416" y="1074051"/>
                  </a:lnTo>
                  <a:lnTo>
                    <a:pt x="1931234" y="1067271"/>
                  </a:lnTo>
                  <a:lnTo>
                    <a:pt x="1935851" y="1061993"/>
                  </a:lnTo>
                  <a:lnTo>
                    <a:pt x="1943470" y="1059867"/>
                  </a:lnTo>
                  <a:lnTo>
                    <a:pt x="1950197" y="1059867"/>
                  </a:lnTo>
                  <a:lnTo>
                    <a:pt x="1956114" y="1065479"/>
                  </a:lnTo>
                  <a:lnTo>
                    <a:pt x="1956114" y="1079435"/>
                  </a:lnTo>
                  <a:lnTo>
                    <a:pt x="1949565" y="1084087"/>
                  </a:lnTo>
                  <a:close/>
                </a:path>
                <a:path w="4122420" h="2482215">
                  <a:moveTo>
                    <a:pt x="661925" y="1084447"/>
                  </a:moveTo>
                  <a:lnTo>
                    <a:pt x="652139" y="1084447"/>
                  </a:lnTo>
                  <a:lnTo>
                    <a:pt x="648877" y="1083272"/>
                  </a:lnTo>
                  <a:lnTo>
                    <a:pt x="646121" y="1080682"/>
                  </a:lnTo>
                  <a:lnTo>
                    <a:pt x="642830" y="1074385"/>
                  </a:lnTo>
                  <a:lnTo>
                    <a:pt x="643810" y="1067568"/>
                  </a:lnTo>
                  <a:lnTo>
                    <a:pt x="648265" y="1062105"/>
                  </a:lnTo>
                  <a:lnTo>
                    <a:pt x="655401" y="1059867"/>
                  </a:lnTo>
                  <a:lnTo>
                    <a:pt x="662153" y="1059867"/>
                  </a:lnTo>
                  <a:lnTo>
                    <a:pt x="668070" y="1065479"/>
                  </a:lnTo>
                  <a:lnTo>
                    <a:pt x="668070" y="1079435"/>
                  </a:lnTo>
                  <a:lnTo>
                    <a:pt x="661925" y="1084447"/>
                  </a:lnTo>
                  <a:close/>
                </a:path>
                <a:path w="4122420" h="2482215">
                  <a:moveTo>
                    <a:pt x="1192027" y="1084447"/>
                  </a:moveTo>
                  <a:lnTo>
                    <a:pt x="1182342" y="1084447"/>
                  </a:lnTo>
                  <a:lnTo>
                    <a:pt x="1179181" y="1083272"/>
                  </a:lnTo>
                  <a:lnTo>
                    <a:pt x="1176703" y="1080682"/>
                  </a:lnTo>
                  <a:lnTo>
                    <a:pt x="1172929" y="1074512"/>
                  </a:lnTo>
                  <a:lnTo>
                    <a:pt x="1173747" y="1067976"/>
                  </a:lnTo>
                  <a:lnTo>
                    <a:pt x="1178363" y="1062793"/>
                  </a:lnTo>
                  <a:lnTo>
                    <a:pt x="1185983" y="1060683"/>
                  </a:lnTo>
                  <a:lnTo>
                    <a:pt x="1185983" y="1059867"/>
                  </a:lnTo>
                  <a:lnTo>
                    <a:pt x="1192735" y="1059867"/>
                  </a:lnTo>
                  <a:lnTo>
                    <a:pt x="1198627" y="1065479"/>
                  </a:lnTo>
                  <a:lnTo>
                    <a:pt x="1197792" y="1071881"/>
                  </a:lnTo>
                  <a:lnTo>
                    <a:pt x="1198349" y="1079435"/>
                  </a:lnTo>
                  <a:lnTo>
                    <a:pt x="1192027" y="1084447"/>
                  </a:lnTo>
                  <a:close/>
                </a:path>
                <a:path w="4122420" h="2482215">
                  <a:moveTo>
                    <a:pt x="1874056" y="1084447"/>
                  </a:moveTo>
                  <a:lnTo>
                    <a:pt x="1864295" y="1084447"/>
                  </a:lnTo>
                  <a:lnTo>
                    <a:pt x="1861008" y="1083272"/>
                  </a:lnTo>
                  <a:lnTo>
                    <a:pt x="1858277" y="1080682"/>
                  </a:lnTo>
                  <a:lnTo>
                    <a:pt x="1854851" y="1074499"/>
                  </a:lnTo>
                  <a:lnTo>
                    <a:pt x="1855622" y="1067874"/>
                  </a:lnTo>
                  <a:lnTo>
                    <a:pt x="1860033" y="1062449"/>
                  </a:lnTo>
                  <a:lnTo>
                    <a:pt x="1867532" y="1059867"/>
                  </a:lnTo>
                  <a:lnTo>
                    <a:pt x="1874284" y="1059867"/>
                  </a:lnTo>
                  <a:lnTo>
                    <a:pt x="1880201" y="1065479"/>
                  </a:lnTo>
                  <a:lnTo>
                    <a:pt x="1880201" y="1079435"/>
                  </a:lnTo>
                  <a:lnTo>
                    <a:pt x="1874056" y="1084447"/>
                  </a:lnTo>
                  <a:close/>
                </a:path>
                <a:path w="4122420" h="2482215">
                  <a:moveTo>
                    <a:pt x="1646848" y="1084471"/>
                  </a:moveTo>
                  <a:lnTo>
                    <a:pt x="1637087" y="1084471"/>
                  </a:lnTo>
                  <a:lnTo>
                    <a:pt x="1633850" y="1083296"/>
                  </a:lnTo>
                  <a:lnTo>
                    <a:pt x="1631347" y="1080682"/>
                  </a:lnTo>
                  <a:lnTo>
                    <a:pt x="1627584" y="1074512"/>
                  </a:lnTo>
                  <a:lnTo>
                    <a:pt x="1628401" y="1067976"/>
                  </a:lnTo>
                  <a:lnTo>
                    <a:pt x="1633011" y="1062793"/>
                  </a:lnTo>
                  <a:lnTo>
                    <a:pt x="1640627" y="1060683"/>
                  </a:lnTo>
                  <a:lnTo>
                    <a:pt x="1639793" y="1059867"/>
                  </a:lnTo>
                  <a:lnTo>
                    <a:pt x="1647379" y="1059867"/>
                  </a:lnTo>
                  <a:lnTo>
                    <a:pt x="1653296" y="1065479"/>
                  </a:lnTo>
                  <a:lnTo>
                    <a:pt x="1653296" y="1079651"/>
                  </a:lnTo>
                  <a:lnTo>
                    <a:pt x="1646848" y="1084471"/>
                  </a:lnTo>
                  <a:close/>
                </a:path>
                <a:path w="4122420" h="2482215">
                  <a:moveTo>
                    <a:pt x="2050588" y="1118259"/>
                  </a:moveTo>
                  <a:lnTo>
                    <a:pt x="2048059" y="1116676"/>
                  </a:lnTo>
                  <a:lnTo>
                    <a:pt x="2046365" y="1115069"/>
                  </a:lnTo>
                  <a:lnTo>
                    <a:pt x="2044671" y="1112671"/>
                  </a:lnTo>
                  <a:lnTo>
                    <a:pt x="2050588" y="1118259"/>
                  </a:lnTo>
                  <a:close/>
                </a:path>
                <a:path w="4122420" h="2482215">
                  <a:moveTo>
                    <a:pt x="3888964" y="1118307"/>
                  </a:moveTo>
                  <a:lnTo>
                    <a:pt x="3879178" y="1118307"/>
                  </a:lnTo>
                  <a:lnTo>
                    <a:pt x="3876068" y="1117300"/>
                  </a:lnTo>
                  <a:lnTo>
                    <a:pt x="3873438" y="1115069"/>
                  </a:lnTo>
                  <a:lnTo>
                    <a:pt x="3870027" y="1108442"/>
                  </a:lnTo>
                  <a:lnTo>
                    <a:pt x="3870804" y="1101671"/>
                  </a:lnTo>
                  <a:lnTo>
                    <a:pt x="3875219" y="1096401"/>
                  </a:lnTo>
                  <a:lnTo>
                    <a:pt x="3882718" y="1094279"/>
                  </a:lnTo>
                  <a:lnTo>
                    <a:pt x="3889470" y="1094279"/>
                  </a:lnTo>
                  <a:lnTo>
                    <a:pt x="3895362" y="1099866"/>
                  </a:lnTo>
                  <a:lnTo>
                    <a:pt x="3895362" y="1113439"/>
                  </a:lnTo>
                  <a:lnTo>
                    <a:pt x="3888964" y="1118307"/>
                  </a:lnTo>
                  <a:close/>
                </a:path>
                <a:path w="4122420" h="2482215">
                  <a:moveTo>
                    <a:pt x="3427340" y="1118331"/>
                  </a:moveTo>
                  <a:lnTo>
                    <a:pt x="3418066" y="1114561"/>
                  </a:lnTo>
                  <a:lnTo>
                    <a:pt x="3414975" y="1106269"/>
                  </a:lnTo>
                  <a:lnTo>
                    <a:pt x="3418066" y="1097976"/>
                  </a:lnTo>
                  <a:lnTo>
                    <a:pt x="3427340" y="1094207"/>
                  </a:lnTo>
                  <a:lnTo>
                    <a:pt x="3427847" y="1094207"/>
                  </a:lnTo>
                  <a:lnTo>
                    <a:pt x="3428908" y="1094279"/>
                  </a:lnTo>
                  <a:lnTo>
                    <a:pt x="3437443" y="1098471"/>
                  </a:lnTo>
                  <a:lnTo>
                    <a:pt x="3440288" y="1106269"/>
                  </a:lnTo>
                  <a:lnTo>
                    <a:pt x="3437443" y="1114067"/>
                  </a:lnTo>
                  <a:lnTo>
                    <a:pt x="3428908" y="1118259"/>
                  </a:lnTo>
                  <a:lnTo>
                    <a:pt x="3428377" y="1118307"/>
                  </a:lnTo>
                  <a:lnTo>
                    <a:pt x="3427340" y="1118331"/>
                  </a:lnTo>
                  <a:close/>
                </a:path>
                <a:path w="4122420" h="2482215">
                  <a:moveTo>
                    <a:pt x="3653437" y="1118331"/>
                  </a:moveTo>
                  <a:lnTo>
                    <a:pt x="3644618" y="1114685"/>
                  </a:lnTo>
                  <a:lnTo>
                    <a:pt x="3641678" y="1106664"/>
                  </a:lnTo>
                  <a:lnTo>
                    <a:pt x="3644618" y="1098644"/>
                  </a:lnTo>
                  <a:lnTo>
                    <a:pt x="3653437" y="1094998"/>
                  </a:lnTo>
                  <a:lnTo>
                    <a:pt x="3653942" y="1094998"/>
                  </a:lnTo>
                  <a:lnTo>
                    <a:pt x="3654954" y="1095070"/>
                  </a:lnTo>
                  <a:lnTo>
                    <a:pt x="3663972" y="1098916"/>
                  </a:lnTo>
                  <a:lnTo>
                    <a:pt x="3666978" y="1106665"/>
                  </a:lnTo>
                  <a:lnTo>
                    <a:pt x="3663972" y="1114413"/>
                  </a:lnTo>
                  <a:lnTo>
                    <a:pt x="3654954" y="1118259"/>
                  </a:lnTo>
                  <a:lnTo>
                    <a:pt x="3654448" y="1118307"/>
                  </a:lnTo>
                  <a:lnTo>
                    <a:pt x="3653437" y="1118331"/>
                  </a:lnTo>
                  <a:close/>
                </a:path>
                <a:path w="4122420" h="2482215">
                  <a:moveTo>
                    <a:pt x="3358635" y="1118475"/>
                  </a:moveTo>
                  <a:lnTo>
                    <a:pt x="3349253" y="1118475"/>
                  </a:lnTo>
                  <a:lnTo>
                    <a:pt x="3346168" y="1117395"/>
                  </a:lnTo>
                  <a:lnTo>
                    <a:pt x="3343690" y="1115069"/>
                  </a:lnTo>
                  <a:lnTo>
                    <a:pt x="3339913" y="1108442"/>
                  </a:lnTo>
                  <a:lnTo>
                    <a:pt x="3340639" y="1101671"/>
                  </a:lnTo>
                  <a:lnTo>
                    <a:pt x="3345002" y="1096401"/>
                  </a:lnTo>
                  <a:lnTo>
                    <a:pt x="3352136" y="1094279"/>
                  </a:lnTo>
                  <a:lnTo>
                    <a:pt x="3358888" y="1094279"/>
                  </a:lnTo>
                  <a:lnTo>
                    <a:pt x="3364780" y="1099866"/>
                  </a:lnTo>
                  <a:lnTo>
                    <a:pt x="3364780" y="1113822"/>
                  </a:lnTo>
                  <a:lnTo>
                    <a:pt x="3358635" y="1118475"/>
                  </a:lnTo>
                  <a:close/>
                </a:path>
                <a:path w="4122420" h="2482215">
                  <a:moveTo>
                    <a:pt x="3965130" y="1118834"/>
                  </a:moveTo>
                  <a:lnTo>
                    <a:pt x="3955369" y="1118834"/>
                  </a:lnTo>
                  <a:lnTo>
                    <a:pt x="3952082" y="1117659"/>
                  </a:lnTo>
                  <a:lnTo>
                    <a:pt x="3949351" y="1115069"/>
                  </a:lnTo>
                  <a:lnTo>
                    <a:pt x="3946057" y="1108786"/>
                  </a:lnTo>
                  <a:lnTo>
                    <a:pt x="3947031" y="1101976"/>
                  </a:lnTo>
                  <a:lnTo>
                    <a:pt x="3951484" y="1096516"/>
                  </a:lnTo>
                  <a:lnTo>
                    <a:pt x="3958631" y="1094279"/>
                  </a:lnTo>
                  <a:lnTo>
                    <a:pt x="3965383" y="1094279"/>
                  </a:lnTo>
                  <a:lnTo>
                    <a:pt x="3971275" y="1099866"/>
                  </a:lnTo>
                  <a:lnTo>
                    <a:pt x="3971275" y="1113822"/>
                  </a:lnTo>
                  <a:lnTo>
                    <a:pt x="3965130" y="1118834"/>
                  </a:lnTo>
                  <a:close/>
                </a:path>
                <a:path w="4122420" h="2482215">
                  <a:moveTo>
                    <a:pt x="3510562" y="1118858"/>
                  </a:moveTo>
                  <a:lnTo>
                    <a:pt x="3501180" y="1118858"/>
                  </a:lnTo>
                  <a:lnTo>
                    <a:pt x="3498044" y="1117707"/>
                  </a:lnTo>
                  <a:lnTo>
                    <a:pt x="3495541" y="1115069"/>
                  </a:lnTo>
                  <a:lnTo>
                    <a:pt x="3491754" y="1108910"/>
                  </a:lnTo>
                  <a:lnTo>
                    <a:pt x="3492478" y="1102372"/>
                  </a:lnTo>
                  <a:lnTo>
                    <a:pt x="3496839" y="1097183"/>
                  </a:lnTo>
                  <a:lnTo>
                    <a:pt x="3503962" y="1095070"/>
                  </a:lnTo>
                  <a:lnTo>
                    <a:pt x="3503962" y="1094279"/>
                  </a:lnTo>
                  <a:lnTo>
                    <a:pt x="3510714" y="1094279"/>
                  </a:lnTo>
                  <a:lnTo>
                    <a:pt x="3516631" y="1099866"/>
                  </a:lnTo>
                  <a:lnTo>
                    <a:pt x="3516631" y="1114038"/>
                  </a:lnTo>
                  <a:lnTo>
                    <a:pt x="3510562" y="1118858"/>
                  </a:lnTo>
                  <a:close/>
                </a:path>
                <a:path w="4122420" h="2482215">
                  <a:moveTo>
                    <a:pt x="3585716" y="1118858"/>
                  </a:moveTo>
                  <a:lnTo>
                    <a:pt x="3576259" y="1118858"/>
                  </a:lnTo>
                  <a:lnTo>
                    <a:pt x="3573098" y="1117707"/>
                  </a:lnTo>
                  <a:lnTo>
                    <a:pt x="3570619" y="1115069"/>
                  </a:lnTo>
                  <a:lnTo>
                    <a:pt x="3566842" y="1108910"/>
                  </a:lnTo>
                  <a:lnTo>
                    <a:pt x="3567652" y="1102372"/>
                  </a:lnTo>
                  <a:lnTo>
                    <a:pt x="3572259" y="1097183"/>
                  </a:lnTo>
                  <a:lnTo>
                    <a:pt x="3579875" y="1095070"/>
                  </a:lnTo>
                  <a:lnTo>
                    <a:pt x="3579875" y="1094279"/>
                  </a:lnTo>
                  <a:lnTo>
                    <a:pt x="3586626" y="1094279"/>
                  </a:lnTo>
                  <a:lnTo>
                    <a:pt x="3592544" y="1099866"/>
                  </a:lnTo>
                  <a:lnTo>
                    <a:pt x="3592544" y="1107060"/>
                  </a:lnTo>
                  <a:lnTo>
                    <a:pt x="3591963" y="1114038"/>
                  </a:lnTo>
                  <a:lnTo>
                    <a:pt x="3585716" y="1118858"/>
                  </a:lnTo>
                  <a:close/>
                </a:path>
                <a:path w="4122420" h="2482215">
                  <a:moveTo>
                    <a:pt x="3737467" y="1118858"/>
                  </a:moveTo>
                  <a:lnTo>
                    <a:pt x="3728085" y="1118858"/>
                  </a:lnTo>
                  <a:lnTo>
                    <a:pt x="3724949" y="1117707"/>
                  </a:lnTo>
                  <a:lnTo>
                    <a:pt x="3722446" y="1115069"/>
                  </a:lnTo>
                  <a:lnTo>
                    <a:pt x="3718659" y="1108910"/>
                  </a:lnTo>
                  <a:lnTo>
                    <a:pt x="3719383" y="1102372"/>
                  </a:lnTo>
                  <a:lnTo>
                    <a:pt x="3723744" y="1097183"/>
                  </a:lnTo>
                  <a:lnTo>
                    <a:pt x="3730866" y="1095070"/>
                  </a:lnTo>
                  <a:lnTo>
                    <a:pt x="3730866" y="1094279"/>
                  </a:lnTo>
                  <a:lnTo>
                    <a:pt x="3738478" y="1094279"/>
                  </a:lnTo>
                  <a:lnTo>
                    <a:pt x="3743536" y="1099866"/>
                  </a:lnTo>
                  <a:lnTo>
                    <a:pt x="3743536" y="1114038"/>
                  </a:lnTo>
                  <a:lnTo>
                    <a:pt x="3737467" y="1118858"/>
                  </a:lnTo>
                  <a:close/>
                </a:path>
                <a:path w="4122420" h="2482215">
                  <a:moveTo>
                    <a:pt x="3813380" y="1118858"/>
                  </a:moveTo>
                  <a:lnTo>
                    <a:pt x="3803619" y="1118858"/>
                  </a:lnTo>
                  <a:lnTo>
                    <a:pt x="3800281" y="1117707"/>
                  </a:lnTo>
                  <a:lnTo>
                    <a:pt x="3797525" y="1115069"/>
                  </a:lnTo>
                  <a:lnTo>
                    <a:pt x="3794221" y="1108910"/>
                  </a:lnTo>
                  <a:lnTo>
                    <a:pt x="3795195" y="1102372"/>
                  </a:lnTo>
                  <a:lnTo>
                    <a:pt x="3799655" y="1097183"/>
                  </a:lnTo>
                  <a:lnTo>
                    <a:pt x="3806805" y="1095070"/>
                  </a:lnTo>
                  <a:lnTo>
                    <a:pt x="3806805" y="1094279"/>
                  </a:lnTo>
                  <a:lnTo>
                    <a:pt x="3813531" y="1094279"/>
                  </a:lnTo>
                  <a:lnTo>
                    <a:pt x="3819449" y="1099866"/>
                  </a:lnTo>
                  <a:lnTo>
                    <a:pt x="3819449" y="1114038"/>
                  </a:lnTo>
                  <a:lnTo>
                    <a:pt x="3813380" y="1118858"/>
                  </a:lnTo>
                  <a:close/>
                </a:path>
                <a:path w="4122420" h="2482215">
                  <a:moveTo>
                    <a:pt x="1449302" y="1119146"/>
                  </a:moveTo>
                  <a:lnTo>
                    <a:pt x="1440028" y="1115373"/>
                  </a:lnTo>
                  <a:lnTo>
                    <a:pt x="1436936" y="1107072"/>
                  </a:lnTo>
                  <a:lnTo>
                    <a:pt x="1440028" y="1098771"/>
                  </a:lnTo>
                  <a:lnTo>
                    <a:pt x="1449302" y="1094998"/>
                  </a:lnTo>
                  <a:lnTo>
                    <a:pt x="1449808" y="1094998"/>
                  </a:lnTo>
                  <a:lnTo>
                    <a:pt x="1450844" y="1095070"/>
                  </a:lnTo>
                  <a:lnTo>
                    <a:pt x="1459379" y="1099273"/>
                  </a:lnTo>
                  <a:lnTo>
                    <a:pt x="1462224" y="1107072"/>
                  </a:lnTo>
                  <a:lnTo>
                    <a:pt x="1459379" y="1114872"/>
                  </a:lnTo>
                  <a:lnTo>
                    <a:pt x="1450844" y="1119074"/>
                  </a:lnTo>
                  <a:lnTo>
                    <a:pt x="1450313" y="1119122"/>
                  </a:lnTo>
                  <a:lnTo>
                    <a:pt x="1449302" y="1119146"/>
                  </a:lnTo>
                  <a:close/>
                </a:path>
                <a:path w="4122420" h="2482215">
                  <a:moveTo>
                    <a:pt x="3274756" y="1119146"/>
                  </a:moveTo>
                  <a:lnTo>
                    <a:pt x="3265895" y="1115373"/>
                  </a:lnTo>
                  <a:lnTo>
                    <a:pt x="3262941" y="1107072"/>
                  </a:lnTo>
                  <a:lnTo>
                    <a:pt x="3265895" y="1098771"/>
                  </a:lnTo>
                  <a:lnTo>
                    <a:pt x="3274756" y="1094998"/>
                  </a:lnTo>
                  <a:lnTo>
                    <a:pt x="3275211" y="1094998"/>
                  </a:lnTo>
                  <a:lnTo>
                    <a:pt x="3276223" y="1095070"/>
                  </a:lnTo>
                  <a:lnTo>
                    <a:pt x="3285241" y="1099273"/>
                  </a:lnTo>
                  <a:lnTo>
                    <a:pt x="3288247" y="1107072"/>
                  </a:lnTo>
                  <a:lnTo>
                    <a:pt x="3285241" y="1114872"/>
                  </a:lnTo>
                  <a:lnTo>
                    <a:pt x="3276223" y="1119074"/>
                  </a:lnTo>
                  <a:lnTo>
                    <a:pt x="3275717" y="1119122"/>
                  </a:lnTo>
                  <a:lnTo>
                    <a:pt x="3274756" y="1119146"/>
                  </a:lnTo>
                  <a:close/>
                </a:path>
                <a:path w="4122420" h="2482215">
                  <a:moveTo>
                    <a:pt x="842756" y="1119146"/>
                  </a:moveTo>
                  <a:lnTo>
                    <a:pt x="833510" y="1115497"/>
                  </a:lnTo>
                  <a:lnTo>
                    <a:pt x="830428" y="1107468"/>
                  </a:lnTo>
                  <a:lnTo>
                    <a:pt x="833510" y="1099439"/>
                  </a:lnTo>
                  <a:lnTo>
                    <a:pt x="842756" y="1095789"/>
                  </a:lnTo>
                  <a:lnTo>
                    <a:pt x="843287" y="1095789"/>
                  </a:lnTo>
                  <a:lnTo>
                    <a:pt x="844349" y="1095862"/>
                  </a:lnTo>
                  <a:lnTo>
                    <a:pt x="852898" y="1099718"/>
                  </a:lnTo>
                  <a:lnTo>
                    <a:pt x="855747" y="1107468"/>
                  </a:lnTo>
                  <a:lnTo>
                    <a:pt x="852898" y="1115218"/>
                  </a:lnTo>
                  <a:lnTo>
                    <a:pt x="844349" y="1119074"/>
                  </a:lnTo>
                  <a:lnTo>
                    <a:pt x="843818" y="1119122"/>
                  </a:lnTo>
                  <a:lnTo>
                    <a:pt x="842756" y="1119146"/>
                  </a:lnTo>
                  <a:close/>
                </a:path>
                <a:path w="4122420" h="2482215">
                  <a:moveTo>
                    <a:pt x="1827982" y="1119146"/>
                  </a:moveTo>
                  <a:lnTo>
                    <a:pt x="1818751" y="1115497"/>
                  </a:lnTo>
                  <a:lnTo>
                    <a:pt x="1815674" y="1107468"/>
                  </a:lnTo>
                  <a:lnTo>
                    <a:pt x="1818751" y="1099439"/>
                  </a:lnTo>
                  <a:lnTo>
                    <a:pt x="1827982" y="1095789"/>
                  </a:lnTo>
                  <a:lnTo>
                    <a:pt x="1828513" y="1095789"/>
                  </a:lnTo>
                  <a:lnTo>
                    <a:pt x="1829575" y="1095862"/>
                  </a:lnTo>
                  <a:lnTo>
                    <a:pt x="1838124" y="1099718"/>
                  </a:lnTo>
                  <a:lnTo>
                    <a:pt x="1840974" y="1107468"/>
                  </a:lnTo>
                  <a:lnTo>
                    <a:pt x="1838124" y="1115218"/>
                  </a:lnTo>
                  <a:lnTo>
                    <a:pt x="1829575" y="1119074"/>
                  </a:lnTo>
                  <a:lnTo>
                    <a:pt x="1829044" y="1119122"/>
                  </a:lnTo>
                  <a:lnTo>
                    <a:pt x="1827982" y="1119146"/>
                  </a:lnTo>
                  <a:close/>
                </a:path>
                <a:path w="4122420" h="2482215">
                  <a:moveTo>
                    <a:pt x="774556" y="1119266"/>
                  </a:moveTo>
                  <a:lnTo>
                    <a:pt x="764795" y="1119266"/>
                  </a:lnTo>
                  <a:lnTo>
                    <a:pt x="761634" y="1118211"/>
                  </a:lnTo>
                  <a:lnTo>
                    <a:pt x="759155" y="1115861"/>
                  </a:lnTo>
                  <a:lnTo>
                    <a:pt x="755744" y="1109243"/>
                  </a:lnTo>
                  <a:lnTo>
                    <a:pt x="756523" y="1102471"/>
                  </a:lnTo>
                  <a:lnTo>
                    <a:pt x="760937" y="1097196"/>
                  </a:lnTo>
                  <a:lnTo>
                    <a:pt x="768436" y="1095070"/>
                  </a:lnTo>
                  <a:lnTo>
                    <a:pt x="769271" y="1095862"/>
                  </a:lnTo>
                  <a:lnTo>
                    <a:pt x="775188" y="1096677"/>
                  </a:lnTo>
                  <a:lnTo>
                    <a:pt x="780245" y="1101473"/>
                  </a:lnTo>
                  <a:lnTo>
                    <a:pt x="781080" y="1107060"/>
                  </a:lnTo>
                  <a:lnTo>
                    <a:pt x="781080" y="1114638"/>
                  </a:lnTo>
                  <a:lnTo>
                    <a:pt x="774556" y="1119266"/>
                  </a:lnTo>
                  <a:close/>
                </a:path>
                <a:path w="4122420" h="2482215">
                  <a:moveTo>
                    <a:pt x="926761" y="1119266"/>
                  </a:moveTo>
                  <a:lnTo>
                    <a:pt x="917000" y="1119266"/>
                  </a:lnTo>
                  <a:lnTo>
                    <a:pt x="913738" y="1118211"/>
                  </a:lnTo>
                  <a:lnTo>
                    <a:pt x="910981" y="1115861"/>
                  </a:lnTo>
                  <a:lnTo>
                    <a:pt x="907571" y="1109243"/>
                  </a:lnTo>
                  <a:lnTo>
                    <a:pt x="908349" y="1102471"/>
                  </a:lnTo>
                  <a:lnTo>
                    <a:pt x="912763" y="1097196"/>
                  </a:lnTo>
                  <a:lnTo>
                    <a:pt x="920262" y="1095070"/>
                  </a:lnTo>
                  <a:lnTo>
                    <a:pt x="920262" y="1095862"/>
                  </a:lnTo>
                  <a:lnTo>
                    <a:pt x="927014" y="1095862"/>
                  </a:lnTo>
                  <a:lnTo>
                    <a:pt x="932071" y="1100681"/>
                  </a:lnTo>
                  <a:lnTo>
                    <a:pt x="932931" y="1107060"/>
                  </a:lnTo>
                  <a:lnTo>
                    <a:pt x="932931" y="1114638"/>
                  </a:lnTo>
                  <a:lnTo>
                    <a:pt x="926761" y="1119266"/>
                  </a:lnTo>
                  <a:close/>
                </a:path>
                <a:path w="4122420" h="2482215">
                  <a:moveTo>
                    <a:pt x="1078612" y="1119266"/>
                  </a:moveTo>
                  <a:lnTo>
                    <a:pt x="1068826" y="1119266"/>
                  </a:lnTo>
                  <a:lnTo>
                    <a:pt x="1065564" y="1118211"/>
                  </a:lnTo>
                  <a:lnTo>
                    <a:pt x="1062833" y="1115861"/>
                  </a:lnTo>
                  <a:lnTo>
                    <a:pt x="1059539" y="1109577"/>
                  </a:lnTo>
                  <a:lnTo>
                    <a:pt x="1060513" y="1102768"/>
                  </a:lnTo>
                  <a:lnTo>
                    <a:pt x="1064967" y="1097307"/>
                  </a:lnTo>
                  <a:lnTo>
                    <a:pt x="1072113" y="1095070"/>
                  </a:lnTo>
                  <a:lnTo>
                    <a:pt x="1072113" y="1095862"/>
                  </a:lnTo>
                  <a:lnTo>
                    <a:pt x="1078865" y="1095862"/>
                  </a:lnTo>
                  <a:lnTo>
                    <a:pt x="1083923" y="1100681"/>
                  </a:lnTo>
                  <a:lnTo>
                    <a:pt x="1084757" y="1107060"/>
                  </a:lnTo>
                  <a:lnTo>
                    <a:pt x="1084757" y="1114638"/>
                  </a:lnTo>
                  <a:lnTo>
                    <a:pt x="1078612" y="1119266"/>
                  </a:lnTo>
                  <a:close/>
                </a:path>
                <a:path w="4122420" h="2482215">
                  <a:moveTo>
                    <a:pt x="1305517" y="1119266"/>
                  </a:moveTo>
                  <a:lnTo>
                    <a:pt x="1295731" y="1119266"/>
                  </a:lnTo>
                  <a:lnTo>
                    <a:pt x="1292469" y="1118211"/>
                  </a:lnTo>
                  <a:lnTo>
                    <a:pt x="1289738" y="1115861"/>
                  </a:lnTo>
                  <a:lnTo>
                    <a:pt x="1286327" y="1109243"/>
                  </a:lnTo>
                  <a:lnTo>
                    <a:pt x="1287105" y="1102471"/>
                  </a:lnTo>
                  <a:lnTo>
                    <a:pt x="1291519" y="1097196"/>
                  </a:lnTo>
                  <a:lnTo>
                    <a:pt x="1299018" y="1095070"/>
                  </a:lnTo>
                  <a:lnTo>
                    <a:pt x="1299018" y="1095862"/>
                  </a:lnTo>
                  <a:lnTo>
                    <a:pt x="1305770" y="1095862"/>
                  </a:lnTo>
                  <a:lnTo>
                    <a:pt x="1310828" y="1100681"/>
                  </a:lnTo>
                  <a:lnTo>
                    <a:pt x="1311662" y="1107060"/>
                  </a:lnTo>
                  <a:lnTo>
                    <a:pt x="1311662" y="1114638"/>
                  </a:lnTo>
                  <a:lnTo>
                    <a:pt x="1305517" y="1119266"/>
                  </a:lnTo>
                  <a:close/>
                </a:path>
                <a:path w="4122420" h="2482215">
                  <a:moveTo>
                    <a:pt x="1002699" y="1119626"/>
                  </a:moveTo>
                  <a:lnTo>
                    <a:pt x="992938" y="1119626"/>
                  </a:lnTo>
                  <a:lnTo>
                    <a:pt x="989651" y="1118475"/>
                  </a:lnTo>
                  <a:lnTo>
                    <a:pt x="986920" y="1115861"/>
                  </a:lnTo>
                  <a:lnTo>
                    <a:pt x="983616" y="1109577"/>
                  </a:lnTo>
                  <a:lnTo>
                    <a:pt x="984590" y="1102768"/>
                  </a:lnTo>
                  <a:lnTo>
                    <a:pt x="989050" y="1097307"/>
                  </a:lnTo>
                  <a:lnTo>
                    <a:pt x="996201" y="1095070"/>
                  </a:lnTo>
                  <a:lnTo>
                    <a:pt x="996201" y="1095862"/>
                  </a:lnTo>
                  <a:lnTo>
                    <a:pt x="1002927" y="1095862"/>
                  </a:lnTo>
                  <a:lnTo>
                    <a:pt x="1008844" y="1101473"/>
                  </a:lnTo>
                  <a:lnTo>
                    <a:pt x="1008844" y="1114614"/>
                  </a:lnTo>
                  <a:lnTo>
                    <a:pt x="1002699" y="1119626"/>
                  </a:lnTo>
                  <a:close/>
                </a:path>
                <a:path w="4122420" h="2482215">
                  <a:moveTo>
                    <a:pt x="1381506" y="1119650"/>
                  </a:moveTo>
                  <a:lnTo>
                    <a:pt x="1371745" y="1119650"/>
                  </a:lnTo>
                  <a:lnTo>
                    <a:pt x="1368433" y="1118499"/>
                  </a:lnTo>
                  <a:lnTo>
                    <a:pt x="1365651" y="1115861"/>
                  </a:lnTo>
                  <a:lnTo>
                    <a:pt x="1362357" y="1109701"/>
                  </a:lnTo>
                  <a:lnTo>
                    <a:pt x="1363331" y="1103163"/>
                  </a:lnTo>
                  <a:lnTo>
                    <a:pt x="1367785" y="1097975"/>
                  </a:lnTo>
                  <a:lnTo>
                    <a:pt x="1374931" y="1095862"/>
                  </a:lnTo>
                  <a:lnTo>
                    <a:pt x="1381683" y="1095862"/>
                  </a:lnTo>
                  <a:lnTo>
                    <a:pt x="1387575" y="1101473"/>
                  </a:lnTo>
                  <a:lnTo>
                    <a:pt x="1387575" y="1114854"/>
                  </a:lnTo>
                  <a:lnTo>
                    <a:pt x="1381506" y="1119650"/>
                  </a:lnTo>
                  <a:close/>
                </a:path>
                <a:path w="4122420" h="2482215">
                  <a:moveTo>
                    <a:pt x="1760237" y="1119650"/>
                  </a:moveTo>
                  <a:lnTo>
                    <a:pt x="1750501" y="1119650"/>
                  </a:lnTo>
                  <a:lnTo>
                    <a:pt x="1747163" y="1118499"/>
                  </a:lnTo>
                  <a:lnTo>
                    <a:pt x="1744382" y="1115861"/>
                  </a:lnTo>
                  <a:lnTo>
                    <a:pt x="1741092" y="1109701"/>
                  </a:lnTo>
                  <a:lnTo>
                    <a:pt x="1742071" y="1103163"/>
                  </a:lnTo>
                  <a:lnTo>
                    <a:pt x="1746526" y="1097975"/>
                  </a:lnTo>
                  <a:lnTo>
                    <a:pt x="1753662" y="1095862"/>
                  </a:lnTo>
                  <a:lnTo>
                    <a:pt x="1760414" y="1095862"/>
                  </a:lnTo>
                  <a:lnTo>
                    <a:pt x="1766331" y="1101473"/>
                  </a:lnTo>
                  <a:lnTo>
                    <a:pt x="1766331" y="1114854"/>
                  </a:lnTo>
                  <a:lnTo>
                    <a:pt x="1760237" y="1119650"/>
                  </a:lnTo>
                  <a:close/>
                </a:path>
                <a:path w="4122420" h="2482215">
                  <a:moveTo>
                    <a:pt x="1987167" y="1119650"/>
                  </a:moveTo>
                  <a:lnTo>
                    <a:pt x="1977785" y="1119650"/>
                  </a:lnTo>
                  <a:lnTo>
                    <a:pt x="1974650" y="1118499"/>
                  </a:lnTo>
                  <a:lnTo>
                    <a:pt x="1972146" y="1115861"/>
                  </a:lnTo>
                  <a:lnTo>
                    <a:pt x="1968359" y="1109701"/>
                  </a:lnTo>
                  <a:lnTo>
                    <a:pt x="1969083" y="1103163"/>
                  </a:lnTo>
                  <a:lnTo>
                    <a:pt x="1973444" y="1097975"/>
                  </a:lnTo>
                  <a:lnTo>
                    <a:pt x="1980567" y="1095862"/>
                  </a:lnTo>
                  <a:lnTo>
                    <a:pt x="1988179" y="1095862"/>
                  </a:lnTo>
                  <a:lnTo>
                    <a:pt x="1993236" y="1101473"/>
                  </a:lnTo>
                  <a:lnTo>
                    <a:pt x="1993236" y="1114854"/>
                  </a:lnTo>
                  <a:lnTo>
                    <a:pt x="1987167" y="1119650"/>
                  </a:lnTo>
                  <a:close/>
                </a:path>
                <a:path w="4122420" h="2482215">
                  <a:moveTo>
                    <a:pt x="1153868" y="1119913"/>
                  </a:moveTo>
                  <a:lnTo>
                    <a:pt x="1144132" y="1119913"/>
                  </a:lnTo>
                  <a:lnTo>
                    <a:pt x="1141098" y="1118906"/>
                  </a:lnTo>
                  <a:lnTo>
                    <a:pt x="1138746" y="1116676"/>
                  </a:lnTo>
                  <a:lnTo>
                    <a:pt x="1135335" y="1110045"/>
                  </a:lnTo>
                  <a:lnTo>
                    <a:pt x="1136113" y="1103265"/>
                  </a:lnTo>
                  <a:lnTo>
                    <a:pt x="1140528" y="1097988"/>
                  </a:lnTo>
                  <a:lnTo>
                    <a:pt x="1148027" y="1095862"/>
                  </a:lnTo>
                  <a:lnTo>
                    <a:pt x="1154778" y="1095862"/>
                  </a:lnTo>
                  <a:lnTo>
                    <a:pt x="1160671" y="1101473"/>
                  </a:lnTo>
                  <a:lnTo>
                    <a:pt x="1160671" y="1115021"/>
                  </a:lnTo>
                  <a:lnTo>
                    <a:pt x="1153868" y="1119913"/>
                  </a:lnTo>
                  <a:close/>
                </a:path>
                <a:path w="4122420" h="2482215">
                  <a:moveTo>
                    <a:pt x="1532624" y="1119913"/>
                  </a:moveTo>
                  <a:lnTo>
                    <a:pt x="1522863" y="1119913"/>
                  </a:lnTo>
                  <a:lnTo>
                    <a:pt x="1519854" y="1118906"/>
                  </a:lnTo>
                  <a:lnTo>
                    <a:pt x="1517477" y="1116676"/>
                  </a:lnTo>
                  <a:lnTo>
                    <a:pt x="1514066" y="1110045"/>
                  </a:lnTo>
                  <a:lnTo>
                    <a:pt x="1514844" y="1103265"/>
                  </a:lnTo>
                  <a:lnTo>
                    <a:pt x="1519259" y="1097988"/>
                  </a:lnTo>
                  <a:lnTo>
                    <a:pt x="1526758" y="1095862"/>
                  </a:lnTo>
                  <a:lnTo>
                    <a:pt x="1533509" y="1095862"/>
                  </a:lnTo>
                  <a:lnTo>
                    <a:pt x="1539426" y="1101473"/>
                  </a:lnTo>
                  <a:lnTo>
                    <a:pt x="1539426" y="1115021"/>
                  </a:lnTo>
                  <a:lnTo>
                    <a:pt x="1532624" y="1119913"/>
                  </a:lnTo>
                  <a:close/>
                </a:path>
                <a:path w="4122420" h="2482215">
                  <a:moveTo>
                    <a:pt x="1684450" y="1119913"/>
                  </a:moveTo>
                  <a:lnTo>
                    <a:pt x="1674715" y="1119913"/>
                  </a:lnTo>
                  <a:lnTo>
                    <a:pt x="1671680" y="1118906"/>
                  </a:lnTo>
                  <a:lnTo>
                    <a:pt x="1669328" y="1116676"/>
                  </a:lnTo>
                  <a:lnTo>
                    <a:pt x="1665551" y="1110045"/>
                  </a:lnTo>
                  <a:lnTo>
                    <a:pt x="1666360" y="1103265"/>
                  </a:lnTo>
                  <a:lnTo>
                    <a:pt x="1670968" y="1097988"/>
                  </a:lnTo>
                  <a:lnTo>
                    <a:pt x="1678584" y="1095862"/>
                  </a:lnTo>
                  <a:lnTo>
                    <a:pt x="1685335" y="1095862"/>
                  </a:lnTo>
                  <a:lnTo>
                    <a:pt x="1691253" y="1101473"/>
                  </a:lnTo>
                  <a:lnTo>
                    <a:pt x="1691253" y="1115021"/>
                  </a:lnTo>
                  <a:lnTo>
                    <a:pt x="1684450" y="1119913"/>
                  </a:lnTo>
                  <a:close/>
                </a:path>
                <a:path w="4122420" h="2482215">
                  <a:moveTo>
                    <a:pt x="615902" y="1119937"/>
                  </a:moveTo>
                  <a:lnTo>
                    <a:pt x="606628" y="1116168"/>
                  </a:lnTo>
                  <a:lnTo>
                    <a:pt x="603536" y="1107875"/>
                  </a:lnTo>
                  <a:lnTo>
                    <a:pt x="606628" y="1099583"/>
                  </a:lnTo>
                  <a:lnTo>
                    <a:pt x="615902" y="1095813"/>
                  </a:lnTo>
                  <a:lnTo>
                    <a:pt x="616913" y="1095813"/>
                  </a:lnTo>
                  <a:lnTo>
                    <a:pt x="617444" y="1095862"/>
                  </a:lnTo>
                  <a:lnTo>
                    <a:pt x="625993" y="1100179"/>
                  </a:lnTo>
                  <a:lnTo>
                    <a:pt x="628843" y="1108169"/>
                  </a:lnTo>
                  <a:lnTo>
                    <a:pt x="625993" y="1116007"/>
                  </a:lnTo>
                  <a:lnTo>
                    <a:pt x="617444" y="1119865"/>
                  </a:lnTo>
                  <a:lnTo>
                    <a:pt x="616913" y="1119913"/>
                  </a:lnTo>
                  <a:lnTo>
                    <a:pt x="615902" y="1119937"/>
                  </a:lnTo>
                  <a:close/>
                </a:path>
                <a:path w="4122420" h="2482215">
                  <a:moveTo>
                    <a:pt x="1222397" y="1119937"/>
                  </a:moveTo>
                  <a:lnTo>
                    <a:pt x="1213109" y="1116168"/>
                  </a:lnTo>
                  <a:lnTo>
                    <a:pt x="1210017" y="1107864"/>
                  </a:lnTo>
                  <a:lnTo>
                    <a:pt x="1213109" y="1099583"/>
                  </a:lnTo>
                  <a:lnTo>
                    <a:pt x="1222397" y="1095813"/>
                  </a:lnTo>
                  <a:lnTo>
                    <a:pt x="1223409" y="1095813"/>
                  </a:lnTo>
                  <a:lnTo>
                    <a:pt x="1223940" y="1095862"/>
                  </a:lnTo>
                  <a:lnTo>
                    <a:pt x="1232474" y="1100064"/>
                  </a:lnTo>
                  <a:lnTo>
                    <a:pt x="1235315" y="1107875"/>
                  </a:lnTo>
                  <a:lnTo>
                    <a:pt x="1232474" y="1115663"/>
                  </a:lnTo>
                  <a:lnTo>
                    <a:pt x="1223940" y="1119865"/>
                  </a:lnTo>
                  <a:lnTo>
                    <a:pt x="1223409" y="1119913"/>
                  </a:lnTo>
                  <a:lnTo>
                    <a:pt x="1222397" y="1119937"/>
                  </a:lnTo>
                  <a:close/>
                </a:path>
                <a:path w="4122420" h="2482215">
                  <a:moveTo>
                    <a:pt x="699856" y="1120081"/>
                  </a:moveTo>
                  <a:lnTo>
                    <a:pt x="690095" y="1120081"/>
                  </a:lnTo>
                  <a:lnTo>
                    <a:pt x="686833" y="1119002"/>
                  </a:lnTo>
                  <a:lnTo>
                    <a:pt x="684077" y="1116676"/>
                  </a:lnTo>
                  <a:lnTo>
                    <a:pt x="680787" y="1110379"/>
                  </a:lnTo>
                  <a:lnTo>
                    <a:pt x="681766" y="1103562"/>
                  </a:lnTo>
                  <a:lnTo>
                    <a:pt x="686221" y="1098099"/>
                  </a:lnTo>
                  <a:lnTo>
                    <a:pt x="693357" y="1095862"/>
                  </a:lnTo>
                  <a:lnTo>
                    <a:pt x="700109" y="1095862"/>
                  </a:lnTo>
                  <a:lnTo>
                    <a:pt x="706026" y="1101473"/>
                  </a:lnTo>
                  <a:lnTo>
                    <a:pt x="706026" y="1115429"/>
                  </a:lnTo>
                  <a:lnTo>
                    <a:pt x="699856" y="1120081"/>
                  </a:lnTo>
                  <a:close/>
                </a:path>
                <a:path w="4122420" h="2482215">
                  <a:moveTo>
                    <a:pt x="1608335" y="1120081"/>
                  </a:moveTo>
                  <a:lnTo>
                    <a:pt x="1598953" y="1120081"/>
                  </a:lnTo>
                  <a:lnTo>
                    <a:pt x="1595868" y="1119002"/>
                  </a:lnTo>
                  <a:lnTo>
                    <a:pt x="1593390" y="1116676"/>
                  </a:lnTo>
                  <a:lnTo>
                    <a:pt x="1589627" y="1110045"/>
                  </a:lnTo>
                  <a:lnTo>
                    <a:pt x="1590444" y="1103265"/>
                  </a:lnTo>
                  <a:lnTo>
                    <a:pt x="1595054" y="1097988"/>
                  </a:lnTo>
                  <a:lnTo>
                    <a:pt x="1602671" y="1095862"/>
                  </a:lnTo>
                  <a:lnTo>
                    <a:pt x="1609423" y="1095862"/>
                  </a:lnTo>
                  <a:lnTo>
                    <a:pt x="1614480" y="1101473"/>
                  </a:lnTo>
                  <a:lnTo>
                    <a:pt x="1614480" y="1115429"/>
                  </a:lnTo>
                  <a:lnTo>
                    <a:pt x="1608335" y="1120081"/>
                  </a:lnTo>
                  <a:close/>
                </a:path>
                <a:path w="4122420" h="2482215">
                  <a:moveTo>
                    <a:pt x="1911608" y="1120081"/>
                  </a:moveTo>
                  <a:lnTo>
                    <a:pt x="1901873" y="1120081"/>
                  </a:lnTo>
                  <a:lnTo>
                    <a:pt x="1898686" y="1119002"/>
                  </a:lnTo>
                  <a:lnTo>
                    <a:pt x="1896233" y="1116676"/>
                  </a:lnTo>
                  <a:lnTo>
                    <a:pt x="1892812" y="1110379"/>
                  </a:lnTo>
                  <a:lnTo>
                    <a:pt x="1893591" y="1103562"/>
                  </a:lnTo>
                  <a:lnTo>
                    <a:pt x="1898011" y="1098099"/>
                  </a:lnTo>
                  <a:lnTo>
                    <a:pt x="1905514" y="1095862"/>
                  </a:lnTo>
                  <a:lnTo>
                    <a:pt x="1912240" y="1095862"/>
                  </a:lnTo>
                  <a:lnTo>
                    <a:pt x="1918158" y="1101473"/>
                  </a:lnTo>
                  <a:lnTo>
                    <a:pt x="1918158" y="1115429"/>
                  </a:lnTo>
                  <a:lnTo>
                    <a:pt x="1911608" y="1120081"/>
                  </a:lnTo>
                  <a:close/>
                </a:path>
                <a:path w="4122420" h="2482215">
                  <a:moveTo>
                    <a:pt x="3396794" y="1154301"/>
                  </a:moveTo>
                  <a:lnTo>
                    <a:pt x="3387058" y="1154301"/>
                  </a:lnTo>
                  <a:lnTo>
                    <a:pt x="3384023" y="1153318"/>
                  </a:lnTo>
                  <a:lnTo>
                    <a:pt x="3381672" y="1151063"/>
                  </a:lnTo>
                  <a:lnTo>
                    <a:pt x="3377912" y="1144520"/>
                  </a:lnTo>
                  <a:lnTo>
                    <a:pt x="3378643" y="1137817"/>
                  </a:lnTo>
                  <a:lnTo>
                    <a:pt x="3383101" y="1132540"/>
                  </a:lnTo>
                  <a:lnTo>
                    <a:pt x="3390523" y="1130273"/>
                  </a:lnTo>
                  <a:lnTo>
                    <a:pt x="3397906" y="1130465"/>
                  </a:lnTo>
                  <a:lnTo>
                    <a:pt x="3403596" y="1135980"/>
                  </a:lnTo>
                  <a:lnTo>
                    <a:pt x="3403596" y="1149433"/>
                  </a:lnTo>
                  <a:lnTo>
                    <a:pt x="3396794" y="1154301"/>
                  </a:lnTo>
                  <a:close/>
                </a:path>
                <a:path w="4122420" h="2482215">
                  <a:moveTo>
                    <a:pt x="3320425" y="1154301"/>
                  </a:moveTo>
                  <a:lnTo>
                    <a:pt x="3311044" y="1154301"/>
                  </a:lnTo>
                  <a:lnTo>
                    <a:pt x="3308110" y="1153318"/>
                  </a:lnTo>
                  <a:lnTo>
                    <a:pt x="3305733" y="1151063"/>
                  </a:lnTo>
                  <a:lnTo>
                    <a:pt x="3301957" y="1144436"/>
                  </a:lnTo>
                  <a:lnTo>
                    <a:pt x="3302683" y="1137665"/>
                  </a:lnTo>
                  <a:lnTo>
                    <a:pt x="3307046" y="1132395"/>
                  </a:lnTo>
                  <a:lnTo>
                    <a:pt x="3314180" y="1130273"/>
                  </a:lnTo>
                  <a:lnTo>
                    <a:pt x="3321765" y="1130273"/>
                  </a:lnTo>
                  <a:lnTo>
                    <a:pt x="3326823" y="1135860"/>
                  </a:lnTo>
                  <a:lnTo>
                    <a:pt x="3326823" y="1149433"/>
                  </a:lnTo>
                  <a:lnTo>
                    <a:pt x="3320425" y="1154301"/>
                  </a:lnTo>
                  <a:close/>
                </a:path>
                <a:path w="4122420" h="2482215">
                  <a:moveTo>
                    <a:pt x="3851008" y="1154301"/>
                  </a:moveTo>
                  <a:lnTo>
                    <a:pt x="3841221" y="1154301"/>
                  </a:lnTo>
                  <a:lnTo>
                    <a:pt x="3838111" y="1153318"/>
                  </a:lnTo>
                  <a:lnTo>
                    <a:pt x="3835481" y="1151063"/>
                  </a:lnTo>
                  <a:lnTo>
                    <a:pt x="3832059" y="1144436"/>
                  </a:lnTo>
                  <a:lnTo>
                    <a:pt x="3832839" y="1137665"/>
                  </a:lnTo>
                  <a:lnTo>
                    <a:pt x="3837259" y="1132395"/>
                  </a:lnTo>
                  <a:lnTo>
                    <a:pt x="3844762" y="1130273"/>
                  </a:lnTo>
                  <a:lnTo>
                    <a:pt x="3851488" y="1130273"/>
                  </a:lnTo>
                  <a:lnTo>
                    <a:pt x="3857405" y="1135860"/>
                  </a:lnTo>
                  <a:lnTo>
                    <a:pt x="3857405" y="1149433"/>
                  </a:lnTo>
                  <a:lnTo>
                    <a:pt x="3851008" y="1154301"/>
                  </a:lnTo>
                  <a:close/>
                </a:path>
                <a:path w="4122420" h="2482215">
                  <a:moveTo>
                    <a:pt x="3927173" y="1154469"/>
                  </a:moveTo>
                  <a:lnTo>
                    <a:pt x="3917792" y="1154469"/>
                  </a:lnTo>
                  <a:lnTo>
                    <a:pt x="3914707" y="1153389"/>
                  </a:lnTo>
                  <a:lnTo>
                    <a:pt x="3912229" y="1151063"/>
                  </a:lnTo>
                  <a:lnTo>
                    <a:pt x="3908453" y="1144780"/>
                  </a:lnTo>
                  <a:lnTo>
                    <a:pt x="3909178" y="1137970"/>
                  </a:lnTo>
                  <a:lnTo>
                    <a:pt x="3913541" y="1132510"/>
                  </a:lnTo>
                  <a:lnTo>
                    <a:pt x="3920675" y="1130273"/>
                  </a:lnTo>
                  <a:lnTo>
                    <a:pt x="3927426" y="1130273"/>
                  </a:lnTo>
                  <a:lnTo>
                    <a:pt x="3933319" y="1135860"/>
                  </a:lnTo>
                  <a:lnTo>
                    <a:pt x="3933319" y="1149840"/>
                  </a:lnTo>
                  <a:lnTo>
                    <a:pt x="3927173" y="1154469"/>
                  </a:lnTo>
                  <a:close/>
                </a:path>
                <a:path w="4122420" h="2482215">
                  <a:moveTo>
                    <a:pt x="3473595" y="1131064"/>
                  </a:moveTo>
                  <a:lnTo>
                    <a:pt x="3466005" y="1131064"/>
                  </a:lnTo>
                  <a:lnTo>
                    <a:pt x="3466005" y="1130273"/>
                  </a:lnTo>
                  <a:lnTo>
                    <a:pt x="3472757" y="1130273"/>
                  </a:lnTo>
                  <a:lnTo>
                    <a:pt x="3473595" y="1131064"/>
                  </a:lnTo>
                  <a:close/>
                </a:path>
                <a:path w="4122420" h="2482215">
                  <a:moveTo>
                    <a:pt x="3472580" y="1154852"/>
                  </a:moveTo>
                  <a:lnTo>
                    <a:pt x="3463224" y="1154852"/>
                  </a:lnTo>
                  <a:lnTo>
                    <a:pt x="3460088" y="1153701"/>
                  </a:lnTo>
                  <a:lnTo>
                    <a:pt x="3457585" y="1151063"/>
                  </a:lnTo>
                  <a:lnTo>
                    <a:pt x="3453844" y="1144981"/>
                  </a:lnTo>
                  <a:lnTo>
                    <a:pt x="3454379" y="1138426"/>
                  </a:lnTo>
                  <a:lnTo>
                    <a:pt x="3458396" y="1133184"/>
                  </a:lnTo>
                  <a:lnTo>
                    <a:pt x="3465095" y="1131040"/>
                  </a:lnTo>
                  <a:lnTo>
                    <a:pt x="3465702" y="1131040"/>
                  </a:lnTo>
                  <a:lnTo>
                    <a:pt x="3466005" y="1131064"/>
                  </a:lnTo>
                  <a:lnTo>
                    <a:pt x="3473595" y="1131064"/>
                  </a:lnTo>
                  <a:lnTo>
                    <a:pt x="3478674" y="1135860"/>
                  </a:lnTo>
                  <a:lnTo>
                    <a:pt x="3478674" y="1150032"/>
                  </a:lnTo>
                  <a:lnTo>
                    <a:pt x="3472580" y="1154852"/>
                  </a:lnTo>
                  <a:close/>
                </a:path>
                <a:path w="4122420" h="2482215">
                  <a:moveTo>
                    <a:pt x="3548139" y="1154852"/>
                  </a:moveTo>
                  <a:lnTo>
                    <a:pt x="3538378" y="1154852"/>
                  </a:lnTo>
                  <a:lnTo>
                    <a:pt x="3535141" y="1153701"/>
                  </a:lnTo>
                  <a:lnTo>
                    <a:pt x="3532638" y="1151063"/>
                  </a:lnTo>
                  <a:lnTo>
                    <a:pt x="3529227" y="1144904"/>
                  </a:lnTo>
                  <a:lnTo>
                    <a:pt x="3530005" y="1138366"/>
                  </a:lnTo>
                  <a:lnTo>
                    <a:pt x="3534420" y="1133177"/>
                  </a:lnTo>
                  <a:lnTo>
                    <a:pt x="3541919" y="1131064"/>
                  </a:lnTo>
                  <a:lnTo>
                    <a:pt x="3541919" y="1130273"/>
                  </a:lnTo>
                  <a:lnTo>
                    <a:pt x="3548670" y="1130273"/>
                  </a:lnTo>
                  <a:lnTo>
                    <a:pt x="3554588" y="1135860"/>
                  </a:lnTo>
                  <a:lnTo>
                    <a:pt x="3554588" y="1150032"/>
                  </a:lnTo>
                  <a:lnTo>
                    <a:pt x="3548139" y="1154852"/>
                  </a:lnTo>
                  <a:close/>
                </a:path>
                <a:path w="4122420" h="2482215">
                  <a:moveTo>
                    <a:pt x="3625422" y="1131064"/>
                  </a:moveTo>
                  <a:lnTo>
                    <a:pt x="3617857" y="1131064"/>
                  </a:lnTo>
                  <a:lnTo>
                    <a:pt x="3617857" y="1130273"/>
                  </a:lnTo>
                  <a:lnTo>
                    <a:pt x="3624583" y="1130273"/>
                  </a:lnTo>
                  <a:lnTo>
                    <a:pt x="3625422" y="1131064"/>
                  </a:lnTo>
                  <a:close/>
                </a:path>
                <a:path w="4122420" h="2482215">
                  <a:moveTo>
                    <a:pt x="3623572" y="1154852"/>
                  </a:moveTo>
                  <a:lnTo>
                    <a:pt x="3614215" y="1154852"/>
                  </a:lnTo>
                  <a:lnTo>
                    <a:pt x="3611055" y="1153701"/>
                  </a:lnTo>
                  <a:lnTo>
                    <a:pt x="3608576" y="1151063"/>
                  </a:lnTo>
                  <a:lnTo>
                    <a:pt x="3604847" y="1144981"/>
                  </a:lnTo>
                  <a:lnTo>
                    <a:pt x="3605466" y="1138426"/>
                  </a:lnTo>
                  <a:lnTo>
                    <a:pt x="3609707" y="1133184"/>
                  </a:lnTo>
                  <a:lnTo>
                    <a:pt x="3616845" y="1131040"/>
                  </a:lnTo>
                  <a:lnTo>
                    <a:pt x="3617503" y="1131040"/>
                  </a:lnTo>
                  <a:lnTo>
                    <a:pt x="3617857" y="1131064"/>
                  </a:lnTo>
                  <a:lnTo>
                    <a:pt x="3625422" y="1131064"/>
                  </a:lnTo>
                  <a:lnTo>
                    <a:pt x="3630501" y="1135860"/>
                  </a:lnTo>
                  <a:lnTo>
                    <a:pt x="3629666" y="1143054"/>
                  </a:lnTo>
                  <a:lnTo>
                    <a:pt x="3629666" y="1150032"/>
                  </a:lnTo>
                  <a:lnTo>
                    <a:pt x="3623572" y="1154852"/>
                  </a:lnTo>
                  <a:close/>
                </a:path>
                <a:path w="4122420" h="2482215">
                  <a:moveTo>
                    <a:pt x="3699510" y="1154852"/>
                  </a:moveTo>
                  <a:lnTo>
                    <a:pt x="3690129" y="1154852"/>
                  </a:lnTo>
                  <a:lnTo>
                    <a:pt x="3686993" y="1153701"/>
                  </a:lnTo>
                  <a:lnTo>
                    <a:pt x="3684490" y="1151063"/>
                  </a:lnTo>
                  <a:lnTo>
                    <a:pt x="3680702" y="1144904"/>
                  </a:lnTo>
                  <a:lnTo>
                    <a:pt x="3681427" y="1138366"/>
                  </a:lnTo>
                  <a:lnTo>
                    <a:pt x="3685787" y="1133177"/>
                  </a:lnTo>
                  <a:lnTo>
                    <a:pt x="3692910" y="1131064"/>
                  </a:lnTo>
                  <a:lnTo>
                    <a:pt x="3692910" y="1130273"/>
                  </a:lnTo>
                  <a:lnTo>
                    <a:pt x="3700522" y="1130273"/>
                  </a:lnTo>
                  <a:lnTo>
                    <a:pt x="3705579" y="1135860"/>
                  </a:lnTo>
                  <a:lnTo>
                    <a:pt x="3705579" y="1150032"/>
                  </a:lnTo>
                  <a:lnTo>
                    <a:pt x="3699510" y="1154852"/>
                  </a:lnTo>
                  <a:close/>
                </a:path>
                <a:path w="4122420" h="2482215">
                  <a:moveTo>
                    <a:pt x="3775423" y="1154852"/>
                  </a:moveTo>
                  <a:lnTo>
                    <a:pt x="3765663" y="1154852"/>
                  </a:lnTo>
                  <a:lnTo>
                    <a:pt x="3762324" y="1153701"/>
                  </a:lnTo>
                  <a:lnTo>
                    <a:pt x="3759568" y="1151063"/>
                  </a:lnTo>
                  <a:lnTo>
                    <a:pt x="3756263" y="1144904"/>
                  </a:lnTo>
                  <a:lnTo>
                    <a:pt x="3757235" y="1138366"/>
                  </a:lnTo>
                  <a:lnTo>
                    <a:pt x="3761688" y="1133177"/>
                  </a:lnTo>
                  <a:lnTo>
                    <a:pt x="3768823" y="1131064"/>
                  </a:lnTo>
                  <a:lnTo>
                    <a:pt x="3768823" y="1130273"/>
                  </a:lnTo>
                  <a:lnTo>
                    <a:pt x="3775575" y="1130273"/>
                  </a:lnTo>
                  <a:lnTo>
                    <a:pt x="3781492" y="1135860"/>
                  </a:lnTo>
                  <a:lnTo>
                    <a:pt x="3781492" y="1150032"/>
                  </a:lnTo>
                  <a:lnTo>
                    <a:pt x="3775423" y="1154852"/>
                  </a:lnTo>
                  <a:close/>
                </a:path>
                <a:path w="4122420" h="2482215">
                  <a:moveTo>
                    <a:pt x="736726" y="1155116"/>
                  </a:moveTo>
                  <a:lnTo>
                    <a:pt x="726939" y="1155116"/>
                  </a:lnTo>
                  <a:lnTo>
                    <a:pt x="723829" y="1154109"/>
                  </a:lnTo>
                  <a:lnTo>
                    <a:pt x="721199" y="1151855"/>
                  </a:lnTo>
                  <a:lnTo>
                    <a:pt x="717788" y="1145237"/>
                  </a:lnTo>
                  <a:lnTo>
                    <a:pt x="718566" y="1138465"/>
                  </a:lnTo>
                  <a:lnTo>
                    <a:pt x="722981" y="1133190"/>
                  </a:lnTo>
                  <a:lnTo>
                    <a:pt x="730480" y="1131064"/>
                  </a:lnTo>
                  <a:lnTo>
                    <a:pt x="731314" y="1131855"/>
                  </a:lnTo>
                  <a:lnTo>
                    <a:pt x="737231" y="1131855"/>
                  </a:lnTo>
                  <a:lnTo>
                    <a:pt x="742289" y="1137467"/>
                  </a:lnTo>
                  <a:lnTo>
                    <a:pt x="743123" y="1143054"/>
                  </a:lnTo>
                  <a:lnTo>
                    <a:pt x="743123" y="1150224"/>
                  </a:lnTo>
                  <a:lnTo>
                    <a:pt x="736726" y="1155116"/>
                  </a:lnTo>
                  <a:close/>
                </a:path>
                <a:path w="4122420" h="2482215">
                  <a:moveTo>
                    <a:pt x="1259519" y="1155140"/>
                  </a:moveTo>
                  <a:lnTo>
                    <a:pt x="1250231" y="1151367"/>
                  </a:lnTo>
                  <a:lnTo>
                    <a:pt x="1247135" y="1143066"/>
                  </a:lnTo>
                  <a:lnTo>
                    <a:pt x="1250231" y="1134765"/>
                  </a:lnTo>
                  <a:lnTo>
                    <a:pt x="1259519" y="1130992"/>
                  </a:lnTo>
                  <a:lnTo>
                    <a:pt x="1260000" y="1130992"/>
                  </a:lnTo>
                  <a:lnTo>
                    <a:pt x="1261062" y="1131064"/>
                  </a:lnTo>
                  <a:lnTo>
                    <a:pt x="1269596" y="1135267"/>
                  </a:lnTo>
                  <a:lnTo>
                    <a:pt x="1272441" y="1143066"/>
                  </a:lnTo>
                  <a:lnTo>
                    <a:pt x="1269596" y="1150866"/>
                  </a:lnTo>
                  <a:lnTo>
                    <a:pt x="1261062" y="1155068"/>
                  </a:lnTo>
                  <a:lnTo>
                    <a:pt x="1260531" y="1155116"/>
                  </a:lnTo>
                  <a:lnTo>
                    <a:pt x="1259519" y="1155140"/>
                  </a:lnTo>
                  <a:close/>
                </a:path>
                <a:path w="4122420" h="2482215">
                  <a:moveTo>
                    <a:pt x="2017006" y="1155140"/>
                  </a:moveTo>
                  <a:lnTo>
                    <a:pt x="2008187" y="1151494"/>
                  </a:lnTo>
                  <a:lnTo>
                    <a:pt x="2005252" y="1143462"/>
                  </a:lnTo>
                  <a:lnTo>
                    <a:pt x="2008187" y="1135453"/>
                  </a:lnTo>
                  <a:lnTo>
                    <a:pt x="2017006" y="1131807"/>
                  </a:lnTo>
                  <a:lnTo>
                    <a:pt x="2018018" y="1131807"/>
                  </a:lnTo>
                  <a:lnTo>
                    <a:pt x="2018524" y="1131855"/>
                  </a:lnTo>
                  <a:lnTo>
                    <a:pt x="2027542" y="1135712"/>
                  </a:lnTo>
                  <a:lnTo>
                    <a:pt x="2030543" y="1143474"/>
                  </a:lnTo>
                  <a:lnTo>
                    <a:pt x="2027542" y="1151212"/>
                  </a:lnTo>
                  <a:lnTo>
                    <a:pt x="2018524" y="1155068"/>
                  </a:lnTo>
                  <a:lnTo>
                    <a:pt x="2018018" y="1155116"/>
                  </a:lnTo>
                  <a:lnTo>
                    <a:pt x="2017006" y="1155140"/>
                  </a:lnTo>
                  <a:close/>
                </a:path>
                <a:path w="4122420" h="2482215">
                  <a:moveTo>
                    <a:pt x="812133" y="1155284"/>
                  </a:moveTo>
                  <a:lnTo>
                    <a:pt x="802675" y="1155284"/>
                  </a:lnTo>
                  <a:lnTo>
                    <a:pt x="799590" y="1154205"/>
                  </a:lnTo>
                  <a:lnTo>
                    <a:pt x="797112" y="1151855"/>
                  </a:lnTo>
                  <a:lnTo>
                    <a:pt x="793349" y="1145237"/>
                  </a:lnTo>
                  <a:lnTo>
                    <a:pt x="794166" y="1138465"/>
                  </a:lnTo>
                  <a:lnTo>
                    <a:pt x="798776" y="1133190"/>
                  </a:lnTo>
                  <a:lnTo>
                    <a:pt x="806392" y="1131064"/>
                  </a:lnTo>
                  <a:lnTo>
                    <a:pt x="807252" y="1131855"/>
                  </a:lnTo>
                  <a:lnTo>
                    <a:pt x="813144" y="1132671"/>
                  </a:lnTo>
                  <a:lnTo>
                    <a:pt x="818202" y="1137467"/>
                  </a:lnTo>
                  <a:lnTo>
                    <a:pt x="819062" y="1143054"/>
                  </a:lnTo>
                  <a:lnTo>
                    <a:pt x="818480" y="1150632"/>
                  </a:lnTo>
                  <a:lnTo>
                    <a:pt x="812133" y="1155284"/>
                  </a:lnTo>
                  <a:close/>
                </a:path>
                <a:path w="4122420" h="2482215">
                  <a:moveTo>
                    <a:pt x="888830" y="1155620"/>
                  </a:moveTo>
                  <a:lnTo>
                    <a:pt x="879069" y="1155620"/>
                  </a:lnTo>
                  <a:lnTo>
                    <a:pt x="875781" y="1154469"/>
                  </a:lnTo>
                  <a:lnTo>
                    <a:pt x="873025" y="1151855"/>
                  </a:lnTo>
                  <a:lnTo>
                    <a:pt x="869735" y="1145571"/>
                  </a:lnTo>
                  <a:lnTo>
                    <a:pt x="870715" y="1138762"/>
                  </a:lnTo>
                  <a:lnTo>
                    <a:pt x="875170" y="1133301"/>
                  </a:lnTo>
                  <a:lnTo>
                    <a:pt x="882306" y="1131064"/>
                  </a:lnTo>
                  <a:lnTo>
                    <a:pt x="882306" y="1131855"/>
                  </a:lnTo>
                  <a:lnTo>
                    <a:pt x="889057" y="1131855"/>
                  </a:lnTo>
                  <a:lnTo>
                    <a:pt x="894975" y="1137467"/>
                  </a:lnTo>
                  <a:lnTo>
                    <a:pt x="894975" y="1150632"/>
                  </a:lnTo>
                  <a:lnTo>
                    <a:pt x="888830" y="1155620"/>
                  </a:lnTo>
                  <a:close/>
                </a:path>
                <a:path w="4122420" h="2482215">
                  <a:moveTo>
                    <a:pt x="964743" y="1155620"/>
                  </a:moveTo>
                  <a:lnTo>
                    <a:pt x="955361" y="1155620"/>
                  </a:lnTo>
                  <a:lnTo>
                    <a:pt x="952276" y="1154469"/>
                  </a:lnTo>
                  <a:lnTo>
                    <a:pt x="949798" y="1151855"/>
                  </a:lnTo>
                  <a:lnTo>
                    <a:pt x="946011" y="1145571"/>
                  </a:lnTo>
                  <a:lnTo>
                    <a:pt x="946735" y="1138762"/>
                  </a:lnTo>
                  <a:lnTo>
                    <a:pt x="951096" y="1133301"/>
                  </a:lnTo>
                  <a:lnTo>
                    <a:pt x="958219" y="1131064"/>
                  </a:lnTo>
                  <a:lnTo>
                    <a:pt x="958219" y="1131855"/>
                  </a:lnTo>
                  <a:lnTo>
                    <a:pt x="964971" y="1131855"/>
                  </a:lnTo>
                  <a:lnTo>
                    <a:pt x="970888" y="1136675"/>
                  </a:lnTo>
                  <a:lnTo>
                    <a:pt x="970888" y="1150632"/>
                  </a:lnTo>
                  <a:lnTo>
                    <a:pt x="964743" y="1155620"/>
                  </a:lnTo>
                  <a:close/>
                </a:path>
                <a:path w="4122420" h="2482215">
                  <a:moveTo>
                    <a:pt x="1343474" y="1155620"/>
                  </a:moveTo>
                  <a:lnTo>
                    <a:pt x="1334092" y="1155620"/>
                  </a:lnTo>
                  <a:lnTo>
                    <a:pt x="1331007" y="1154469"/>
                  </a:lnTo>
                  <a:lnTo>
                    <a:pt x="1328529" y="1151855"/>
                  </a:lnTo>
                  <a:lnTo>
                    <a:pt x="1324753" y="1145571"/>
                  </a:lnTo>
                  <a:lnTo>
                    <a:pt x="1325479" y="1138762"/>
                  </a:lnTo>
                  <a:lnTo>
                    <a:pt x="1329841" y="1133301"/>
                  </a:lnTo>
                  <a:lnTo>
                    <a:pt x="1336975" y="1131064"/>
                  </a:lnTo>
                  <a:lnTo>
                    <a:pt x="1336975" y="1131855"/>
                  </a:lnTo>
                  <a:lnTo>
                    <a:pt x="1343727" y="1131855"/>
                  </a:lnTo>
                  <a:lnTo>
                    <a:pt x="1349619" y="1136675"/>
                  </a:lnTo>
                  <a:lnTo>
                    <a:pt x="1349619" y="1150632"/>
                  </a:lnTo>
                  <a:lnTo>
                    <a:pt x="1343474" y="1155620"/>
                  </a:lnTo>
                  <a:close/>
                </a:path>
                <a:path w="4122420" h="2482215">
                  <a:moveTo>
                    <a:pt x="1722230" y="1155620"/>
                  </a:moveTo>
                  <a:lnTo>
                    <a:pt x="1712848" y="1155620"/>
                  </a:lnTo>
                  <a:lnTo>
                    <a:pt x="1709738" y="1154469"/>
                  </a:lnTo>
                  <a:lnTo>
                    <a:pt x="1707285" y="1151855"/>
                  </a:lnTo>
                  <a:lnTo>
                    <a:pt x="1703498" y="1145571"/>
                  </a:lnTo>
                  <a:lnTo>
                    <a:pt x="1704222" y="1138762"/>
                  </a:lnTo>
                  <a:lnTo>
                    <a:pt x="1708583" y="1133301"/>
                  </a:lnTo>
                  <a:lnTo>
                    <a:pt x="1715706" y="1131064"/>
                  </a:lnTo>
                  <a:lnTo>
                    <a:pt x="1715706" y="1131855"/>
                  </a:lnTo>
                  <a:lnTo>
                    <a:pt x="1722458" y="1131855"/>
                  </a:lnTo>
                  <a:lnTo>
                    <a:pt x="1728375" y="1136675"/>
                  </a:lnTo>
                  <a:lnTo>
                    <a:pt x="1728375" y="1150632"/>
                  </a:lnTo>
                  <a:lnTo>
                    <a:pt x="1722230" y="1155620"/>
                  </a:lnTo>
                  <a:close/>
                </a:path>
                <a:path w="4122420" h="2482215">
                  <a:moveTo>
                    <a:pt x="1798143" y="1155620"/>
                  </a:moveTo>
                  <a:lnTo>
                    <a:pt x="1788382" y="1155620"/>
                  </a:lnTo>
                  <a:lnTo>
                    <a:pt x="1785095" y="1154469"/>
                  </a:lnTo>
                  <a:lnTo>
                    <a:pt x="1782338" y="1151855"/>
                  </a:lnTo>
                  <a:lnTo>
                    <a:pt x="1779048" y="1145571"/>
                  </a:lnTo>
                  <a:lnTo>
                    <a:pt x="1780028" y="1138762"/>
                  </a:lnTo>
                  <a:lnTo>
                    <a:pt x="1784483" y="1133301"/>
                  </a:lnTo>
                  <a:lnTo>
                    <a:pt x="1791619" y="1131064"/>
                  </a:lnTo>
                  <a:lnTo>
                    <a:pt x="1791619" y="1131855"/>
                  </a:lnTo>
                  <a:lnTo>
                    <a:pt x="1798371" y="1131855"/>
                  </a:lnTo>
                  <a:lnTo>
                    <a:pt x="1804288" y="1136675"/>
                  </a:lnTo>
                  <a:lnTo>
                    <a:pt x="1804288" y="1150632"/>
                  </a:lnTo>
                  <a:lnTo>
                    <a:pt x="1798143" y="1155620"/>
                  </a:lnTo>
                  <a:close/>
                </a:path>
                <a:path w="4122420" h="2482215">
                  <a:moveTo>
                    <a:pt x="1570455" y="1155668"/>
                  </a:moveTo>
                  <a:lnTo>
                    <a:pt x="1561073" y="1155668"/>
                  </a:lnTo>
                  <a:lnTo>
                    <a:pt x="1557937" y="1154493"/>
                  </a:lnTo>
                  <a:lnTo>
                    <a:pt x="1555433" y="1151855"/>
                  </a:lnTo>
                  <a:lnTo>
                    <a:pt x="1551670" y="1145695"/>
                  </a:lnTo>
                  <a:lnTo>
                    <a:pt x="1552488" y="1139157"/>
                  </a:lnTo>
                  <a:lnTo>
                    <a:pt x="1557098" y="1133969"/>
                  </a:lnTo>
                  <a:lnTo>
                    <a:pt x="1564714" y="1131855"/>
                  </a:lnTo>
                  <a:lnTo>
                    <a:pt x="1571466" y="1131855"/>
                  </a:lnTo>
                  <a:lnTo>
                    <a:pt x="1576523" y="1137467"/>
                  </a:lnTo>
                  <a:lnTo>
                    <a:pt x="1576523" y="1150848"/>
                  </a:lnTo>
                  <a:lnTo>
                    <a:pt x="1570455" y="1155668"/>
                  </a:lnTo>
                  <a:close/>
                </a:path>
                <a:path w="4122420" h="2482215">
                  <a:moveTo>
                    <a:pt x="1874132" y="1155668"/>
                  </a:moveTo>
                  <a:lnTo>
                    <a:pt x="1864371" y="1155668"/>
                  </a:lnTo>
                  <a:lnTo>
                    <a:pt x="1861033" y="1154493"/>
                  </a:lnTo>
                  <a:lnTo>
                    <a:pt x="1858277" y="1151855"/>
                  </a:lnTo>
                  <a:lnTo>
                    <a:pt x="1854851" y="1145695"/>
                  </a:lnTo>
                  <a:lnTo>
                    <a:pt x="1855622" y="1139157"/>
                  </a:lnTo>
                  <a:lnTo>
                    <a:pt x="1860033" y="1133969"/>
                  </a:lnTo>
                  <a:lnTo>
                    <a:pt x="1867532" y="1131855"/>
                  </a:lnTo>
                  <a:lnTo>
                    <a:pt x="1874284" y="1131855"/>
                  </a:lnTo>
                  <a:lnTo>
                    <a:pt x="1880201" y="1137467"/>
                  </a:lnTo>
                  <a:lnTo>
                    <a:pt x="1880201" y="1150848"/>
                  </a:lnTo>
                  <a:lnTo>
                    <a:pt x="1874132" y="1155668"/>
                  </a:lnTo>
                  <a:close/>
                </a:path>
                <a:path w="4122420" h="2482215">
                  <a:moveTo>
                    <a:pt x="1949666" y="1155668"/>
                  </a:moveTo>
                  <a:lnTo>
                    <a:pt x="1939905" y="1155668"/>
                  </a:lnTo>
                  <a:lnTo>
                    <a:pt x="1936693" y="1154493"/>
                  </a:lnTo>
                  <a:lnTo>
                    <a:pt x="1934190" y="1151855"/>
                  </a:lnTo>
                  <a:lnTo>
                    <a:pt x="1930416" y="1145695"/>
                  </a:lnTo>
                  <a:lnTo>
                    <a:pt x="1931234" y="1139157"/>
                  </a:lnTo>
                  <a:lnTo>
                    <a:pt x="1935851" y="1133969"/>
                  </a:lnTo>
                  <a:lnTo>
                    <a:pt x="1943470" y="1131855"/>
                  </a:lnTo>
                  <a:lnTo>
                    <a:pt x="1950197" y="1131855"/>
                  </a:lnTo>
                  <a:lnTo>
                    <a:pt x="1955280" y="1136675"/>
                  </a:lnTo>
                  <a:lnTo>
                    <a:pt x="1956114" y="1143869"/>
                  </a:lnTo>
                  <a:lnTo>
                    <a:pt x="1956114" y="1150848"/>
                  </a:lnTo>
                  <a:lnTo>
                    <a:pt x="1949666" y="1155668"/>
                  </a:lnTo>
                  <a:close/>
                </a:path>
                <a:path w="4122420" h="2482215">
                  <a:moveTo>
                    <a:pt x="585759" y="1155907"/>
                  </a:moveTo>
                  <a:lnTo>
                    <a:pt x="576352" y="1155907"/>
                  </a:lnTo>
                  <a:lnTo>
                    <a:pt x="573419" y="1154900"/>
                  </a:lnTo>
                  <a:lnTo>
                    <a:pt x="571067" y="1152670"/>
                  </a:lnTo>
                  <a:lnTo>
                    <a:pt x="567276" y="1146039"/>
                  </a:lnTo>
                  <a:lnTo>
                    <a:pt x="567995" y="1139259"/>
                  </a:lnTo>
                  <a:lnTo>
                    <a:pt x="572354" y="1133981"/>
                  </a:lnTo>
                  <a:lnTo>
                    <a:pt x="579488" y="1131855"/>
                  </a:lnTo>
                  <a:lnTo>
                    <a:pt x="586240" y="1131855"/>
                  </a:lnTo>
                  <a:lnTo>
                    <a:pt x="592131" y="1137467"/>
                  </a:lnTo>
                  <a:lnTo>
                    <a:pt x="592131" y="1151015"/>
                  </a:lnTo>
                  <a:lnTo>
                    <a:pt x="585759" y="1155907"/>
                  </a:lnTo>
                  <a:close/>
                </a:path>
                <a:path w="4122420" h="2482215">
                  <a:moveTo>
                    <a:pt x="1116316" y="1155907"/>
                  </a:moveTo>
                  <a:lnTo>
                    <a:pt x="1106530" y="1155907"/>
                  </a:lnTo>
                  <a:lnTo>
                    <a:pt x="1103419" y="1154900"/>
                  </a:lnTo>
                  <a:lnTo>
                    <a:pt x="1100790" y="1152670"/>
                  </a:lnTo>
                  <a:lnTo>
                    <a:pt x="1097379" y="1146039"/>
                  </a:lnTo>
                  <a:lnTo>
                    <a:pt x="1098157" y="1139259"/>
                  </a:lnTo>
                  <a:lnTo>
                    <a:pt x="1102571" y="1133981"/>
                  </a:lnTo>
                  <a:lnTo>
                    <a:pt x="1110070" y="1131855"/>
                  </a:lnTo>
                  <a:lnTo>
                    <a:pt x="1116822" y="1131855"/>
                  </a:lnTo>
                  <a:lnTo>
                    <a:pt x="1122714" y="1137467"/>
                  </a:lnTo>
                  <a:lnTo>
                    <a:pt x="1122714" y="1151015"/>
                  </a:lnTo>
                  <a:lnTo>
                    <a:pt x="1116316" y="1155907"/>
                  </a:lnTo>
                  <a:close/>
                </a:path>
                <a:path w="4122420" h="2482215">
                  <a:moveTo>
                    <a:pt x="1494212" y="1155907"/>
                  </a:moveTo>
                  <a:lnTo>
                    <a:pt x="1484831" y="1155907"/>
                  </a:lnTo>
                  <a:lnTo>
                    <a:pt x="1481898" y="1154900"/>
                  </a:lnTo>
                  <a:lnTo>
                    <a:pt x="1479521" y="1152670"/>
                  </a:lnTo>
                  <a:lnTo>
                    <a:pt x="1475745" y="1146039"/>
                  </a:lnTo>
                  <a:lnTo>
                    <a:pt x="1476470" y="1139259"/>
                  </a:lnTo>
                  <a:lnTo>
                    <a:pt x="1480833" y="1133981"/>
                  </a:lnTo>
                  <a:lnTo>
                    <a:pt x="1487967" y="1131855"/>
                  </a:lnTo>
                  <a:lnTo>
                    <a:pt x="1495553" y="1131855"/>
                  </a:lnTo>
                  <a:lnTo>
                    <a:pt x="1500610" y="1137467"/>
                  </a:lnTo>
                  <a:lnTo>
                    <a:pt x="1500610" y="1151015"/>
                  </a:lnTo>
                  <a:lnTo>
                    <a:pt x="1494212" y="1155907"/>
                  </a:lnTo>
                  <a:close/>
                </a:path>
                <a:path w="4122420" h="2482215">
                  <a:moveTo>
                    <a:pt x="653858" y="1155931"/>
                  </a:moveTo>
                  <a:lnTo>
                    <a:pt x="644584" y="1152162"/>
                  </a:lnTo>
                  <a:lnTo>
                    <a:pt x="641497" y="1143857"/>
                  </a:lnTo>
                  <a:lnTo>
                    <a:pt x="644584" y="1135577"/>
                  </a:lnTo>
                  <a:lnTo>
                    <a:pt x="653858" y="1131807"/>
                  </a:lnTo>
                  <a:lnTo>
                    <a:pt x="654364" y="1131807"/>
                  </a:lnTo>
                  <a:lnTo>
                    <a:pt x="655401" y="1131855"/>
                  </a:lnTo>
                  <a:lnTo>
                    <a:pt x="663950" y="1136058"/>
                  </a:lnTo>
                  <a:lnTo>
                    <a:pt x="666795" y="1143869"/>
                  </a:lnTo>
                  <a:lnTo>
                    <a:pt x="663950" y="1151657"/>
                  </a:lnTo>
                  <a:lnTo>
                    <a:pt x="655401" y="1155859"/>
                  </a:lnTo>
                  <a:lnTo>
                    <a:pt x="654870" y="1155907"/>
                  </a:lnTo>
                  <a:lnTo>
                    <a:pt x="653858" y="1155931"/>
                  </a:lnTo>
                  <a:close/>
                </a:path>
                <a:path w="4122420" h="2482215">
                  <a:moveTo>
                    <a:pt x="1032589" y="1155931"/>
                  </a:moveTo>
                  <a:lnTo>
                    <a:pt x="1023315" y="1152162"/>
                  </a:lnTo>
                  <a:lnTo>
                    <a:pt x="1020228" y="1143857"/>
                  </a:lnTo>
                  <a:lnTo>
                    <a:pt x="1023315" y="1135577"/>
                  </a:lnTo>
                  <a:lnTo>
                    <a:pt x="1032589" y="1131807"/>
                  </a:lnTo>
                  <a:lnTo>
                    <a:pt x="1033095" y="1131807"/>
                  </a:lnTo>
                  <a:lnTo>
                    <a:pt x="1034157" y="1131855"/>
                  </a:lnTo>
                  <a:lnTo>
                    <a:pt x="1042692" y="1136058"/>
                  </a:lnTo>
                  <a:lnTo>
                    <a:pt x="1045532" y="1143869"/>
                  </a:lnTo>
                  <a:lnTo>
                    <a:pt x="1042692" y="1151657"/>
                  </a:lnTo>
                  <a:lnTo>
                    <a:pt x="1034157" y="1155859"/>
                  </a:lnTo>
                  <a:lnTo>
                    <a:pt x="1033626" y="1155907"/>
                  </a:lnTo>
                  <a:lnTo>
                    <a:pt x="1032589" y="1155931"/>
                  </a:lnTo>
                  <a:close/>
                </a:path>
                <a:path w="4122420" h="2482215">
                  <a:moveTo>
                    <a:pt x="1411346" y="1155931"/>
                  </a:moveTo>
                  <a:lnTo>
                    <a:pt x="1402057" y="1152162"/>
                  </a:lnTo>
                  <a:lnTo>
                    <a:pt x="1398965" y="1143857"/>
                  </a:lnTo>
                  <a:lnTo>
                    <a:pt x="1402057" y="1135577"/>
                  </a:lnTo>
                  <a:lnTo>
                    <a:pt x="1411346" y="1131807"/>
                  </a:lnTo>
                  <a:lnTo>
                    <a:pt x="1411851" y="1131807"/>
                  </a:lnTo>
                  <a:lnTo>
                    <a:pt x="1412888" y="1131855"/>
                  </a:lnTo>
                  <a:lnTo>
                    <a:pt x="1421423" y="1136058"/>
                  </a:lnTo>
                  <a:lnTo>
                    <a:pt x="1424263" y="1143869"/>
                  </a:lnTo>
                  <a:lnTo>
                    <a:pt x="1421423" y="1151657"/>
                  </a:lnTo>
                  <a:lnTo>
                    <a:pt x="1412888" y="1155859"/>
                  </a:lnTo>
                  <a:lnTo>
                    <a:pt x="1412357" y="1155907"/>
                  </a:lnTo>
                  <a:lnTo>
                    <a:pt x="1411346" y="1155931"/>
                  </a:lnTo>
                  <a:close/>
                </a:path>
                <a:path w="4122420" h="2482215">
                  <a:moveTo>
                    <a:pt x="1191623" y="1156075"/>
                  </a:moveTo>
                  <a:lnTo>
                    <a:pt x="1182240" y="1156075"/>
                  </a:lnTo>
                  <a:lnTo>
                    <a:pt x="1179156" y="1154996"/>
                  </a:lnTo>
                  <a:lnTo>
                    <a:pt x="1176703" y="1152670"/>
                  </a:lnTo>
                  <a:lnTo>
                    <a:pt x="1172929" y="1146039"/>
                  </a:lnTo>
                  <a:lnTo>
                    <a:pt x="1173747" y="1139259"/>
                  </a:lnTo>
                  <a:lnTo>
                    <a:pt x="1178363" y="1133981"/>
                  </a:lnTo>
                  <a:lnTo>
                    <a:pt x="1185983" y="1131855"/>
                  </a:lnTo>
                  <a:lnTo>
                    <a:pt x="1192735" y="1131855"/>
                  </a:lnTo>
                  <a:lnTo>
                    <a:pt x="1198627" y="1137467"/>
                  </a:lnTo>
                  <a:lnTo>
                    <a:pt x="1197792" y="1143869"/>
                  </a:lnTo>
                  <a:lnTo>
                    <a:pt x="1197792" y="1151423"/>
                  </a:lnTo>
                  <a:lnTo>
                    <a:pt x="1191623" y="1156075"/>
                  </a:lnTo>
                  <a:close/>
                </a:path>
                <a:path w="4122420" h="2482215">
                  <a:moveTo>
                    <a:pt x="1640627" y="1156675"/>
                  </a:moveTo>
                  <a:lnTo>
                    <a:pt x="1639818" y="1156675"/>
                  </a:lnTo>
                  <a:lnTo>
                    <a:pt x="1630095" y="1152913"/>
                  </a:lnTo>
                  <a:lnTo>
                    <a:pt x="1626722" y="1144637"/>
                  </a:lnTo>
                  <a:lnTo>
                    <a:pt x="1629708" y="1136361"/>
                  </a:lnTo>
                  <a:lnTo>
                    <a:pt x="1639059" y="1132599"/>
                  </a:lnTo>
                  <a:lnTo>
                    <a:pt x="1639565" y="1132599"/>
                  </a:lnTo>
                  <a:lnTo>
                    <a:pt x="1640627" y="1132671"/>
                  </a:lnTo>
                  <a:lnTo>
                    <a:pt x="1649176" y="1136529"/>
                  </a:lnTo>
                  <a:lnTo>
                    <a:pt x="1652026" y="1144367"/>
                  </a:lnTo>
                  <a:lnTo>
                    <a:pt x="1649176" y="1152358"/>
                  </a:lnTo>
                  <a:lnTo>
                    <a:pt x="1640627" y="1156675"/>
                  </a:lnTo>
                  <a:close/>
                </a:path>
                <a:path w="4122420" h="2482215">
                  <a:moveTo>
                    <a:pt x="3434320" y="1190295"/>
                  </a:moveTo>
                  <a:lnTo>
                    <a:pt x="3424913" y="1190295"/>
                  </a:lnTo>
                  <a:lnTo>
                    <a:pt x="3421980" y="1189312"/>
                  </a:lnTo>
                  <a:lnTo>
                    <a:pt x="3419628" y="1187057"/>
                  </a:lnTo>
                  <a:lnTo>
                    <a:pt x="3415854" y="1180440"/>
                  </a:lnTo>
                  <a:lnTo>
                    <a:pt x="3416672" y="1173668"/>
                  </a:lnTo>
                  <a:lnTo>
                    <a:pt x="3421289" y="1168392"/>
                  </a:lnTo>
                  <a:lnTo>
                    <a:pt x="3428908" y="1166267"/>
                  </a:lnTo>
                  <a:lnTo>
                    <a:pt x="3435635" y="1166267"/>
                  </a:lnTo>
                  <a:lnTo>
                    <a:pt x="3440718" y="1171854"/>
                  </a:lnTo>
                  <a:lnTo>
                    <a:pt x="3440718" y="1185427"/>
                  </a:lnTo>
                  <a:lnTo>
                    <a:pt x="3434320" y="1190295"/>
                  </a:lnTo>
                  <a:close/>
                </a:path>
                <a:path w="4122420" h="2482215">
                  <a:moveTo>
                    <a:pt x="3888964" y="1190295"/>
                  </a:moveTo>
                  <a:lnTo>
                    <a:pt x="3879178" y="1190295"/>
                  </a:lnTo>
                  <a:lnTo>
                    <a:pt x="3876068" y="1189312"/>
                  </a:lnTo>
                  <a:lnTo>
                    <a:pt x="3873438" y="1187057"/>
                  </a:lnTo>
                  <a:lnTo>
                    <a:pt x="3870027" y="1180440"/>
                  </a:lnTo>
                  <a:lnTo>
                    <a:pt x="3870804" y="1173668"/>
                  </a:lnTo>
                  <a:lnTo>
                    <a:pt x="3875219" y="1168392"/>
                  </a:lnTo>
                  <a:lnTo>
                    <a:pt x="3882718" y="1166267"/>
                  </a:lnTo>
                  <a:lnTo>
                    <a:pt x="3889470" y="1166267"/>
                  </a:lnTo>
                  <a:lnTo>
                    <a:pt x="3895362" y="1171854"/>
                  </a:lnTo>
                  <a:lnTo>
                    <a:pt x="3895362" y="1185427"/>
                  </a:lnTo>
                  <a:lnTo>
                    <a:pt x="3888964" y="1190295"/>
                  </a:lnTo>
                  <a:close/>
                </a:path>
                <a:path w="4122420" h="2482215">
                  <a:moveTo>
                    <a:pt x="3353678" y="1190319"/>
                  </a:moveTo>
                  <a:lnTo>
                    <a:pt x="3353173" y="1190319"/>
                  </a:lnTo>
                  <a:lnTo>
                    <a:pt x="3352136" y="1190271"/>
                  </a:lnTo>
                  <a:lnTo>
                    <a:pt x="3343601" y="1186068"/>
                  </a:lnTo>
                  <a:lnTo>
                    <a:pt x="3340761" y="1178257"/>
                  </a:lnTo>
                  <a:lnTo>
                    <a:pt x="3343601" y="1170469"/>
                  </a:lnTo>
                  <a:lnTo>
                    <a:pt x="3352136" y="1166267"/>
                  </a:lnTo>
                  <a:lnTo>
                    <a:pt x="3352667" y="1166219"/>
                  </a:lnTo>
                  <a:lnTo>
                    <a:pt x="3353678" y="1166195"/>
                  </a:lnTo>
                  <a:lnTo>
                    <a:pt x="3362967" y="1169964"/>
                  </a:lnTo>
                  <a:lnTo>
                    <a:pt x="3366058" y="1178269"/>
                  </a:lnTo>
                  <a:lnTo>
                    <a:pt x="3362967" y="1186549"/>
                  </a:lnTo>
                  <a:lnTo>
                    <a:pt x="3353678" y="1190319"/>
                  </a:lnTo>
                  <a:close/>
                </a:path>
                <a:path w="4122420" h="2482215">
                  <a:moveTo>
                    <a:pt x="3960174" y="1190319"/>
                  </a:moveTo>
                  <a:lnTo>
                    <a:pt x="3959668" y="1190319"/>
                  </a:lnTo>
                  <a:lnTo>
                    <a:pt x="3958631" y="1190271"/>
                  </a:lnTo>
                  <a:lnTo>
                    <a:pt x="3950082" y="1186402"/>
                  </a:lnTo>
                  <a:lnTo>
                    <a:pt x="3947233" y="1178566"/>
                  </a:lnTo>
                  <a:lnTo>
                    <a:pt x="3950082" y="1170581"/>
                  </a:lnTo>
                  <a:lnTo>
                    <a:pt x="3958631" y="1166267"/>
                  </a:lnTo>
                  <a:lnTo>
                    <a:pt x="3959163" y="1166219"/>
                  </a:lnTo>
                  <a:lnTo>
                    <a:pt x="3960174" y="1166195"/>
                  </a:lnTo>
                  <a:lnTo>
                    <a:pt x="3969448" y="1169964"/>
                  </a:lnTo>
                  <a:lnTo>
                    <a:pt x="3972539" y="1178257"/>
                  </a:lnTo>
                  <a:lnTo>
                    <a:pt x="3969448" y="1186549"/>
                  </a:lnTo>
                  <a:lnTo>
                    <a:pt x="3960174" y="1190319"/>
                  </a:lnTo>
                  <a:close/>
                </a:path>
                <a:path w="4122420" h="2482215">
                  <a:moveTo>
                    <a:pt x="3581418" y="1190319"/>
                  </a:moveTo>
                  <a:lnTo>
                    <a:pt x="3580912" y="1190319"/>
                  </a:lnTo>
                  <a:lnTo>
                    <a:pt x="3579875" y="1190271"/>
                  </a:lnTo>
                  <a:lnTo>
                    <a:pt x="3570871" y="1186414"/>
                  </a:lnTo>
                  <a:lnTo>
                    <a:pt x="3567874" y="1178652"/>
                  </a:lnTo>
                  <a:lnTo>
                    <a:pt x="3570871" y="1170914"/>
                  </a:lnTo>
                  <a:lnTo>
                    <a:pt x="3579875" y="1167058"/>
                  </a:lnTo>
                  <a:lnTo>
                    <a:pt x="3580406" y="1167010"/>
                  </a:lnTo>
                  <a:lnTo>
                    <a:pt x="3581418" y="1166986"/>
                  </a:lnTo>
                  <a:lnTo>
                    <a:pt x="3590237" y="1170632"/>
                  </a:lnTo>
                  <a:lnTo>
                    <a:pt x="3593172" y="1178664"/>
                  </a:lnTo>
                  <a:lnTo>
                    <a:pt x="3590237" y="1186673"/>
                  </a:lnTo>
                  <a:lnTo>
                    <a:pt x="3581418" y="1190319"/>
                  </a:lnTo>
                  <a:close/>
                </a:path>
                <a:path w="4122420" h="2482215">
                  <a:moveTo>
                    <a:pt x="3732460" y="1190319"/>
                  </a:moveTo>
                  <a:lnTo>
                    <a:pt x="3731954" y="1190319"/>
                  </a:lnTo>
                  <a:lnTo>
                    <a:pt x="3730866" y="1190271"/>
                  </a:lnTo>
                  <a:lnTo>
                    <a:pt x="3722332" y="1186414"/>
                  </a:lnTo>
                  <a:lnTo>
                    <a:pt x="3719492" y="1178652"/>
                  </a:lnTo>
                  <a:lnTo>
                    <a:pt x="3722332" y="1170914"/>
                  </a:lnTo>
                  <a:lnTo>
                    <a:pt x="3730866" y="1167058"/>
                  </a:lnTo>
                  <a:lnTo>
                    <a:pt x="3731423" y="1167010"/>
                  </a:lnTo>
                  <a:lnTo>
                    <a:pt x="3732460" y="1166986"/>
                  </a:lnTo>
                  <a:lnTo>
                    <a:pt x="3741706" y="1170632"/>
                  </a:lnTo>
                  <a:lnTo>
                    <a:pt x="3744783" y="1178664"/>
                  </a:lnTo>
                  <a:lnTo>
                    <a:pt x="3741706" y="1186673"/>
                  </a:lnTo>
                  <a:lnTo>
                    <a:pt x="3732460" y="1190319"/>
                  </a:lnTo>
                  <a:close/>
                </a:path>
                <a:path w="4122420" h="2482215">
                  <a:moveTo>
                    <a:pt x="3510486" y="1190822"/>
                  </a:moveTo>
                  <a:lnTo>
                    <a:pt x="3501105" y="1190822"/>
                  </a:lnTo>
                  <a:lnTo>
                    <a:pt x="3497994" y="1189671"/>
                  </a:lnTo>
                  <a:lnTo>
                    <a:pt x="3495541" y="1187057"/>
                  </a:lnTo>
                  <a:lnTo>
                    <a:pt x="3491754" y="1180898"/>
                  </a:lnTo>
                  <a:lnTo>
                    <a:pt x="3492478" y="1174360"/>
                  </a:lnTo>
                  <a:lnTo>
                    <a:pt x="3496839" y="1169171"/>
                  </a:lnTo>
                  <a:lnTo>
                    <a:pt x="3503962" y="1167058"/>
                  </a:lnTo>
                  <a:lnTo>
                    <a:pt x="3503962" y="1166267"/>
                  </a:lnTo>
                  <a:lnTo>
                    <a:pt x="3510714" y="1166267"/>
                  </a:lnTo>
                  <a:lnTo>
                    <a:pt x="3516631" y="1171854"/>
                  </a:lnTo>
                  <a:lnTo>
                    <a:pt x="3516631" y="1185810"/>
                  </a:lnTo>
                  <a:lnTo>
                    <a:pt x="3510486" y="1190822"/>
                  </a:lnTo>
                  <a:close/>
                </a:path>
                <a:path w="4122420" h="2482215">
                  <a:moveTo>
                    <a:pt x="3663259" y="1167058"/>
                  </a:moveTo>
                  <a:lnTo>
                    <a:pt x="3654954" y="1167058"/>
                  </a:lnTo>
                  <a:lnTo>
                    <a:pt x="3654954" y="1166267"/>
                  </a:lnTo>
                  <a:lnTo>
                    <a:pt x="3662540" y="1166267"/>
                  </a:lnTo>
                  <a:lnTo>
                    <a:pt x="3663259" y="1167058"/>
                  </a:lnTo>
                  <a:close/>
                </a:path>
                <a:path w="4122420" h="2482215">
                  <a:moveTo>
                    <a:pt x="3661478" y="1190822"/>
                  </a:moveTo>
                  <a:lnTo>
                    <a:pt x="3652096" y="1190822"/>
                  </a:lnTo>
                  <a:lnTo>
                    <a:pt x="3648986" y="1189671"/>
                  </a:lnTo>
                  <a:lnTo>
                    <a:pt x="3646533" y="1187057"/>
                  </a:lnTo>
                  <a:lnTo>
                    <a:pt x="3642792" y="1180975"/>
                  </a:lnTo>
                  <a:lnTo>
                    <a:pt x="3643328" y="1174420"/>
                  </a:lnTo>
                  <a:lnTo>
                    <a:pt x="3647344" y="1169178"/>
                  </a:lnTo>
                  <a:lnTo>
                    <a:pt x="3654043" y="1167034"/>
                  </a:lnTo>
                  <a:lnTo>
                    <a:pt x="3654650" y="1167034"/>
                  </a:lnTo>
                  <a:lnTo>
                    <a:pt x="3654954" y="1167058"/>
                  </a:lnTo>
                  <a:lnTo>
                    <a:pt x="3663259" y="1167058"/>
                  </a:lnTo>
                  <a:lnTo>
                    <a:pt x="3667623" y="1171854"/>
                  </a:lnTo>
                  <a:lnTo>
                    <a:pt x="3667623" y="1185810"/>
                  </a:lnTo>
                  <a:lnTo>
                    <a:pt x="3661478" y="1190822"/>
                  </a:lnTo>
                  <a:close/>
                </a:path>
                <a:path w="4122420" h="2482215">
                  <a:moveTo>
                    <a:pt x="3814369" y="1167058"/>
                  </a:moveTo>
                  <a:lnTo>
                    <a:pt x="3806805" y="1167058"/>
                  </a:lnTo>
                  <a:lnTo>
                    <a:pt x="3806805" y="1166267"/>
                  </a:lnTo>
                  <a:lnTo>
                    <a:pt x="3813531" y="1166267"/>
                  </a:lnTo>
                  <a:lnTo>
                    <a:pt x="3814369" y="1167058"/>
                  </a:lnTo>
                  <a:close/>
                </a:path>
                <a:path w="4122420" h="2482215">
                  <a:moveTo>
                    <a:pt x="3813304" y="1190822"/>
                  </a:moveTo>
                  <a:lnTo>
                    <a:pt x="3803543" y="1190822"/>
                  </a:lnTo>
                  <a:lnTo>
                    <a:pt x="3800255" y="1189671"/>
                  </a:lnTo>
                  <a:lnTo>
                    <a:pt x="3797525" y="1187057"/>
                  </a:lnTo>
                  <a:lnTo>
                    <a:pt x="3794255" y="1180975"/>
                  </a:lnTo>
                  <a:lnTo>
                    <a:pt x="3795040" y="1174420"/>
                  </a:lnTo>
                  <a:lnTo>
                    <a:pt x="3799153" y="1169178"/>
                  </a:lnTo>
                  <a:lnTo>
                    <a:pt x="3805869" y="1167034"/>
                  </a:lnTo>
                  <a:lnTo>
                    <a:pt x="3806476" y="1167034"/>
                  </a:lnTo>
                  <a:lnTo>
                    <a:pt x="3806805" y="1167058"/>
                  </a:lnTo>
                  <a:lnTo>
                    <a:pt x="3814369" y="1167058"/>
                  </a:lnTo>
                  <a:lnTo>
                    <a:pt x="3819449" y="1171854"/>
                  </a:lnTo>
                  <a:lnTo>
                    <a:pt x="3819449" y="1185810"/>
                  </a:lnTo>
                  <a:lnTo>
                    <a:pt x="3813304" y="1190822"/>
                  </a:lnTo>
                  <a:close/>
                </a:path>
                <a:path w="4122420" h="2482215">
                  <a:moveTo>
                    <a:pt x="774303" y="1191110"/>
                  </a:moveTo>
                  <a:lnTo>
                    <a:pt x="764542" y="1191110"/>
                  </a:lnTo>
                  <a:lnTo>
                    <a:pt x="761533" y="1190103"/>
                  </a:lnTo>
                  <a:lnTo>
                    <a:pt x="759155" y="1187849"/>
                  </a:lnTo>
                  <a:lnTo>
                    <a:pt x="755744" y="1181231"/>
                  </a:lnTo>
                  <a:lnTo>
                    <a:pt x="756523" y="1174459"/>
                  </a:lnTo>
                  <a:lnTo>
                    <a:pt x="760937" y="1169184"/>
                  </a:lnTo>
                  <a:lnTo>
                    <a:pt x="768436" y="1167058"/>
                  </a:lnTo>
                  <a:lnTo>
                    <a:pt x="769271" y="1167873"/>
                  </a:lnTo>
                  <a:lnTo>
                    <a:pt x="775188" y="1167873"/>
                  </a:lnTo>
                  <a:lnTo>
                    <a:pt x="780245" y="1172669"/>
                  </a:lnTo>
                  <a:lnTo>
                    <a:pt x="781080" y="1179072"/>
                  </a:lnTo>
                  <a:lnTo>
                    <a:pt x="781080" y="1186218"/>
                  </a:lnTo>
                  <a:lnTo>
                    <a:pt x="774303" y="1191110"/>
                  </a:lnTo>
                  <a:close/>
                </a:path>
                <a:path w="4122420" h="2482215">
                  <a:moveTo>
                    <a:pt x="926533" y="1191110"/>
                  </a:moveTo>
                  <a:lnTo>
                    <a:pt x="916747" y="1191110"/>
                  </a:lnTo>
                  <a:lnTo>
                    <a:pt x="913612" y="1190103"/>
                  </a:lnTo>
                  <a:lnTo>
                    <a:pt x="910981" y="1187849"/>
                  </a:lnTo>
                  <a:lnTo>
                    <a:pt x="907571" y="1181231"/>
                  </a:lnTo>
                  <a:lnTo>
                    <a:pt x="908349" y="1174459"/>
                  </a:lnTo>
                  <a:lnTo>
                    <a:pt x="912763" y="1169184"/>
                  </a:lnTo>
                  <a:lnTo>
                    <a:pt x="920262" y="1167058"/>
                  </a:lnTo>
                  <a:lnTo>
                    <a:pt x="920262" y="1167873"/>
                  </a:lnTo>
                  <a:lnTo>
                    <a:pt x="927014" y="1167873"/>
                  </a:lnTo>
                  <a:lnTo>
                    <a:pt x="932071" y="1172669"/>
                  </a:lnTo>
                  <a:lnTo>
                    <a:pt x="932931" y="1179072"/>
                  </a:lnTo>
                  <a:lnTo>
                    <a:pt x="932931" y="1186218"/>
                  </a:lnTo>
                  <a:lnTo>
                    <a:pt x="926533" y="1191110"/>
                  </a:lnTo>
                  <a:close/>
                </a:path>
                <a:path w="4122420" h="2482215">
                  <a:moveTo>
                    <a:pt x="1078360" y="1191110"/>
                  </a:moveTo>
                  <a:lnTo>
                    <a:pt x="1068573" y="1191110"/>
                  </a:lnTo>
                  <a:lnTo>
                    <a:pt x="1065463" y="1190103"/>
                  </a:lnTo>
                  <a:lnTo>
                    <a:pt x="1062833" y="1187849"/>
                  </a:lnTo>
                  <a:lnTo>
                    <a:pt x="1059539" y="1181231"/>
                  </a:lnTo>
                  <a:lnTo>
                    <a:pt x="1060513" y="1174459"/>
                  </a:lnTo>
                  <a:lnTo>
                    <a:pt x="1064967" y="1169184"/>
                  </a:lnTo>
                  <a:lnTo>
                    <a:pt x="1072113" y="1167058"/>
                  </a:lnTo>
                  <a:lnTo>
                    <a:pt x="1072113" y="1167873"/>
                  </a:lnTo>
                  <a:lnTo>
                    <a:pt x="1078865" y="1167873"/>
                  </a:lnTo>
                  <a:lnTo>
                    <a:pt x="1083923" y="1172669"/>
                  </a:lnTo>
                  <a:lnTo>
                    <a:pt x="1084757" y="1179072"/>
                  </a:lnTo>
                  <a:lnTo>
                    <a:pt x="1084757" y="1186218"/>
                  </a:lnTo>
                  <a:lnTo>
                    <a:pt x="1078360" y="1191110"/>
                  </a:lnTo>
                  <a:close/>
                </a:path>
                <a:path w="4122420" h="2482215">
                  <a:moveTo>
                    <a:pt x="1305264" y="1191110"/>
                  </a:moveTo>
                  <a:lnTo>
                    <a:pt x="1295478" y="1191110"/>
                  </a:lnTo>
                  <a:lnTo>
                    <a:pt x="1292368" y="1190103"/>
                  </a:lnTo>
                  <a:lnTo>
                    <a:pt x="1289738" y="1187849"/>
                  </a:lnTo>
                  <a:lnTo>
                    <a:pt x="1286327" y="1181231"/>
                  </a:lnTo>
                  <a:lnTo>
                    <a:pt x="1287105" y="1174459"/>
                  </a:lnTo>
                  <a:lnTo>
                    <a:pt x="1291519" y="1169184"/>
                  </a:lnTo>
                  <a:lnTo>
                    <a:pt x="1299018" y="1167058"/>
                  </a:lnTo>
                  <a:lnTo>
                    <a:pt x="1299018" y="1167873"/>
                  </a:lnTo>
                  <a:lnTo>
                    <a:pt x="1305770" y="1167873"/>
                  </a:lnTo>
                  <a:lnTo>
                    <a:pt x="1310828" y="1172669"/>
                  </a:lnTo>
                  <a:lnTo>
                    <a:pt x="1311662" y="1179072"/>
                  </a:lnTo>
                  <a:lnTo>
                    <a:pt x="1311662" y="1186218"/>
                  </a:lnTo>
                  <a:lnTo>
                    <a:pt x="1305264" y="1191110"/>
                  </a:lnTo>
                  <a:close/>
                </a:path>
                <a:path w="4122420" h="2482215">
                  <a:moveTo>
                    <a:pt x="850848" y="1191278"/>
                  </a:moveTo>
                  <a:lnTo>
                    <a:pt x="841087" y="1191278"/>
                  </a:lnTo>
                  <a:lnTo>
                    <a:pt x="837825" y="1190199"/>
                  </a:lnTo>
                  <a:lnTo>
                    <a:pt x="835069" y="1187849"/>
                  </a:lnTo>
                  <a:lnTo>
                    <a:pt x="831778" y="1181231"/>
                  </a:lnTo>
                  <a:lnTo>
                    <a:pt x="832758" y="1174459"/>
                  </a:lnTo>
                  <a:lnTo>
                    <a:pt x="837213" y="1169184"/>
                  </a:lnTo>
                  <a:lnTo>
                    <a:pt x="844349" y="1167058"/>
                  </a:lnTo>
                  <a:lnTo>
                    <a:pt x="845209" y="1167873"/>
                  </a:lnTo>
                  <a:lnTo>
                    <a:pt x="851935" y="1167873"/>
                  </a:lnTo>
                  <a:lnTo>
                    <a:pt x="857018" y="1173461"/>
                  </a:lnTo>
                  <a:lnTo>
                    <a:pt x="857018" y="1186626"/>
                  </a:lnTo>
                  <a:lnTo>
                    <a:pt x="850848" y="1191278"/>
                  </a:lnTo>
                  <a:close/>
                </a:path>
                <a:path w="4122420" h="2482215">
                  <a:moveTo>
                    <a:pt x="1002674" y="1191278"/>
                  </a:moveTo>
                  <a:lnTo>
                    <a:pt x="992913" y="1191278"/>
                  </a:lnTo>
                  <a:lnTo>
                    <a:pt x="989651" y="1190199"/>
                  </a:lnTo>
                  <a:lnTo>
                    <a:pt x="986920" y="1187849"/>
                  </a:lnTo>
                  <a:lnTo>
                    <a:pt x="983616" y="1181231"/>
                  </a:lnTo>
                  <a:lnTo>
                    <a:pt x="984590" y="1174459"/>
                  </a:lnTo>
                  <a:lnTo>
                    <a:pt x="989050" y="1169184"/>
                  </a:lnTo>
                  <a:lnTo>
                    <a:pt x="996201" y="1167058"/>
                  </a:lnTo>
                  <a:lnTo>
                    <a:pt x="996201" y="1167873"/>
                  </a:lnTo>
                  <a:lnTo>
                    <a:pt x="1002927" y="1167873"/>
                  </a:lnTo>
                  <a:lnTo>
                    <a:pt x="1008844" y="1172669"/>
                  </a:lnTo>
                  <a:lnTo>
                    <a:pt x="1008844" y="1186626"/>
                  </a:lnTo>
                  <a:lnTo>
                    <a:pt x="1002674" y="1191278"/>
                  </a:lnTo>
                  <a:close/>
                </a:path>
                <a:path w="4122420" h="2482215">
                  <a:moveTo>
                    <a:pt x="1381430" y="1191278"/>
                  </a:moveTo>
                  <a:lnTo>
                    <a:pt x="1371669" y="1191278"/>
                  </a:lnTo>
                  <a:lnTo>
                    <a:pt x="1368382" y="1190199"/>
                  </a:lnTo>
                  <a:lnTo>
                    <a:pt x="1365651" y="1187849"/>
                  </a:lnTo>
                  <a:lnTo>
                    <a:pt x="1362357" y="1181565"/>
                  </a:lnTo>
                  <a:lnTo>
                    <a:pt x="1363331" y="1174756"/>
                  </a:lnTo>
                  <a:lnTo>
                    <a:pt x="1367785" y="1169295"/>
                  </a:lnTo>
                  <a:lnTo>
                    <a:pt x="1374931" y="1167058"/>
                  </a:lnTo>
                  <a:lnTo>
                    <a:pt x="1374931" y="1167873"/>
                  </a:lnTo>
                  <a:lnTo>
                    <a:pt x="1381683" y="1167873"/>
                  </a:lnTo>
                  <a:lnTo>
                    <a:pt x="1387575" y="1172669"/>
                  </a:lnTo>
                  <a:lnTo>
                    <a:pt x="1387575" y="1186626"/>
                  </a:lnTo>
                  <a:lnTo>
                    <a:pt x="1381430" y="1191278"/>
                  </a:lnTo>
                  <a:close/>
                </a:path>
                <a:path w="4122420" h="2482215">
                  <a:moveTo>
                    <a:pt x="1532877" y="1191278"/>
                  </a:moveTo>
                  <a:lnTo>
                    <a:pt x="1523116" y="1191278"/>
                  </a:lnTo>
                  <a:lnTo>
                    <a:pt x="1519955" y="1190199"/>
                  </a:lnTo>
                  <a:lnTo>
                    <a:pt x="1517477" y="1187849"/>
                  </a:lnTo>
                  <a:lnTo>
                    <a:pt x="1514066" y="1181565"/>
                  </a:lnTo>
                  <a:lnTo>
                    <a:pt x="1514844" y="1174756"/>
                  </a:lnTo>
                  <a:lnTo>
                    <a:pt x="1519259" y="1169295"/>
                  </a:lnTo>
                  <a:lnTo>
                    <a:pt x="1526758" y="1167058"/>
                  </a:lnTo>
                  <a:lnTo>
                    <a:pt x="1526758" y="1167873"/>
                  </a:lnTo>
                  <a:lnTo>
                    <a:pt x="1533509" y="1167873"/>
                  </a:lnTo>
                  <a:lnTo>
                    <a:pt x="1538567" y="1172669"/>
                  </a:lnTo>
                  <a:lnTo>
                    <a:pt x="1539426" y="1179072"/>
                  </a:lnTo>
                  <a:lnTo>
                    <a:pt x="1539426" y="1186626"/>
                  </a:lnTo>
                  <a:lnTo>
                    <a:pt x="1532877" y="1191278"/>
                  </a:lnTo>
                  <a:close/>
                </a:path>
                <a:path w="4122420" h="2482215">
                  <a:moveTo>
                    <a:pt x="1760161" y="1191278"/>
                  </a:moveTo>
                  <a:lnTo>
                    <a:pt x="1750400" y="1191278"/>
                  </a:lnTo>
                  <a:lnTo>
                    <a:pt x="1747138" y="1190199"/>
                  </a:lnTo>
                  <a:lnTo>
                    <a:pt x="1744382" y="1187849"/>
                  </a:lnTo>
                  <a:lnTo>
                    <a:pt x="1741092" y="1181565"/>
                  </a:lnTo>
                  <a:lnTo>
                    <a:pt x="1742071" y="1174756"/>
                  </a:lnTo>
                  <a:lnTo>
                    <a:pt x="1746526" y="1169295"/>
                  </a:lnTo>
                  <a:lnTo>
                    <a:pt x="1753662" y="1167058"/>
                  </a:lnTo>
                  <a:lnTo>
                    <a:pt x="1753662" y="1167873"/>
                  </a:lnTo>
                  <a:lnTo>
                    <a:pt x="1760414" y="1167873"/>
                  </a:lnTo>
                  <a:lnTo>
                    <a:pt x="1766331" y="1172669"/>
                  </a:lnTo>
                  <a:lnTo>
                    <a:pt x="1766331" y="1186626"/>
                  </a:lnTo>
                  <a:lnTo>
                    <a:pt x="1760161" y="1191278"/>
                  </a:lnTo>
                  <a:close/>
                </a:path>
                <a:path w="4122420" h="2482215">
                  <a:moveTo>
                    <a:pt x="1836074" y="1191278"/>
                  </a:moveTo>
                  <a:lnTo>
                    <a:pt x="1826313" y="1191278"/>
                  </a:lnTo>
                  <a:lnTo>
                    <a:pt x="1823051" y="1190199"/>
                  </a:lnTo>
                  <a:lnTo>
                    <a:pt x="1820295" y="1187849"/>
                  </a:lnTo>
                  <a:lnTo>
                    <a:pt x="1816884" y="1181231"/>
                  </a:lnTo>
                  <a:lnTo>
                    <a:pt x="1817662" y="1174459"/>
                  </a:lnTo>
                  <a:lnTo>
                    <a:pt x="1822076" y="1169184"/>
                  </a:lnTo>
                  <a:lnTo>
                    <a:pt x="1829575" y="1167058"/>
                  </a:lnTo>
                  <a:lnTo>
                    <a:pt x="1829575" y="1167873"/>
                  </a:lnTo>
                  <a:lnTo>
                    <a:pt x="1836327" y="1167873"/>
                  </a:lnTo>
                  <a:lnTo>
                    <a:pt x="1841385" y="1172669"/>
                  </a:lnTo>
                  <a:lnTo>
                    <a:pt x="1842244" y="1179072"/>
                  </a:lnTo>
                  <a:lnTo>
                    <a:pt x="1842244" y="1186626"/>
                  </a:lnTo>
                  <a:lnTo>
                    <a:pt x="1836074" y="1191278"/>
                  </a:lnTo>
                  <a:close/>
                </a:path>
                <a:path w="4122420" h="2482215">
                  <a:moveTo>
                    <a:pt x="1229680" y="1191662"/>
                  </a:moveTo>
                  <a:lnTo>
                    <a:pt x="1220298" y="1191662"/>
                  </a:lnTo>
                  <a:lnTo>
                    <a:pt x="1217163" y="1190487"/>
                  </a:lnTo>
                  <a:lnTo>
                    <a:pt x="1214659" y="1187849"/>
                  </a:lnTo>
                  <a:lnTo>
                    <a:pt x="1210885" y="1181693"/>
                  </a:lnTo>
                  <a:lnTo>
                    <a:pt x="1211704" y="1175163"/>
                  </a:lnTo>
                  <a:lnTo>
                    <a:pt x="1216320" y="1169983"/>
                  </a:lnTo>
                  <a:lnTo>
                    <a:pt x="1223940" y="1167873"/>
                  </a:lnTo>
                  <a:lnTo>
                    <a:pt x="1230692" y="1167873"/>
                  </a:lnTo>
                  <a:lnTo>
                    <a:pt x="1235749" y="1173461"/>
                  </a:lnTo>
                  <a:lnTo>
                    <a:pt x="1235749" y="1186842"/>
                  </a:lnTo>
                  <a:lnTo>
                    <a:pt x="1229680" y="1191662"/>
                  </a:lnTo>
                  <a:close/>
                </a:path>
                <a:path w="4122420" h="2482215">
                  <a:moveTo>
                    <a:pt x="1456661" y="1191662"/>
                  </a:moveTo>
                  <a:lnTo>
                    <a:pt x="1447203" y="1191662"/>
                  </a:lnTo>
                  <a:lnTo>
                    <a:pt x="1444067" y="1190487"/>
                  </a:lnTo>
                  <a:lnTo>
                    <a:pt x="1441564" y="1187849"/>
                  </a:lnTo>
                  <a:lnTo>
                    <a:pt x="1437801" y="1181693"/>
                  </a:lnTo>
                  <a:lnTo>
                    <a:pt x="1438618" y="1175163"/>
                  </a:lnTo>
                  <a:lnTo>
                    <a:pt x="1443228" y="1169983"/>
                  </a:lnTo>
                  <a:lnTo>
                    <a:pt x="1450844" y="1167873"/>
                  </a:lnTo>
                  <a:lnTo>
                    <a:pt x="1457596" y="1167873"/>
                  </a:lnTo>
                  <a:lnTo>
                    <a:pt x="1463488" y="1173461"/>
                  </a:lnTo>
                  <a:lnTo>
                    <a:pt x="1463488" y="1179863"/>
                  </a:lnTo>
                  <a:lnTo>
                    <a:pt x="1462932" y="1186842"/>
                  </a:lnTo>
                  <a:lnTo>
                    <a:pt x="1456661" y="1191662"/>
                  </a:lnTo>
                  <a:close/>
                </a:path>
                <a:path w="4122420" h="2482215">
                  <a:moveTo>
                    <a:pt x="1608411" y="1191662"/>
                  </a:moveTo>
                  <a:lnTo>
                    <a:pt x="1599029" y="1191662"/>
                  </a:lnTo>
                  <a:lnTo>
                    <a:pt x="1595894" y="1190487"/>
                  </a:lnTo>
                  <a:lnTo>
                    <a:pt x="1593390" y="1187849"/>
                  </a:lnTo>
                  <a:lnTo>
                    <a:pt x="1589627" y="1181693"/>
                  </a:lnTo>
                  <a:lnTo>
                    <a:pt x="1590444" y="1175163"/>
                  </a:lnTo>
                  <a:lnTo>
                    <a:pt x="1595054" y="1169983"/>
                  </a:lnTo>
                  <a:lnTo>
                    <a:pt x="1602671" y="1167873"/>
                  </a:lnTo>
                  <a:lnTo>
                    <a:pt x="1609423" y="1167873"/>
                  </a:lnTo>
                  <a:lnTo>
                    <a:pt x="1614480" y="1173461"/>
                  </a:lnTo>
                  <a:lnTo>
                    <a:pt x="1614480" y="1186842"/>
                  </a:lnTo>
                  <a:lnTo>
                    <a:pt x="1608411" y="1191662"/>
                  </a:lnTo>
                  <a:close/>
                </a:path>
                <a:path w="4122420" h="2482215">
                  <a:moveTo>
                    <a:pt x="1684805" y="1191662"/>
                  </a:moveTo>
                  <a:lnTo>
                    <a:pt x="1675044" y="1191662"/>
                  </a:lnTo>
                  <a:lnTo>
                    <a:pt x="1671806" y="1190487"/>
                  </a:lnTo>
                  <a:lnTo>
                    <a:pt x="1669328" y="1187849"/>
                  </a:lnTo>
                  <a:lnTo>
                    <a:pt x="1665551" y="1181693"/>
                  </a:lnTo>
                  <a:lnTo>
                    <a:pt x="1666360" y="1175163"/>
                  </a:lnTo>
                  <a:lnTo>
                    <a:pt x="1670968" y="1169983"/>
                  </a:lnTo>
                  <a:lnTo>
                    <a:pt x="1678584" y="1167873"/>
                  </a:lnTo>
                  <a:lnTo>
                    <a:pt x="1685335" y="1167873"/>
                  </a:lnTo>
                  <a:lnTo>
                    <a:pt x="1691253" y="1173461"/>
                  </a:lnTo>
                  <a:lnTo>
                    <a:pt x="1691253" y="1186842"/>
                  </a:lnTo>
                  <a:lnTo>
                    <a:pt x="1684805" y="1191662"/>
                  </a:lnTo>
                  <a:close/>
                </a:path>
                <a:path w="4122420" h="2482215">
                  <a:moveTo>
                    <a:pt x="1987167" y="1191662"/>
                  </a:moveTo>
                  <a:lnTo>
                    <a:pt x="1977785" y="1191662"/>
                  </a:lnTo>
                  <a:lnTo>
                    <a:pt x="1974650" y="1190487"/>
                  </a:lnTo>
                  <a:lnTo>
                    <a:pt x="1972146" y="1187849"/>
                  </a:lnTo>
                  <a:lnTo>
                    <a:pt x="1968359" y="1181693"/>
                  </a:lnTo>
                  <a:lnTo>
                    <a:pt x="1969083" y="1175163"/>
                  </a:lnTo>
                  <a:lnTo>
                    <a:pt x="1973444" y="1169983"/>
                  </a:lnTo>
                  <a:lnTo>
                    <a:pt x="1980567" y="1167873"/>
                  </a:lnTo>
                  <a:lnTo>
                    <a:pt x="1988179" y="1167873"/>
                  </a:lnTo>
                  <a:lnTo>
                    <a:pt x="1993236" y="1173461"/>
                  </a:lnTo>
                  <a:lnTo>
                    <a:pt x="1993236" y="1186842"/>
                  </a:lnTo>
                  <a:lnTo>
                    <a:pt x="1987167" y="1191662"/>
                  </a:lnTo>
                  <a:close/>
                </a:path>
                <a:path w="4122420" h="2482215">
                  <a:moveTo>
                    <a:pt x="2063080" y="1191662"/>
                  </a:moveTo>
                  <a:lnTo>
                    <a:pt x="2053319" y="1191662"/>
                  </a:lnTo>
                  <a:lnTo>
                    <a:pt x="2049981" y="1190487"/>
                  </a:lnTo>
                  <a:lnTo>
                    <a:pt x="2047225" y="1187849"/>
                  </a:lnTo>
                  <a:lnTo>
                    <a:pt x="2043920" y="1181693"/>
                  </a:lnTo>
                  <a:lnTo>
                    <a:pt x="2044892" y="1175163"/>
                  </a:lnTo>
                  <a:lnTo>
                    <a:pt x="2049344" y="1169983"/>
                  </a:lnTo>
                  <a:lnTo>
                    <a:pt x="2056480" y="1167873"/>
                  </a:lnTo>
                  <a:lnTo>
                    <a:pt x="2063232" y="1167873"/>
                  </a:lnTo>
                  <a:lnTo>
                    <a:pt x="2069149" y="1173461"/>
                  </a:lnTo>
                  <a:lnTo>
                    <a:pt x="2069149" y="1186842"/>
                  </a:lnTo>
                  <a:lnTo>
                    <a:pt x="2063080" y="1191662"/>
                  </a:lnTo>
                  <a:close/>
                </a:path>
                <a:path w="4122420" h="2482215">
                  <a:moveTo>
                    <a:pt x="541531" y="1191853"/>
                  </a:moveTo>
                  <a:lnTo>
                    <a:pt x="534780" y="1191853"/>
                  </a:lnTo>
                  <a:lnTo>
                    <a:pt x="529722" y="1187057"/>
                  </a:lnTo>
                  <a:lnTo>
                    <a:pt x="528887" y="1181470"/>
                  </a:lnTo>
                  <a:lnTo>
                    <a:pt x="536474" y="1168665"/>
                  </a:lnTo>
                  <a:lnTo>
                    <a:pt x="538168" y="1168665"/>
                  </a:lnTo>
                  <a:lnTo>
                    <a:pt x="539837" y="1167873"/>
                  </a:lnTo>
                  <a:lnTo>
                    <a:pt x="541531" y="1167873"/>
                  </a:lnTo>
                  <a:lnTo>
                    <a:pt x="551019" y="1171620"/>
                  </a:lnTo>
                  <a:lnTo>
                    <a:pt x="554181" y="1179863"/>
                  </a:lnTo>
                  <a:lnTo>
                    <a:pt x="551019" y="1188107"/>
                  </a:lnTo>
                  <a:lnTo>
                    <a:pt x="541531" y="1191853"/>
                  </a:lnTo>
                  <a:close/>
                </a:path>
                <a:path w="4122420" h="2482215">
                  <a:moveTo>
                    <a:pt x="699629" y="1191901"/>
                  </a:moveTo>
                  <a:lnTo>
                    <a:pt x="689842" y="1191901"/>
                  </a:lnTo>
                  <a:lnTo>
                    <a:pt x="686707" y="1190894"/>
                  </a:lnTo>
                  <a:lnTo>
                    <a:pt x="684077" y="1188664"/>
                  </a:lnTo>
                  <a:lnTo>
                    <a:pt x="680787" y="1182037"/>
                  </a:lnTo>
                  <a:lnTo>
                    <a:pt x="681766" y="1175265"/>
                  </a:lnTo>
                  <a:lnTo>
                    <a:pt x="686221" y="1169996"/>
                  </a:lnTo>
                  <a:lnTo>
                    <a:pt x="693357" y="1167873"/>
                  </a:lnTo>
                  <a:lnTo>
                    <a:pt x="700109" y="1167873"/>
                  </a:lnTo>
                  <a:lnTo>
                    <a:pt x="706026" y="1173461"/>
                  </a:lnTo>
                  <a:lnTo>
                    <a:pt x="706026" y="1187009"/>
                  </a:lnTo>
                  <a:lnTo>
                    <a:pt x="699629" y="1191901"/>
                  </a:lnTo>
                  <a:close/>
                </a:path>
                <a:path w="4122420" h="2482215">
                  <a:moveTo>
                    <a:pt x="1911355" y="1191901"/>
                  </a:moveTo>
                  <a:lnTo>
                    <a:pt x="1901619" y="1191901"/>
                  </a:lnTo>
                  <a:lnTo>
                    <a:pt x="1898585" y="1190894"/>
                  </a:lnTo>
                  <a:lnTo>
                    <a:pt x="1896233" y="1188664"/>
                  </a:lnTo>
                  <a:lnTo>
                    <a:pt x="1892812" y="1182037"/>
                  </a:lnTo>
                  <a:lnTo>
                    <a:pt x="1893591" y="1175265"/>
                  </a:lnTo>
                  <a:lnTo>
                    <a:pt x="1898011" y="1169996"/>
                  </a:lnTo>
                  <a:lnTo>
                    <a:pt x="1905514" y="1167873"/>
                  </a:lnTo>
                  <a:lnTo>
                    <a:pt x="1912240" y="1167873"/>
                  </a:lnTo>
                  <a:lnTo>
                    <a:pt x="1918158" y="1173461"/>
                  </a:lnTo>
                  <a:lnTo>
                    <a:pt x="1918158" y="1187009"/>
                  </a:lnTo>
                  <a:lnTo>
                    <a:pt x="1911355" y="1191901"/>
                  </a:lnTo>
                  <a:close/>
                </a:path>
                <a:path w="4122420" h="2482215">
                  <a:moveTo>
                    <a:pt x="623943" y="1192069"/>
                  </a:moveTo>
                  <a:lnTo>
                    <a:pt x="614182" y="1192069"/>
                  </a:lnTo>
                  <a:lnTo>
                    <a:pt x="610920" y="1190990"/>
                  </a:lnTo>
                  <a:lnTo>
                    <a:pt x="608164" y="1188664"/>
                  </a:lnTo>
                  <a:lnTo>
                    <a:pt x="604874" y="1182037"/>
                  </a:lnTo>
                  <a:lnTo>
                    <a:pt x="605853" y="1175265"/>
                  </a:lnTo>
                  <a:lnTo>
                    <a:pt x="610308" y="1169996"/>
                  </a:lnTo>
                  <a:lnTo>
                    <a:pt x="617444" y="1167873"/>
                  </a:lnTo>
                  <a:lnTo>
                    <a:pt x="624196" y="1167873"/>
                  </a:lnTo>
                  <a:lnTo>
                    <a:pt x="630113" y="1173461"/>
                  </a:lnTo>
                  <a:lnTo>
                    <a:pt x="630113" y="1187417"/>
                  </a:lnTo>
                  <a:lnTo>
                    <a:pt x="623943" y="1192069"/>
                  </a:lnTo>
                  <a:close/>
                </a:path>
                <a:path w="4122420" h="2482215">
                  <a:moveTo>
                    <a:pt x="1154121" y="1192069"/>
                  </a:moveTo>
                  <a:lnTo>
                    <a:pt x="1144385" y="1192069"/>
                  </a:lnTo>
                  <a:lnTo>
                    <a:pt x="1141199" y="1190990"/>
                  </a:lnTo>
                  <a:lnTo>
                    <a:pt x="1138746" y="1188664"/>
                  </a:lnTo>
                  <a:lnTo>
                    <a:pt x="1135335" y="1182037"/>
                  </a:lnTo>
                  <a:lnTo>
                    <a:pt x="1136113" y="1175265"/>
                  </a:lnTo>
                  <a:lnTo>
                    <a:pt x="1140528" y="1169996"/>
                  </a:lnTo>
                  <a:lnTo>
                    <a:pt x="1148027" y="1167873"/>
                  </a:lnTo>
                  <a:lnTo>
                    <a:pt x="1154778" y="1167873"/>
                  </a:lnTo>
                  <a:lnTo>
                    <a:pt x="1160671" y="1173461"/>
                  </a:lnTo>
                  <a:lnTo>
                    <a:pt x="1160671" y="1187417"/>
                  </a:lnTo>
                  <a:lnTo>
                    <a:pt x="1154121" y="1192069"/>
                  </a:lnTo>
                  <a:close/>
                </a:path>
                <a:path w="4122420" h="2482215">
                  <a:moveTo>
                    <a:pt x="3851337" y="1226049"/>
                  </a:moveTo>
                  <a:lnTo>
                    <a:pt x="3841576" y="1226049"/>
                  </a:lnTo>
                  <a:lnTo>
                    <a:pt x="3838263" y="1224898"/>
                  </a:lnTo>
                  <a:lnTo>
                    <a:pt x="3835481" y="1222260"/>
                  </a:lnTo>
                  <a:lnTo>
                    <a:pt x="3832059" y="1216100"/>
                  </a:lnTo>
                  <a:lnTo>
                    <a:pt x="3832839" y="1209563"/>
                  </a:lnTo>
                  <a:lnTo>
                    <a:pt x="3837259" y="1204374"/>
                  </a:lnTo>
                  <a:lnTo>
                    <a:pt x="3844762" y="1202261"/>
                  </a:lnTo>
                  <a:lnTo>
                    <a:pt x="3851488" y="1202261"/>
                  </a:lnTo>
                  <a:lnTo>
                    <a:pt x="3857405" y="1207848"/>
                  </a:lnTo>
                  <a:lnTo>
                    <a:pt x="3857405" y="1221229"/>
                  </a:lnTo>
                  <a:lnTo>
                    <a:pt x="3851337" y="1226049"/>
                  </a:lnTo>
                  <a:close/>
                </a:path>
                <a:path w="4122420" h="2482215">
                  <a:moveTo>
                    <a:pt x="3392419" y="1226313"/>
                  </a:moveTo>
                  <a:lnTo>
                    <a:pt x="3391458" y="1226313"/>
                  </a:lnTo>
                  <a:lnTo>
                    <a:pt x="3390926" y="1226265"/>
                  </a:lnTo>
                  <a:lnTo>
                    <a:pt x="3381923" y="1222062"/>
                  </a:lnTo>
                  <a:lnTo>
                    <a:pt x="3378926" y="1214251"/>
                  </a:lnTo>
                  <a:lnTo>
                    <a:pt x="3381923" y="1206463"/>
                  </a:lnTo>
                  <a:lnTo>
                    <a:pt x="3390926" y="1202261"/>
                  </a:lnTo>
                  <a:lnTo>
                    <a:pt x="3391458" y="1202213"/>
                  </a:lnTo>
                  <a:lnTo>
                    <a:pt x="3392419" y="1202189"/>
                  </a:lnTo>
                  <a:lnTo>
                    <a:pt x="3401280" y="1205958"/>
                  </a:lnTo>
                  <a:lnTo>
                    <a:pt x="3404230" y="1214263"/>
                  </a:lnTo>
                  <a:lnTo>
                    <a:pt x="3401280" y="1222543"/>
                  </a:lnTo>
                  <a:lnTo>
                    <a:pt x="3392419" y="1226313"/>
                  </a:lnTo>
                  <a:close/>
                </a:path>
                <a:path w="4122420" h="2482215">
                  <a:moveTo>
                    <a:pt x="3543410" y="1226313"/>
                  </a:moveTo>
                  <a:lnTo>
                    <a:pt x="3542424" y="1226313"/>
                  </a:lnTo>
                  <a:lnTo>
                    <a:pt x="3541919" y="1226265"/>
                  </a:lnTo>
                  <a:lnTo>
                    <a:pt x="3532915" y="1222396"/>
                  </a:lnTo>
                  <a:lnTo>
                    <a:pt x="3529913" y="1214560"/>
                  </a:lnTo>
                  <a:lnTo>
                    <a:pt x="3532915" y="1206575"/>
                  </a:lnTo>
                  <a:lnTo>
                    <a:pt x="3541919" y="1202261"/>
                  </a:lnTo>
                  <a:lnTo>
                    <a:pt x="3542424" y="1202213"/>
                  </a:lnTo>
                  <a:lnTo>
                    <a:pt x="3543410" y="1202189"/>
                  </a:lnTo>
                  <a:lnTo>
                    <a:pt x="3552258" y="1205958"/>
                  </a:lnTo>
                  <a:lnTo>
                    <a:pt x="3555207" y="1214251"/>
                  </a:lnTo>
                  <a:lnTo>
                    <a:pt x="3552258" y="1222543"/>
                  </a:lnTo>
                  <a:lnTo>
                    <a:pt x="3543410" y="1226313"/>
                  </a:lnTo>
                  <a:close/>
                </a:path>
                <a:path w="4122420" h="2482215">
                  <a:moveTo>
                    <a:pt x="3770391" y="1226313"/>
                  </a:moveTo>
                  <a:lnTo>
                    <a:pt x="3769355" y="1226313"/>
                  </a:lnTo>
                  <a:lnTo>
                    <a:pt x="3768823" y="1226265"/>
                  </a:lnTo>
                  <a:lnTo>
                    <a:pt x="3760289" y="1222396"/>
                  </a:lnTo>
                  <a:lnTo>
                    <a:pt x="3757444" y="1214560"/>
                  </a:lnTo>
                  <a:lnTo>
                    <a:pt x="3760289" y="1206575"/>
                  </a:lnTo>
                  <a:lnTo>
                    <a:pt x="3768823" y="1202261"/>
                  </a:lnTo>
                  <a:lnTo>
                    <a:pt x="3769355" y="1202213"/>
                  </a:lnTo>
                  <a:lnTo>
                    <a:pt x="3770391" y="1202189"/>
                  </a:lnTo>
                  <a:lnTo>
                    <a:pt x="3779665" y="1205958"/>
                  </a:lnTo>
                  <a:lnTo>
                    <a:pt x="3782757" y="1214251"/>
                  </a:lnTo>
                  <a:lnTo>
                    <a:pt x="3779665" y="1222543"/>
                  </a:lnTo>
                  <a:lnTo>
                    <a:pt x="3770391" y="1226313"/>
                  </a:lnTo>
                  <a:close/>
                </a:path>
                <a:path w="4122420" h="2482215">
                  <a:moveTo>
                    <a:pt x="3472505" y="1226456"/>
                  </a:moveTo>
                  <a:lnTo>
                    <a:pt x="3463123" y="1226456"/>
                  </a:lnTo>
                  <a:lnTo>
                    <a:pt x="3460038" y="1225401"/>
                  </a:lnTo>
                  <a:lnTo>
                    <a:pt x="3457585" y="1223051"/>
                  </a:lnTo>
                  <a:lnTo>
                    <a:pt x="3453798" y="1216434"/>
                  </a:lnTo>
                  <a:lnTo>
                    <a:pt x="3454522" y="1209662"/>
                  </a:lnTo>
                  <a:lnTo>
                    <a:pt x="3458883" y="1204386"/>
                  </a:lnTo>
                  <a:lnTo>
                    <a:pt x="3466005" y="1202261"/>
                  </a:lnTo>
                  <a:lnTo>
                    <a:pt x="3472757" y="1202261"/>
                  </a:lnTo>
                  <a:lnTo>
                    <a:pt x="3478674" y="1207848"/>
                  </a:lnTo>
                  <a:lnTo>
                    <a:pt x="3478674" y="1221828"/>
                  </a:lnTo>
                  <a:lnTo>
                    <a:pt x="3472505" y="1226456"/>
                  </a:lnTo>
                  <a:close/>
                </a:path>
                <a:path w="4122420" h="2482215">
                  <a:moveTo>
                    <a:pt x="3623496" y="1226456"/>
                  </a:moveTo>
                  <a:lnTo>
                    <a:pt x="3614114" y="1226456"/>
                  </a:lnTo>
                  <a:lnTo>
                    <a:pt x="3611030" y="1225401"/>
                  </a:lnTo>
                  <a:lnTo>
                    <a:pt x="3608576" y="1223051"/>
                  </a:lnTo>
                  <a:lnTo>
                    <a:pt x="3604803" y="1216434"/>
                  </a:lnTo>
                  <a:lnTo>
                    <a:pt x="3605621" y="1209662"/>
                  </a:lnTo>
                  <a:lnTo>
                    <a:pt x="3610237" y="1204386"/>
                  </a:lnTo>
                  <a:lnTo>
                    <a:pt x="3617857" y="1202261"/>
                  </a:lnTo>
                  <a:lnTo>
                    <a:pt x="3624583" y="1202261"/>
                  </a:lnTo>
                  <a:lnTo>
                    <a:pt x="3630501" y="1207848"/>
                  </a:lnTo>
                  <a:lnTo>
                    <a:pt x="3629666" y="1214251"/>
                  </a:lnTo>
                  <a:lnTo>
                    <a:pt x="3629666" y="1221828"/>
                  </a:lnTo>
                  <a:lnTo>
                    <a:pt x="3623496" y="1226456"/>
                  </a:lnTo>
                  <a:close/>
                </a:path>
                <a:path w="4122420" h="2482215">
                  <a:moveTo>
                    <a:pt x="3699409" y="1226456"/>
                  </a:moveTo>
                  <a:lnTo>
                    <a:pt x="3690027" y="1226456"/>
                  </a:lnTo>
                  <a:lnTo>
                    <a:pt x="3686942" y="1225401"/>
                  </a:lnTo>
                  <a:lnTo>
                    <a:pt x="3684490" y="1223051"/>
                  </a:lnTo>
                  <a:lnTo>
                    <a:pt x="3680702" y="1216768"/>
                  </a:lnTo>
                  <a:lnTo>
                    <a:pt x="3681427" y="1209958"/>
                  </a:lnTo>
                  <a:lnTo>
                    <a:pt x="3685787" y="1204498"/>
                  </a:lnTo>
                  <a:lnTo>
                    <a:pt x="3692910" y="1202261"/>
                  </a:lnTo>
                  <a:lnTo>
                    <a:pt x="3700522" y="1202261"/>
                  </a:lnTo>
                  <a:lnTo>
                    <a:pt x="3705579" y="1207848"/>
                  </a:lnTo>
                  <a:lnTo>
                    <a:pt x="3705579" y="1221828"/>
                  </a:lnTo>
                  <a:lnTo>
                    <a:pt x="3699409" y="1226456"/>
                  </a:lnTo>
                  <a:close/>
                </a:path>
                <a:path w="4122420" h="2482215">
                  <a:moveTo>
                    <a:pt x="3927173" y="1226456"/>
                  </a:moveTo>
                  <a:lnTo>
                    <a:pt x="3917792" y="1226456"/>
                  </a:lnTo>
                  <a:lnTo>
                    <a:pt x="3914707" y="1225401"/>
                  </a:lnTo>
                  <a:lnTo>
                    <a:pt x="3912229" y="1223051"/>
                  </a:lnTo>
                  <a:lnTo>
                    <a:pt x="3908453" y="1216434"/>
                  </a:lnTo>
                  <a:lnTo>
                    <a:pt x="3909178" y="1209662"/>
                  </a:lnTo>
                  <a:lnTo>
                    <a:pt x="3913541" y="1204386"/>
                  </a:lnTo>
                  <a:lnTo>
                    <a:pt x="3920675" y="1202261"/>
                  </a:lnTo>
                  <a:lnTo>
                    <a:pt x="3927426" y="1202261"/>
                  </a:lnTo>
                  <a:lnTo>
                    <a:pt x="3933319" y="1207848"/>
                  </a:lnTo>
                  <a:lnTo>
                    <a:pt x="3933319" y="1221828"/>
                  </a:lnTo>
                  <a:lnTo>
                    <a:pt x="3927173" y="1226456"/>
                  </a:lnTo>
                  <a:close/>
                </a:path>
                <a:path w="4122420" h="2482215">
                  <a:moveTo>
                    <a:pt x="812259" y="1227104"/>
                  </a:moveTo>
                  <a:lnTo>
                    <a:pt x="802498" y="1227104"/>
                  </a:lnTo>
                  <a:lnTo>
                    <a:pt x="799489" y="1226097"/>
                  </a:lnTo>
                  <a:lnTo>
                    <a:pt x="797112" y="1223867"/>
                  </a:lnTo>
                  <a:lnTo>
                    <a:pt x="793349" y="1217236"/>
                  </a:lnTo>
                  <a:lnTo>
                    <a:pt x="794166" y="1210456"/>
                  </a:lnTo>
                  <a:lnTo>
                    <a:pt x="798776" y="1205178"/>
                  </a:lnTo>
                  <a:lnTo>
                    <a:pt x="806392" y="1203052"/>
                  </a:lnTo>
                  <a:lnTo>
                    <a:pt x="807252" y="1203867"/>
                  </a:lnTo>
                  <a:lnTo>
                    <a:pt x="813144" y="1203867"/>
                  </a:lnTo>
                  <a:lnTo>
                    <a:pt x="818202" y="1208663"/>
                  </a:lnTo>
                  <a:lnTo>
                    <a:pt x="819062" y="1215066"/>
                  </a:lnTo>
                  <a:lnTo>
                    <a:pt x="819062" y="1222212"/>
                  </a:lnTo>
                  <a:lnTo>
                    <a:pt x="812259" y="1227104"/>
                  </a:lnTo>
                  <a:close/>
                </a:path>
                <a:path w="4122420" h="2482215">
                  <a:moveTo>
                    <a:pt x="1267308" y="1227104"/>
                  </a:moveTo>
                  <a:lnTo>
                    <a:pt x="1257522" y="1227104"/>
                  </a:lnTo>
                  <a:lnTo>
                    <a:pt x="1254411" y="1226097"/>
                  </a:lnTo>
                  <a:lnTo>
                    <a:pt x="1251781" y="1223867"/>
                  </a:lnTo>
                  <a:lnTo>
                    <a:pt x="1248370" y="1217236"/>
                  </a:lnTo>
                  <a:lnTo>
                    <a:pt x="1249148" y="1210456"/>
                  </a:lnTo>
                  <a:lnTo>
                    <a:pt x="1253563" y="1205178"/>
                  </a:lnTo>
                  <a:lnTo>
                    <a:pt x="1261062" y="1203052"/>
                  </a:lnTo>
                  <a:lnTo>
                    <a:pt x="1261062" y="1203867"/>
                  </a:lnTo>
                  <a:lnTo>
                    <a:pt x="1267813" y="1203867"/>
                  </a:lnTo>
                  <a:lnTo>
                    <a:pt x="1272871" y="1208663"/>
                  </a:lnTo>
                  <a:lnTo>
                    <a:pt x="1273706" y="1215066"/>
                  </a:lnTo>
                  <a:lnTo>
                    <a:pt x="1273706" y="1222212"/>
                  </a:lnTo>
                  <a:lnTo>
                    <a:pt x="1267308" y="1227104"/>
                  </a:lnTo>
                  <a:close/>
                </a:path>
                <a:path w="4122420" h="2482215">
                  <a:moveTo>
                    <a:pt x="732022" y="1227128"/>
                  </a:moveTo>
                  <a:lnTo>
                    <a:pt x="731516" y="1227128"/>
                  </a:lnTo>
                  <a:lnTo>
                    <a:pt x="730480" y="1227056"/>
                  </a:lnTo>
                  <a:lnTo>
                    <a:pt x="721945" y="1222854"/>
                  </a:lnTo>
                  <a:lnTo>
                    <a:pt x="719100" y="1215054"/>
                  </a:lnTo>
                  <a:lnTo>
                    <a:pt x="721945" y="1207255"/>
                  </a:lnTo>
                  <a:lnTo>
                    <a:pt x="730480" y="1203052"/>
                  </a:lnTo>
                  <a:lnTo>
                    <a:pt x="731010" y="1203004"/>
                  </a:lnTo>
                  <a:lnTo>
                    <a:pt x="732022" y="1202980"/>
                  </a:lnTo>
                  <a:lnTo>
                    <a:pt x="741296" y="1206753"/>
                  </a:lnTo>
                  <a:lnTo>
                    <a:pt x="744388" y="1215054"/>
                  </a:lnTo>
                  <a:lnTo>
                    <a:pt x="741296" y="1223355"/>
                  </a:lnTo>
                  <a:lnTo>
                    <a:pt x="732022" y="1227128"/>
                  </a:lnTo>
                  <a:close/>
                </a:path>
                <a:path w="4122420" h="2482215">
                  <a:moveTo>
                    <a:pt x="959787" y="1227128"/>
                  </a:moveTo>
                  <a:lnTo>
                    <a:pt x="959281" y="1227128"/>
                  </a:lnTo>
                  <a:lnTo>
                    <a:pt x="958219" y="1227056"/>
                  </a:lnTo>
                  <a:lnTo>
                    <a:pt x="949684" y="1223198"/>
                  </a:lnTo>
                  <a:lnTo>
                    <a:pt x="946840" y="1215360"/>
                  </a:lnTo>
                  <a:lnTo>
                    <a:pt x="949684" y="1207369"/>
                  </a:lnTo>
                  <a:lnTo>
                    <a:pt x="958219" y="1203052"/>
                  </a:lnTo>
                  <a:lnTo>
                    <a:pt x="958750" y="1203004"/>
                  </a:lnTo>
                  <a:lnTo>
                    <a:pt x="959787" y="1202980"/>
                  </a:lnTo>
                  <a:lnTo>
                    <a:pt x="969061" y="1206753"/>
                  </a:lnTo>
                  <a:lnTo>
                    <a:pt x="972152" y="1215054"/>
                  </a:lnTo>
                  <a:lnTo>
                    <a:pt x="969061" y="1223355"/>
                  </a:lnTo>
                  <a:lnTo>
                    <a:pt x="959787" y="1227128"/>
                  </a:lnTo>
                  <a:close/>
                </a:path>
                <a:path w="4122420" h="2482215">
                  <a:moveTo>
                    <a:pt x="1338517" y="1227128"/>
                  </a:moveTo>
                  <a:lnTo>
                    <a:pt x="1338012" y="1227128"/>
                  </a:lnTo>
                  <a:lnTo>
                    <a:pt x="1336975" y="1227056"/>
                  </a:lnTo>
                  <a:lnTo>
                    <a:pt x="1328426" y="1223198"/>
                  </a:lnTo>
                  <a:lnTo>
                    <a:pt x="1325577" y="1215360"/>
                  </a:lnTo>
                  <a:lnTo>
                    <a:pt x="1328426" y="1207369"/>
                  </a:lnTo>
                  <a:lnTo>
                    <a:pt x="1336975" y="1203052"/>
                  </a:lnTo>
                  <a:lnTo>
                    <a:pt x="1337506" y="1203004"/>
                  </a:lnTo>
                  <a:lnTo>
                    <a:pt x="1338517" y="1202980"/>
                  </a:lnTo>
                  <a:lnTo>
                    <a:pt x="1347792" y="1206753"/>
                  </a:lnTo>
                  <a:lnTo>
                    <a:pt x="1350883" y="1215054"/>
                  </a:lnTo>
                  <a:lnTo>
                    <a:pt x="1347792" y="1223355"/>
                  </a:lnTo>
                  <a:lnTo>
                    <a:pt x="1338517" y="1227128"/>
                  </a:lnTo>
                  <a:close/>
                </a:path>
                <a:path w="4122420" h="2482215">
                  <a:moveTo>
                    <a:pt x="1717248" y="1227128"/>
                  </a:moveTo>
                  <a:lnTo>
                    <a:pt x="1716768" y="1227128"/>
                  </a:lnTo>
                  <a:lnTo>
                    <a:pt x="1715706" y="1227056"/>
                  </a:lnTo>
                  <a:lnTo>
                    <a:pt x="1707171" y="1223198"/>
                  </a:lnTo>
                  <a:lnTo>
                    <a:pt x="1704327" y="1215360"/>
                  </a:lnTo>
                  <a:lnTo>
                    <a:pt x="1707171" y="1207369"/>
                  </a:lnTo>
                  <a:lnTo>
                    <a:pt x="1715706" y="1203052"/>
                  </a:lnTo>
                  <a:lnTo>
                    <a:pt x="1716237" y="1203004"/>
                  </a:lnTo>
                  <a:lnTo>
                    <a:pt x="1717248" y="1202980"/>
                  </a:lnTo>
                  <a:lnTo>
                    <a:pt x="1726537" y="1206753"/>
                  </a:lnTo>
                  <a:lnTo>
                    <a:pt x="1729633" y="1215054"/>
                  </a:lnTo>
                  <a:lnTo>
                    <a:pt x="1726537" y="1223355"/>
                  </a:lnTo>
                  <a:lnTo>
                    <a:pt x="1717248" y="1227128"/>
                  </a:lnTo>
                  <a:close/>
                </a:path>
                <a:path w="4122420" h="2482215">
                  <a:moveTo>
                    <a:pt x="1944987" y="1227128"/>
                  </a:moveTo>
                  <a:lnTo>
                    <a:pt x="1944482" y="1227128"/>
                  </a:lnTo>
                  <a:lnTo>
                    <a:pt x="1943470" y="1227056"/>
                  </a:lnTo>
                  <a:lnTo>
                    <a:pt x="1934452" y="1223210"/>
                  </a:lnTo>
                  <a:lnTo>
                    <a:pt x="1931446" y="1215462"/>
                  </a:lnTo>
                  <a:lnTo>
                    <a:pt x="1934452" y="1207713"/>
                  </a:lnTo>
                  <a:lnTo>
                    <a:pt x="1943470" y="1203867"/>
                  </a:lnTo>
                  <a:lnTo>
                    <a:pt x="1943976" y="1203819"/>
                  </a:lnTo>
                  <a:lnTo>
                    <a:pt x="1944987" y="1203795"/>
                  </a:lnTo>
                  <a:lnTo>
                    <a:pt x="1953807" y="1207441"/>
                  </a:lnTo>
                  <a:lnTo>
                    <a:pt x="1956746" y="1215462"/>
                  </a:lnTo>
                  <a:lnTo>
                    <a:pt x="1953807" y="1223482"/>
                  </a:lnTo>
                  <a:lnTo>
                    <a:pt x="1944987" y="1227128"/>
                  </a:lnTo>
                  <a:close/>
                </a:path>
                <a:path w="4122420" h="2482215">
                  <a:moveTo>
                    <a:pt x="888805" y="1227272"/>
                  </a:moveTo>
                  <a:lnTo>
                    <a:pt x="879044" y="1227272"/>
                  </a:lnTo>
                  <a:lnTo>
                    <a:pt x="875781" y="1226193"/>
                  </a:lnTo>
                  <a:lnTo>
                    <a:pt x="873025" y="1223867"/>
                  </a:lnTo>
                  <a:lnTo>
                    <a:pt x="869614" y="1217569"/>
                  </a:lnTo>
                  <a:lnTo>
                    <a:pt x="870392" y="1210753"/>
                  </a:lnTo>
                  <a:lnTo>
                    <a:pt x="874807" y="1205289"/>
                  </a:lnTo>
                  <a:lnTo>
                    <a:pt x="882306" y="1203052"/>
                  </a:lnTo>
                  <a:lnTo>
                    <a:pt x="882306" y="1203867"/>
                  </a:lnTo>
                  <a:lnTo>
                    <a:pt x="889057" y="1203867"/>
                  </a:lnTo>
                  <a:lnTo>
                    <a:pt x="894975" y="1208663"/>
                  </a:lnTo>
                  <a:lnTo>
                    <a:pt x="894975" y="1222620"/>
                  </a:lnTo>
                  <a:lnTo>
                    <a:pt x="888805" y="1227272"/>
                  </a:lnTo>
                  <a:close/>
                </a:path>
                <a:path w="4122420" h="2482215">
                  <a:moveTo>
                    <a:pt x="1040631" y="1227272"/>
                  </a:moveTo>
                  <a:lnTo>
                    <a:pt x="1030870" y="1227272"/>
                  </a:lnTo>
                  <a:lnTo>
                    <a:pt x="1027608" y="1226193"/>
                  </a:lnTo>
                  <a:lnTo>
                    <a:pt x="1024876" y="1223867"/>
                  </a:lnTo>
                  <a:lnTo>
                    <a:pt x="1021572" y="1217236"/>
                  </a:lnTo>
                  <a:lnTo>
                    <a:pt x="1022547" y="1210456"/>
                  </a:lnTo>
                  <a:lnTo>
                    <a:pt x="1027007" y="1205178"/>
                  </a:lnTo>
                  <a:lnTo>
                    <a:pt x="1034157" y="1203052"/>
                  </a:lnTo>
                  <a:lnTo>
                    <a:pt x="1034157" y="1203867"/>
                  </a:lnTo>
                  <a:lnTo>
                    <a:pt x="1040883" y="1203867"/>
                  </a:lnTo>
                  <a:lnTo>
                    <a:pt x="1046801" y="1208663"/>
                  </a:lnTo>
                  <a:lnTo>
                    <a:pt x="1046801" y="1222620"/>
                  </a:lnTo>
                  <a:lnTo>
                    <a:pt x="1040631" y="1227272"/>
                  </a:lnTo>
                  <a:close/>
                </a:path>
                <a:path w="4122420" h="2482215">
                  <a:moveTo>
                    <a:pt x="1798118" y="1227272"/>
                  </a:moveTo>
                  <a:lnTo>
                    <a:pt x="1788357" y="1227272"/>
                  </a:lnTo>
                  <a:lnTo>
                    <a:pt x="1785095" y="1226193"/>
                  </a:lnTo>
                  <a:lnTo>
                    <a:pt x="1782338" y="1223867"/>
                  </a:lnTo>
                  <a:lnTo>
                    <a:pt x="1779048" y="1217236"/>
                  </a:lnTo>
                  <a:lnTo>
                    <a:pt x="1780028" y="1210456"/>
                  </a:lnTo>
                  <a:lnTo>
                    <a:pt x="1784483" y="1205178"/>
                  </a:lnTo>
                  <a:lnTo>
                    <a:pt x="1791619" y="1203052"/>
                  </a:lnTo>
                  <a:lnTo>
                    <a:pt x="1791619" y="1203867"/>
                  </a:lnTo>
                  <a:lnTo>
                    <a:pt x="1798371" y="1203867"/>
                  </a:lnTo>
                  <a:lnTo>
                    <a:pt x="1804288" y="1208663"/>
                  </a:lnTo>
                  <a:lnTo>
                    <a:pt x="1804288" y="1222620"/>
                  </a:lnTo>
                  <a:lnTo>
                    <a:pt x="1798118" y="1227272"/>
                  </a:lnTo>
                  <a:close/>
                </a:path>
                <a:path w="4122420" h="2482215">
                  <a:moveTo>
                    <a:pt x="2100935" y="1227272"/>
                  </a:moveTo>
                  <a:lnTo>
                    <a:pt x="2091554" y="1227272"/>
                  </a:lnTo>
                  <a:lnTo>
                    <a:pt x="2088469" y="1226193"/>
                  </a:lnTo>
                  <a:lnTo>
                    <a:pt x="2086016" y="1223867"/>
                  </a:lnTo>
                  <a:lnTo>
                    <a:pt x="2082229" y="1217569"/>
                  </a:lnTo>
                  <a:lnTo>
                    <a:pt x="2082956" y="1210753"/>
                  </a:lnTo>
                  <a:lnTo>
                    <a:pt x="2087325" y="1205289"/>
                  </a:lnTo>
                  <a:lnTo>
                    <a:pt x="2094462" y="1203052"/>
                  </a:lnTo>
                  <a:lnTo>
                    <a:pt x="2094462" y="1203867"/>
                  </a:lnTo>
                  <a:lnTo>
                    <a:pt x="2101188" y="1203867"/>
                  </a:lnTo>
                  <a:lnTo>
                    <a:pt x="2107106" y="1208663"/>
                  </a:lnTo>
                  <a:lnTo>
                    <a:pt x="2107106" y="1222620"/>
                  </a:lnTo>
                  <a:lnTo>
                    <a:pt x="2100935" y="1227272"/>
                  </a:lnTo>
                  <a:close/>
                </a:path>
                <a:path w="4122420" h="2482215">
                  <a:moveTo>
                    <a:pt x="1418628" y="1227655"/>
                  </a:moveTo>
                  <a:lnTo>
                    <a:pt x="1409247" y="1227655"/>
                  </a:lnTo>
                  <a:lnTo>
                    <a:pt x="1406111" y="1226480"/>
                  </a:lnTo>
                  <a:lnTo>
                    <a:pt x="1403607" y="1223867"/>
                  </a:lnTo>
                  <a:lnTo>
                    <a:pt x="1399834" y="1217697"/>
                  </a:lnTo>
                  <a:lnTo>
                    <a:pt x="1400652" y="1211160"/>
                  </a:lnTo>
                  <a:lnTo>
                    <a:pt x="1405268" y="1205977"/>
                  </a:lnTo>
                  <a:lnTo>
                    <a:pt x="1412888" y="1203867"/>
                  </a:lnTo>
                  <a:lnTo>
                    <a:pt x="1419640" y="1203867"/>
                  </a:lnTo>
                  <a:lnTo>
                    <a:pt x="1424697" y="1209455"/>
                  </a:lnTo>
                  <a:lnTo>
                    <a:pt x="1424697" y="1222836"/>
                  </a:lnTo>
                  <a:lnTo>
                    <a:pt x="1418628" y="1227655"/>
                  </a:lnTo>
                  <a:close/>
                </a:path>
                <a:path w="4122420" h="2482215">
                  <a:moveTo>
                    <a:pt x="2025124" y="1227655"/>
                  </a:moveTo>
                  <a:lnTo>
                    <a:pt x="2015742" y="1227655"/>
                  </a:lnTo>
                  <a:lnTo>
                    <a:pt x="2012606" y="1226480"/>
                  </a:lnTo>
                  <a:lnTo>
                    <a:pt x="2010103" y="1223867"/>
                  </a:lnTo>
                  <a:lnTo>
                    <a:pt x="2006316" y="1217697"/>
                  </a:lnTo>
                  <a:lnTo>
                    <a:pt x="2007040" y="1211160"/>
                  </a:lnTo>
                  <a:lnTo>
                    <a:pt x="2011401" y="1205977"/>
                  </a:lnTo>
                  <a:lnTo>
                    <a:pt x="2018524" y="1203867"/>
                  </a:lnTo>
                  <a:lnTo>
                    <a:pt x="2026135" y="1203867"/>
                  </a:lnTo>
                  <a:lnTo>
                    <a:pt x="2031192" y="1209455"/>
                  </a:lnTo>
                  <a:lnTo>
                    <a:pt x="2031192" y="1222836"/>
                  </a:lnTo>
                  <a:lnTo>
                    <a:pt x="2025124" y="1227655"/>
                  </a:lnTo>
                  <a:close/>
                </a:path>
                <a:path w="4122420" h="2482215">
                  <a:moveTo>
                    <a:pt x="510326" y="1227847"/>
                  </a:moveTo>
                  <a:lnTo>
                    <a:pt x="502740" y="1227847"/>
                  </a:lnTo>
                  <a:lnTo>
                    <a:pt x="503575" y="1225449"/>
                  </a:lnTo>
                  <a:lnTo>
                    <a:pt x="509467" y="1215857"/>
                  </a:lnTo>
                  <a:lnTo>
                    <a:pt x="513690" y="1208663"/>
                  </a:lnTo>
                  <a:lnTo>
                    <a:pt x="515384" y="1211061"/>
                  </a:lnTo>
                  <a:lnTo>
                    <a:pt x="516219" y="1213459"/>
                  </a:lnTo>
                  <a:lnTo>
                    <a:pt x="516219" y="1222260"/>
                  </a:lnTo>
                  <a:lnTo>
                    <a:pt x="510326" y="1227847"/>
                  </a:lnTo>
                  <a:close/>
                </a:path>
                <a:path w="4122420" h="2482215">
                  <a:moveTo>
                    <a:pt x="1565498" y="1227871"/>
                  </a:moveTo>
                  <a:lnTo>
                    <a:pt x="1564992" y="1227871"/>
                  </a:lnTo>
                  <a:lnTo>
                    <a:pt x="1564714" y="1227847"/>
                  </a:lnTo>
                  <a:lnTo>
                    <a:pt x="1555696" y="1223544"/>
                  </a:lnTo>
                  <a:lnTo>
                    <a:pt x="1552690" y="1215561"/>
                  </a:lnTo>
                  <a:lnTo>
                    <a:pt x="1555696" y="1207726"/>
                  </a:lnTo>
                  <a:lnTo>
                    <a:pt x="1564714" y="1203867"/>
                  </a:lnTo>
                  <a:lnTo>
                    <a:pt x="1565245" y="1203819"/>
                  </a:lnTo>
                  <a:lnTo>
                    <a:pt x="1566231" y="1203795"/>
                  </a:lnTo>
                  <a:lnTo>
                    <a:pt x="1575149" y="1207557"/>
                  </a:lnTo>
                  <a:lnTo>
                    <a:pt x="1578003" y="1215833"/>
                  </a:lnTo>
                  <a:lnTo>
                    <a:pt x="1574787" y="1224109"/>
                  </a:lnTo>
                  <a:lnTo>
                    <a:pt x="1565498" y="1227871"/>
                  </a:lnTo>
                  <a:close/>
                </a:path>
                <a:path w="4122420" h="2482215">
                  <a:moveTo>
                    <a:pt x="661672" y="1227895"/>
                  </a:moveTo>
                  <a:lnTo>
                    <a:pt x="651886" y="1227895"/>
                  </a:lnTo>
                  <a:lnTo>
                    <a:pt x="648750" y="1226888"/>
                  </a:lnTo>
                  <a:lnTo>
                    <a:pt x="646121" y="1224658"/>
                  </a:lnTo>
                  <a:lnTo>
                    <a:pt x="642830" y="1218031"/>
                  </a:lnTo>
                  <a:lnTo>
                    <a:pt x="643810" y="1211259"/>
                  </a:lnTo>
                  <a:lnTo>
                    <a:pt x="648265" y="1205990"/>
                  </a:lnTo>
                  <a:lnTo>
                    <a:pt x="655401" y="1203867"/>
                  </a:lnTo>
                  <a:lnTo>
                    <a:pt x="662153" y="1203867"/>
                  </a:lnTo>
                  <a:lnTo>
                    <a:pt x="668070" y="1209455"/>
                  </a:lnTo>
                  <a:lnTo>
                    <a:pt x="668070" y="1223003"/>
                  </a:lnTo>
                  <a:lnTo>
                    <a:pt x="661672" y="1227895"/>
                  </a:lnTo>
                  <a:close/>
                </a:path>
                <a:path w="4122420" h="2482215">
                  <a:moveTo>
                    <a:pt x="1116316" y="1227895"/>
                  </a:moveTo>
                  <a:lnTo>
                    <a:pt x="1106530" y="1227895"/>
                  </a:lnTo>
                  <a:lnTo>
                    <a:pt x="1103419" y="1226888"/>
                  </a:lnTo>
                  <a:lnTo>
                    <a:pt x="1100790" y="1224658"/>
                  </a:lnTo>
                  <a:lnTo>
                    <a:pt x="1097379" y="1218031"/>
                  </a:lnTo>
                  <a:lnTo>
                    <a:pt x="1098157" y="1211259"/>
                  </a:lnTo>
                  <a:lnTo>
                    <a:pt x="1102571" y="1205990"/>
                  </a:lnTo>
                  <a:lnTo>
                    <a:pt x="1110070" y="1203867"/>
                  </a:lnTo>
                  <a:lnTo>
                    <a:pt x="1116822" y="1203867"/>
                  </a:lnTo>
                  <a:lnTo>
                    <a:pt x="1122714" y="1208663"/>
                  </a:lnTo>
                  <a:lnTo>
                    <a:pt x="1122714" y="1223003"/>
                  </a:lnTo>
                  <a:lnTo>
                    <a:pt x="1116316" y="1227895"/>
                  </a:lnTo>
                  <a:close/>
                </a:path>
                <a:path w="4122420" h="2482215">
                  <a:moveTo>
                    <a:pt x="1191749" y="1227895"/>
                  </a:moveTo>
                  <a:lnTo>
                    <a:pt x="1182089" y="1227895"/>
                  </a:lnTo>
                  <a:lnTo>
                    <a:pt x="1179055" y="1226888"/>
                  </a:lnTo>
                  <a:lnTo>
                    <a:pt x="1176703" y="1224658"/>
                  </a:lnTo>
                  <a:lnTo>
                    <a:pt x="1172929" y="1218031"/>
                  </a:lnTo>
                  <a:lnTo>
                    <a:pt x="1173747" y="1211259"/>
                  </a:lnTo>
                  <a:lnTo>
                    <a:pt x="1178363" y="1205990"/>
                  </a:lnTo>
                  <a:lnTo>
                    <a:pt x="1185983" y="1203867"/>
                  </a:lnTo>
                  <a:lnTo>
                    <a:pt x="1192735" y="1203867"/>
                  </a:lnTo>
                  <a:lnTo>
                    <a:pt x="1198627" y="1209455"/>
                  </a:lnTo>
                  <a:lnTo>
                    <a:pt x="1197792" y="1215857"/>
                  </a:lnTo>
                  <a:lnTo>
                    <a:pt x="1198374" y="1223003"/>
                  </a:lnTo>
                  <a:lnTo>
                    <a:pt x="1191749" y="1227895"/>
                  </a:lnTo>
                  <a:close/>
                </a:path>
                <a:path w="4122420" h="2482215">
                  <a:moveTo>
                    <a:pt x="1494668" y="1227895"/>
                  </a:moveTo>
                  <a:lnTo>
                    <a:pt x="1484907" y="1227895"/>
                  </a:lnTo>
                  <a:lnTo>
                    <a:pt x="1481898" y="1226888"/>
                  </a:lnTo>
                  <a:lnTo>
                    <a:pt x="1479521" y="1224658"/>
                  </a:lnTo>
                  <a:lnTo>
                    <a:pt x="1475758" y="1218031"/>
                  </a:lnTo>
                  <a:lnTo>
                    <a:pt x="1476575" y="1211259"/>
                  </a:lnTo>
                  <a:lnTo>
                    <a:pt x="1481185" y="1205990"/>
                  </a:lnTo>
                  <a:lnTo>
                    <a:pt x="1488801" y="1203867"/>
                  </a:lnTo>
                  <a:lnTo>
                    <a:pt x="1495553" y="1203867"/>
                  </a:lnTo>
                  <a:lnTo>
                    <a:pt x="1501445" y="1208663"/>
                  </a:lnTo>
                  <a:lnTo>
                    <a:pt x="1501445" y="1223003"/>
                  </a:lnTo>
                  <a:lnTo>
                    <a:pt x="1494668" y="1227895"/>
                  </a:lnTo>
                  <a:close/>
                </a:path>
                <a:path w="4122420" h="2482215">
                  <a:moveTo>
                    <a:pt x="1873803" y="1227895"/>
                  </a:moveTo>
                  <a:lnTo>
                    <a:pt x="1864017" y="1227895"/>
                  </a:lnTo>
                  <a:lnTo>
                    <a:pt x="1860881" y="1226888"/>
                  </a:lnTo>
                  <a:lnTo>
                    <a:pt x="1858277" y="1224658"/>
                  </a:lnTo>
                  <a:lnTo>
                    <a:pt x="1854851" y="1218031"/>
                  </a:lnTo>
                  <a:lnTo>
                    <a:pt x="1855622" y="1211259"/>
                  </a:lnTo>
                  <a:lnTo>
                    <a:pt x="1860033" y="1205990"/>
                  </a:lnTo>
                  <a:lnTo>
                    <a:pt x="1867532" y="1203867"/>
                  </a:lnTo>
                  <a:lnTo>
                    <a:pt x="1874284" y="1203867"/>
                  </a:lnTo>
                  <a:lnTo>
                    <a:pt x="1880201" y="1209455"/>
                  </a:lnTo>
                  <a:lnTo>
                    <a:pt x="1880201" y="1223003"/>
                  </a:lnTo>
                  <a:lnTo>
                    <a:pt x="1873803" y="1227895"/>
                  </a:lnTo>
                  <a:close/>
                </a:path>
                <a:path w="4122420" h="2482215">
                  <a:moveTo>
                    <a:pt x="581030" y="1227919"/>
                  </a:moveTo>
                  <a:lnTo>
                    <a:pt x="580524" y="1227919"/>
                  </a:lnTo>
                  <a:lnTo>
                    <a:pt x="579488" y="1227847"/>
                  </a:lnTo>
                  <a:lnTo>
                    <a:pt x="570953" y="1223655"/>
                  </a:lnTo>
                  <a:lnTo>
                    <a:pt x="568109" y="1215857"/>
                  </a:lnTo>
                  <a:lnTo>
                    <a:pt x="570953" y="1208059"/>
                  </a:lnTo>
                  <a:lnTo>
                    <a:pt x="579488" y="1203867"/>
                  </a:lnTo>
                  <a:lnTo>
                    <a:pt x="580019" y="1203819"/>
                  </a:lnTo>
                  <a:lnTo>
                    <a:pt x="581030" y="1203795"/>
                  </a:lnTo>
                  <a:lnTo>
                    <a:pt x="590319" y="1207565"/>
                  </a:lnTo>
                  <a:lnTo>
                    <a:pt x="593415" y="1215857"/>
                  </a:lnTo>
                  <a:lnTo>
                    <a:pt x="590319" y="1224150"/>
                  </a:lnTo>
                  <a:lnTo>
                    <a:pt x="581030" y="1227919"/>
                  </a:lnTo>
                  <a:close/>
                </a:path>
                <a:path w="4122420" h="2482215">
                  <a:moveTo>
                    <a:pt x="1648217" y="1204659"/>
                  </a:moveTo>
                  <a:lnTo>
                    <a:pt x="1640627" y="1204659"/>
                  </a:lnTo>
                  <a:lnTo>
                    <a:pt x="1639793" y="1203867"/>
                  </a:lnTo>
                  <a:lnTo>
                    <a:pt x="1647379" y="1203867"/>
                  </a:lnTo>
                  <a:lnTo>
                    <a:pt x="1648217" y="1204659"/>
                  </a:lnTo>
                  <a:close/>
                </a:path>
                <a:path w="4122420" h="2482215">
                  <a:moveTo>
                    <a:pt x="1646772" y="1228423"/>
                  </a:moveTo>
                  <a:lnTo>
                    <a:pt x="1637011" y="1228423"/>
                  </a:lnTo>
                  <a:lnTo>
                    <a:pt x="1633825" y="1227248"/>
                  </a:lnTo>
                  <a:lnTo>
                    <a:pt x="1631347" y="1224658"/>
                  </a:lnTo>
                  <a:lnTo>
                    <a:pt x="1627622" y="1218575"/>
                  </a:lnTo>
                  <a:lnTo>
                    <a:pt x="1628249" y="1212021"/>
                  </a:lnTo>
                  <a:lnTo>
                    <a:pt x="1632499" y="1206779"/>
                  </a:lnTo>
                  <a:lnTo>
                    <a:pt x="1639641" y="1204635"/>
                  </a:lnTo>
                  <a:lnTo>
                    <a:pt x="1640298" y="1204635"/>
                  </a:lnTo>
                  <a:lnTo>
                    <a:pt x="1640627" y="1204659"/>
                  </a:lnTo>
                  <a:lnTo>
                    <a:pt x="1648217" y="1204659"/>
                  </a:lnTo>
                  <a:lnTo>
                    <a:pt x="1653296" y="1209455"/>
                  </a:lnTo>
                  <a:lnTo>
                    <a:pt x="1653296" y="1223411"/>
                  </a:lnTo>
                  <a:lnTo>
                    <a:pt x="1646772" y="1228423"/>
                  </a:lnTo>
                  <a:close/>
                </a:path>
                <a:path w="4122420" h="2482215">
                  <a:moveTo>
                    <a:pt x="3434623" y="1262043"/>
                  </a:moveTo>
                  <a:lnTo>
                    <a:pt x="3425267" y="1262043"/>
                  </a:lnTo>
                  <a:lnTo>
                    <a:pt x="3422106" y="1260892"/>
                  </a:lnTo>
                  <a:lnTo>
                    <a:pt x="3419628" y="1258254"/>
                  </a:lnTo>
                  <a:lnTo>
                    <a:pt x="3415854" y="1252094"/>
                  </a:lnTo>
                  <a:lnTo>
                    <a:pt x="3416672" y="1245557"/>
                  </a:lnTo>
                  <a:lnTo>
                    <a:pt x="3421289" y="1240368"/>
                  </a:lnTo>
                  <a:lnTo>
                    <a:pt x="3428908" y="1238255"/>
                  </a:lnTo>
                  <a:lnTo>
                    <a:pt x="3435635" y="1238255"/>
                  </a:lnTo>
                  <a:lnTo>
                    <a:pt x="3440718" y="1243842"/>
                  </a:lnTo>
                  <a:lnTo>
                    <a:pt x="3440718" y="1257223"/>
                  </a:lnTo>
                  <a:lnTo>
                    <a:pt x="3434623" y="1262043"/>
                  </a:lnTo>
                  <a:close/>
                </a:path>
                <a:path w="4122420" h="2482215">
                  <a:moveTo>
                    <a:pt x="3889293" y="1262043"/>
                  </a:moveTo>
                  <a:lnTo>
                    <a:pt x="3879532" y="1262043"/>
                  </a:lnTo>
                  <a:lnTo>
                    <a:pt x="3876219" y="1260892"/>
                  </a:lnTo>
                  <a:lnTo>
                    <a:pt x="3873438" y="1258254"/>
                  </a:lnTo>
                  <a:lnTo>
                    <a:pt x="3870027" y="1252094"/>
                  </a:lnTo>
                  <a:lnTo>
                    <a:pt x="3870804" y="1245557"/>
                  </a:lnTo>
                  <a:lnTo>
                    <a:pt x="3875219" y="1240368"/>
                  </a:lnTo>
                  <a:lnTo>
                    <a:pt x="3882718" y="1238255"/>
                  </a:lnTo>
                  <a:lnTo>
                    <a:pt x="3889470" y="1238255"/>
                  </a:lnTo>
                  <a:lnTo>
                    <a:pt x="3895362" y="1243842"/>
                  </a:lnTo>
                  <a:lnTo>
                    <a:pt x="3895362" y="1257223"/>
                  </a:lnTo>
                  <a:lnTo>
                    <a:pt x="3889293" y="1262043"/>
                  </a:lnTo>
                  <a:close/>
                </a:path>
                <a:path w="4122420" h="2482215">
                  <a:moveTo>
                    <a:pt x="3961160" y="1262259"/>
                  </a:moveTo>
                  <a:lnTo>
                    <a:pt x="3951880" y="1262259"/>
                  </a:lnTo>
                  <a:lnTo>
                    <a:pt x="3945963" y="1256647"/>
                  </a:lnTo>
                  <a:lnTo>
                    <a:pt x="3945963" y="1243842"/>
                  </a:lnTo>
                  <a:lnTo>
                    <a:pt x="3951880" y="1238255"/>
                  </a:lnTo>
                  <a:lnTo>
                    <a:pt x="3961160" y="1238255"/>
                  </a:lnTo>
                  <a:lnTo>
                    <a:pt x="3962855" y="1239046"/>
                  </a:lnTo>
                  <a:lnTo>
                    <a:pt x="3965383" y="1240653"/>
                  </a:lnTo>
                  <a:lnTo>
                    <a:pt x="3961994" y="1261443"/>
                  </a:lnTo>
                  <a:lnTo>
                    <a:pt x="3961160" y="1262259"/>
                  </a:lnTo>
                  <a:close/>
                </a:path>
                <a:path w="4122420" h="2482215">
                  <a:moveTo>
                    <a:pt x="3510461" y="1262451"/>
                  </a:moveTo>
                  <a:lnTo>
                    <a:pt x="3501079" y="1262451"/>
                  </a:lnTo>
                  <a:lnTo>
                    <a:pt x="3497994" y="1261395"/>
                  </a:lnTo>
                  <a:lnTo>
                    <a:pt x="3495541" y="1259045"/>
                  </a:lnTo>
                  <a:lnTo>
                    <a:pt x="3491754" y="1252428"/>
                  </a:lnTo>
                  <a:lnTo>
                    <a:pt x="3492478" y="1245656"/>
                  </a:lnTo>
                  <a:lnTo>
                    <a:pt x="3496839" y="1240380"/>
                  </a:lnTo>
                  <a:lnTo>
                    <a:pt x="3503962" y="1238255"/>
                  </a:lnTo>
                  <a:lnTo>
                    <a:pt x="3510714" y="1238255"/>
                  </a:lnTo>
                  <a:lnTo>
                    <a:pt x="3516631" y="1243842"/>
                  </a:lnTo>
                  <a:lnTo>
                    <a:pt x="3516631" y="1257822"/>
                  </a:lnTo>
                  <a:lnTo>
                    <a:pt x="3510461" y="1262451"/>
                  </a:lnTo>
                  <a:close/>
                </a:path>
                <a:path w="4122420" h="2482215">
                  <a:moveTo>
                    <a:pt x="3585640" y="1262451"/>
                  </a:moveTo>
                  <a:lnTo>
                    <a:pt x="3576158" y="1262451"/>
                  </a:lnTo>
                  <a:lnTo>
                    <a:pt x="3573073" y="1261395"/>
                  </a:lnTo>
                  <a:lnTo>
                    <a:pt x="3570619" y="1259045"/>
                  </a:lnTo>
                  <a:lnTo>
                    <a:pt x="3566842" y="1252428"/>
                  </a:lnTo>
                  <a:lnTo>
                    <a:pt x="3567652" y="1245656"/>
                  </a:lnTo>
                  <a:lnTo>
                    <a:pt x="3572259" y="1240380"/>
                  </a:lnTo>
                  <a:lnTo>
                    <a:pt x="3579875" y="1238255"/>
                  </a:lnTo>
                  <a:lnTo>
                    <a:pt x="3586626" y="1238255"/>
                  </a:lnTo>
                  <a:lnTo>
                    <a:pt x="3592544" y="1243842"/>
                  </a:lnTo>
                  <a:lnTo>
                    <a:pt x="3592544" y="1250245"/>
                  </a:lnTo>
                  <a:lnTo>
                    <a:pt x="3591963" y="1257822"/>
                  </a:lnTo>
                  <a:lnTo>
                    <a:pt x="3585640" y="1262451"/>
                  </a:lnTo>
                  <a:close/>
                </a:path>
                <a:path w="4122420" h="2482215">
                  <a:moveTo>
                    <a:pt x="3661452" y="1262451"/>
                  </a:moveTo>
                  <a:lnTo>
                    <a:pt x="3652071" y="1262451"/>
                  </a:lnTo>
                  <a:lnTo>
                    <a:pt x="3648986" y="1261395"/>
                  </a:lnTo>
                  <a:lnTo>
                    <a:pt x="3646533" y="1259045"/>
                  </a:lnTo>
                  <a:lnTo>
                    <a:pt x="3642746" y="1252428"/>
                  </a:lnTo>
                  <a:lnTo>
                    <a:pt x="3643470" y="1245656"/>
                  </a:lnTo>
                  <a:lnTo>
                    <a:pt x="3647831" y="1240380"/>
                  </a:lnTo>
                  <a:lnTo>
                    <a:pt x="3654954" y="1238255"/>
                  </a:lnTo>
                  <a:lnTo>
                    <a:pt x="3662540" y="1238255"/>
                  </a:lnTo>
                  <a:lnTo>
                    <a:pt x="3667623" y="1243842"/>
                  </a:lnTo>
                  <a:lnTo>
                    <a:pt x="3667623" y="1257822"/>
                  </a:lnTo>
                  <a:lnTo>
                    <a:pt x="3661452" y="1262451"/>
                  </a:lnTo>
                  <a:close/>
                </a:path>
                <a:path w="4122420" h="2482215">
                  <a:moveTo>
                    <a:pt x="3737365" y="1262451"/>
                  </a:moveTo>
                  <a:lnTo>
                    <a:pt x="3727984" y="1262451"/>
                  </a:lnTo>
                  <a:lnTo>
                    <a:pt x="3724899" y="1261395"/>
                  </a:lnTo>
                  <a:lnTo>
                    <a:pt x="3722446" y="1259045"/>
                  </a:lnTo>
                  <a:lnTo>
                    <a:pt x="3718659" y="1252428"/>
                  </a:lnTo>
                  <a:lnTo>
                    <a:pt x="3719383" y="1245656"/>
                  </a:lnTo>
                  <a:lnTo>
                    <a:pt x="3723744" y="1240380"/>
                  </a:lnTo>
                  <a:lnTo>
                    <a:pt x="3730866" y="1238255"/>
                  </a:lnTo>
                  <a:lnTo>
                    <a:pt x="3738478" y="1238255"/>
                  </a:lnTo>
                  <a:lnTo>
                    <a:pt x="3743536" y="1243842"/>
                  </a:lnTo>
                  <a:lnTo>
                    <a:pt x="3743536" y="1257822"/>
                  </a:lnTo>
                  <a:lnTo>
                    <a:pt x="3737365" y="1262451"/>
                  </a:lnTo>
                  <a:close/>
                </a:path>
                <a:path w="4122420" h="2482215">
                  <a:moveTo>
                    <a:pt x="3813279" y="1262451"/>
                  </a:moveTo>
                  <a:lnTo>
                    <a:pt x="3803518" y="1262451"/>
                  </a:lnTo>
                  <a:lnTo>
                    <a:pt x="3800255" y="1261395"/>
                  </a:lnTo>
                  <a:lnTo>
                    <a:pt x="3797525" y="1259045"/>
                  </a:lnTo>
                  <a:lnTo>
                    <a:pt x="3794221" y="1252428"/>
                  </a:lnTo>
                  <a:lnTo>
                    <a:pt x="3795195" y="1245656"/>
                  </a:lnTo>
                  <a:lnTo>
                    <a:pt x="3799655" y="1240380"/>
                  </a:lnTo>
                  <a:lnTo>
                    <a:pt x="3806805" y="1238255"/>
                  </a:lnTo>
                  <a:lnTo>
                    <a:pt x="3813531" y="1238255"/>
                  </a:lnTo>
                  <a:lnTo>
                    <a:pt x="3819449" y="1243842"/>
                  </a:lnTo>
                  <a:lnTo>
                    <a:pt x="3819449" y="1257822"/>
                  </a:lnTo>
                  <a:lnTo>
                    <a:pt x="3813279" y="1262451"/>
                  </a:lnTo>
                  <a:close/>
                </a:path>
                <a:path w="4122420" h="2482215">
                  <a:moveTo>
                    <a:pt x="1229604" y="1262810"/>
                  </a:moveTo>
                  <a:lnTo>
                    <a:pt x="1219843" y="1262810"/>
                  </a:lnTo>
                  <a:lnTo>
                    <a:pt x="1216556" y="1261659"/>
                  </a:lnTo>
                  <a:lnTo>
                    <a:pt x="1213825" y="1259045"/>
                  </a:lnTo>
                  <a:lnTo>
                    <a:pt x="1210520" y="1252886"/>
                  </a:lnTo>
                  <a:lnTo>
                    <a:pt x="1211495" y="1246348"/>
                  </a:lnTo>
                  <a:lnTo>
                    <a:pt x="1215955" y="1241159"/>
                  </a:lnTo>
                  <a:lnTo>
                    <a:pt x="1223105" y="1239046"/>
                  </a:lnTo>
                  <a:lnTo>
                    <a:pt x="1223940" y="1239861"/>
                  </a:lnTo>
                  <a:lnTo>
                    <a:pt x="1229832" y="1239861"/>
                  </a:lnTo>
                  <a:lnTo>
                    <a:pt x="1234915" y="1244657"/>
                  </a:lnTo>
                  <a:lnTo>
                    <a:pt x="1235749" y="1250245"/>
                  </a:lnTo>
                  <a:lnTo>
                    <a:pt x="1235749" y="1257798"/>
                  </a:lnTo>
                  <a:lnTo>
                    <a:pt x="1229604" y="1262810"/>
                  </a:lnTo>
                  <a:close/>
                </a:path>
                <a:path w="4122420" h="2482215">
                  <a:moveTo>
                    <a:pt x="1002447" y="1263098"/>
                  </a:moveTo>
                  <a:lnTo>
                    <a:pt x="992660" y="1263098"/>
                  </a:lnTo>
                  <a:lnTo>
                    <a:pt x="989550" y="1262091"/>
                  </a:lnTo>
                  <a:lnTo>
                    <a:pt x="986920" y="1259861"/>
                  </a:lnTo>
                  <a:lnTo>
                    <a:pt x="983616" y="1253230"/>
                  </a:lnTo>
                  <a:lnTo>
                    <a:pt x="984590" y="1246450"/>
                  </a:lnTo>
                  <a:lnTo>
                    <a:pt x="989050" y="1241172"/>
                  </a:lnTo>
                  <a:lnTo>
                    <a:pt x="996201" y="1239046"/>
                  </a:lnTo>
                  <a:lnTo>
                    <a:pt x="996201" y="1239861"/>
                  </a:lnTo>
                  <a:lnTo>
                    <a:pt x="1002927" y="1239861"/>
                  </a:lnTo>
                  <a:lnTo>
                    <a:pt x="1008844" y="1244657"/>
                  </a:lnTo>
                  <a:lnTo>
                    <a:pt x="1008844" y="1258206"/>
                  </a:lnTo>
                  <a:lnTo>
                    <a:pt x="1002447" y="1263098"/>
                  </a:lnTo>
                  <a:close/>
                </a:path>
                <a:path w="4122420" h="2482215">
                  <a:moveTo>
                    <a:pt x="1078360" y="1263098"/>
                  </a:moveTo>
                  <a:lnTo>
                    <a:pt x="1068573" y="1263098"/>
                  </a:lnTo>
                  <a:lnTo>
                    <a:pt x="1065463" y="1262091"/>
                  </a:lnTo>
                  <a:lnTo>
                    <a:pt x="1062833" y="1259861"/>
                  </a:lnTo>
                  <a:lnTo>
                    <a:pt x="1059422" y="1253230"/>
                  </a:lnTo>
                  <a:lnTo>
                    <a:pt x="1060200" y="1246450"/>
                  </a:lnTo>
                  <a:lnTo>
                    <a:pt x="1064615" y="1241172"/>
                  </a:lnTo>
                  <a:lnTo>
                    <a:pt x="1072113" y="1239046"/>
                  </a:lnTo>
                  <a:lnTo>
                    <a:pt x="1072113" y="1239861"/>
                  </a:lnTo>
                  <a:lnTo>
                    <a:pt x="1078865" y="1239861"/>
                  </a:lnTo>
                  <a:lnTo>
                    <a:pt x="1083923" y="1244657"/>
                  </a:lnTo>
                  <a:lnTo>
                    <a:pt x="1084757" y="1251060"/>
                  </a:lnTo>
                  <a:lnTo>
                    <a:pt x="1084757" y="1258206"/>
                  </a:lnTo>
                  <a:lnTo>
                    <a:pt x="1078360" y="1263098"/>
                  </a:lnTo>
                  <a:close/>
                </a:path>
                <a:path w="4122420" h="2482215">
                  <a:moveTo>
                    <a:pt x="1305264" y="1263098"/>
                  </a:moveTo>
                  <a:lnTo>
                    <a:pt x="1295478" y="1263098"/>
                  </a:lnTo>
                  <a:lnTo>
                    <a:pt x="1292368" y="1262091"/>
                  </a:lnTo>
                  <a:lnTo>
                    <a:pt x="1289738" y="1259861"/>
                  </a:lnTo>
                  <a:lnTo>
                    <a:pt x="1286327" y="1253230"/>
                  </a:lnTo>
                  <a:lnTo>
                    <a:pt x="1287105" y="1246450"/>
                  </a:lnTo>
                  <a:lnTo>
                    <a:pt x="1291519" y="1241172"/>
                  </a:lnTo>
                  <a:lnTo>
                    <a:pt x="1299018" y="1239046"/>
                  </a:lnTo>
                  <a:lnTo>
                    <a:pt x="1299018" y="1239861"/>
                  </a:lnTo>
                  <a:lnTo>
                    <a:pt x="1305770" y="1239861"/>
                  </a:lnTo>
                  <a:lnTo>
                    <a:pt x="1310828" y="1244657"/>
                  </a:lnTo>
                  <a:lnTo>
                    <a:pt x="1311662" y="1251060"/>
                  </a:lnTo>
                  <a:lnTo>
                    <a:pt x="1311662" y="1258206"/>
                  </a:lnTo>
                  <a:lnTo>
                    <a:pt x="1305264" y="1263098"/>
                  </a:lnTo>
                  <a:close/>
                </a:path>
                <a:path w="4122420" h="2482215">
                  <a:moveTo>
                    <a:pt x="1986838" y="1263098"/>
                  </a:moveTo>
                  <a:lnTo>
                    <a:pt x="1977456" y="1263098"/>
                  </a:lnTo>
                  <a:lnTo>
                    <a:pt x="1974498" y="1262091"/>
                  </a:lnTo>
                  <a:lnTo>
                    <a:pt x="1972146" y="1259861"/>
                  </a:lnTo>
                  <a:lnTo>
                    <a:pt x="1968359" y="1253230"/>
                  </a:lnTo>
                  <a:lnTo>
                    <a:pt x="1969083" y="1246450"/>
                  </a:lnTo>
                  <a:lnTo>
                    <a:pt x="1973444" y="1241172"/>
                  </a:lnTo>
                  <a:lnTo>
                    <a:pt x="1980567" y="1239046"/>
                  </a:lnTo>
                  <a:lnTo>
                    <a:pt x="1980567" y="1239861"/>
                  </a:lnTo>
                  <a:lnTo>
                    <a:pt x="1987319" y="1239861"/>
                  </a:lnTo>
                  <a:lnTo>
                    <a:pt x="1993236" y="1244657"/>
                  </a:lnTo>
                  <a:lnTo>
                    <a:pt x="1993236" y="1258206"/>
                  </a:lnTo>
                  <a:lnTo>
                    <a:pt x="1986838" y="1263098"/>
                  </a:lnTo>
                  <a:close/>
                </a:path>
                <a:path w="4122420" h="2482215">
                  <a:moveTo>
                    <a:pt x="769903" y="1263122"/>
                  </a:moveTo>
                  <a:lnTo>
                    <a:pt x="769448" y="1263122"/>
                  </a:lnTo>
                  <a:lnTo>
                    <a:pt x="768436" y="1263050"/>
                  </a:lnTo>
                  <a:lnTo>
                    <a:pt x="759418" y="1258848"/>
                  </a:lnTo>
                  <a:lnTo>
                    <a:pt x="756412" y="1251048"/>
                  </a:lnTo>
                  <a:lnTo>
                    <a:pt x="759418" y="1243249"/>
                  </a:lnTo>
                  <a:lnTo>
                    <a:pt x="768436" y="1239046"/>
                  </a:lnTo>
                  <a:lnTo>
                    <a:pt x="768942" y="1238998"/>
                  </a:lnTo>
                  <a:lnTo>
                    <a:pt x="769903" y="1238974"/>
                  </a:lnTo>
                  <a:lnTo>
                    <a:pt x="778765" y="1242747"/>
                  </a:lnTo>
                  <a:lnTo>
                    <a:pt x="781718" y="1251048"/>
                  </a:lnTo>
                  <a:lnTo>
                    <a:pt x="778765" y="1259349"/>
                  </a:lnTo>
                  <a:lnTo>
                    <a:pt x="769903" y="1263122"/>
                  </a:lnTo>
                  <a:close/>
                </a:path>
                <a:path w="4122420" h="2482215">
                  <a:moveTo>
                    <a:pt x="921830" y="1263122"/>
                  </a:moveTo>
                  <a:lnTo>
                    <a:pt x="921324" y="1263122"/>
                  </a:lnTo>
                  <a:lnTo>
                    <a:pt x="920262" y="1263050"/>
                  </a:lnTo>
                  <a:lnTo>
                    <a:pt x="911728" y="1258848"/>
                  </a:lnTo>
                  <a:lnTo>
                    <a:pt x="908883" y="1251048"/>
                  </a:lnTo>
                  <a:lnTo>
                    <a:pt x="911728" y="1243249"/>
                  </a:lnTo>
                  <a:lnTo>
                    <a:pt x="920262" y="1239046"/>
                  </a:lnTo>
                  <a:lnTo>
                    <a:pt x="920793" y="1238998"/>
                  </a:lnTo>
                  <a:lnTo>
                    <a:pt x="921830" y="1238974"/>
                  </a:lnTo>
                  <a:lnTo>
                    <a:pt x="931104" y="1242747"/>
                  </a:lnTo>
                  <a:lnTo>
                    <a:pt x="934196" y="1251048"/>
                  </a:lnTo>
                  <a:lnTo>
                    <a:pt x="931104" y="1259349"/>
                  </a:lnTo>
                  <a:lnTo>
                    <a:pt x="921830" y="1263122"/>
                  </a:lnTo>
                  <a:close/>
                </a:path>
                <a:path w="4122420" h="2482215">
                  <a:moveTo>
                    <a:pt x="1376474" y="1263122"/>
                  </a:moveTo>
                  <a:lnTo>
                    <a:pt x="1375968" y="1263122"/>
                  </a:lnTo>
                  <a:lnTo>
                    <a:pt x="1374931" y="1263050"/>
                  </a:lnTo>
                  <a:lnTo>
                    <a:pt x="1366383" y="1258848"/>
                  </a:lnTo>
                  <a:lnTo>
                    <a:pt x="1363533" y="1251048"/>
                  </a:lnTo>
                  <a:lnTo>
                    <a:pt x="1366383" y="1243249"/>
                  </a:lnTo>
                  <a:lnTo>
                    <a:pt x="1374931" y="1239046"/>
                  </a:lnTo>
                  <a:lnTo>
                    <a:pt x="1375462" y="1238998"/>
                  </a:lnTo>
                  <a:lnTo>
                    <a:pt x="1376474" y="1238974"/>
                  </a:lnTo>
                  <a:lnTo>
                    <a:pt x="1385748" y="1242747"/>
                  </a:lnTo>
                  <a:lnTo>
                    <a:pt x="1388840" y="1251048"/>
                  </a:lnTo>
                  <a:lnTo>
                    <a:pt x="1385748" y="1259349"/>
                  </a:lnTo>
                  <a:lnTo>
                    <a:pt x="1376474" y="1263122"/>
                  </a:lnTo>
                  <a:close/>
                </a:path>
                <a:path w="4122420" h="2482215">
                  <a:moveTo>
                    <a:pt x="1528249" y="1263122"/>
                  </a:moveTo>
                  <a:lnTo>
                    <a:pt x="1527769" y="1263122"/>
                  </a:lnTo>
                  <a:lnTo>
                    <a:pt x="1526758" y="1263050"/>
                  </a:lnTo>
                  <a:lnTo>
                    <a:pt x="1517739" y="1258848"/>
                  </a:lnTo>
                  <a:lnTo>
                    <a:pt x="1514733" y="1251048"/>
                  </a:lnTo>
                  <a:lnTo>
                    <a:pt x="1517739" y="1243249"/>
                  </a:lnTo>
                  <a:lnTo>
                    <a:pt x="1526758" y="1239046"/>
                  </a:lnTo>
                  <a:lnTo>
                    <a:pt x="1527263" y="1238998"/>
                  </a:lnTo>
                  <a:lnTo>
                    <a:pt x="1528249" y="1238974"/>
                  </a:lnTo>
                  <a:lnTo>
                    <a:pt x="1537097" y="1242747"/>
                  </a:lnTo>
                  <a:lnTo>
                    <a:pt x="1540046" y="1251048"/>
                  </a:lnTo>
                  <a:lnTo>
                    <a:pt x="1537097" y="1259349"/>
                  </a:lnTo>
                  <a:lnTo>
                    <a:pt x="1528249" y="1263122"/>
                  </a:lnTo>
                  <a:close/>
                </a:path>
                <a:path w="4122420" h="2482215">
                  <a:moveTo>
                    <a:pt x="1755205" y="1263122"/>
                  </a:moveTo>
                  <a:lnTo>
                    <a:pt x="1754724" y="1263122"/>
                  </a:lnTo>
                  <a:lnTo>
                    <a:pt x="1753662" y="1263050"/>
                  </a:lnTo>
                  <a:lnTo>
                    <a:pt x="1745128" y="1258848"/>
                  </a:lnTo>
                  <a:lnTo>
                    <a:pt x="1742283" y="1251048"/>
                  </a:lnTo>
                  <a:lnTo>
                    <a:pt x="1745128" y="1243249"/>
                  </a:lnTo>
                  <a:lnTo>
                    <a:pt x="1753662" y="1239046"/>
                  </a:lnTo>
                  <a:lnTo>
                    <a:pt x="1754193" y="1238998"/>
                  </a:lnTo>
                  <a:lnTo>
                    <a:pt x="1755205" y="1238974"/>
                  </a:lnTo>
                  <a:lnTo>
                    <a:pt x="1764493" y="1242747"/>
                  </a:lnTo>
                  <a:lnTo>
                    <a:pt x="1767589" y="1251048"/>
                  </a:lnTo>
                  <a:lnTo>
                    <a:pt x="1764493" y="1259349"/>
                  </a:lnTo>
                  <a:lnTo>
                    <a:pt x="1755205" y="1263122"/>
                  </a:lnTo>
                  <a:close/>
                </a:path>
                <a:path w="4122420" h="2482215">
                  <a:moveTo>
                    <a:pt x="2134720" y="1263122"/>
                  </a:moveTo>
                  <a:lnTo>
                    <a:pt x="2134239" y="1263122"/>
                  </a:lnTo>
                  <a:lnTo>
                    <a:pt x="2133253" y="1263050"/>
                  </a:lnTo>
                  <a:lnTo>
                    <a:pt x="2124235" y="1258848"/>
                  </a:lnTo>
                  <a:lnTo>
                    <a:pt x="2121229" y="1251048"/>
                  </a:lnTo>
                  <a:lnTo>
                    <a:pt x="2124235" y="1243249"/>
                  </a:lnTo>
                  <a:lnTo>
                    <a:pt x="2133253" y="1239046"/>
                  </a:lnTo>
                  <a:lnTo>
                    <a:pt x="2133759" y="1238998"/>
                  </a:lnTo>
                  <a:lnTo>
                    <a:pt x="2134720" y="1238974"/>
                  </a:lnTo>
                  <a:lnTo>
                    <a:pt x="2143581" y="1242747"/>
                  </a:lnTo>
                  <a:lnTo>
                    <a:pt x="2146535" y="1251048"/>
                  </a:lnTo>
                  <a:lnTo>
                    <a:pt x="2143581" y="1259349"/>
                  </a:lnTo>
                  <a:lnTo>
                    <a:pt x="2134720" y="1263122"/>
                  </a:lnTo>
                  <a:close/>
                </a:path>
                <a:path w="4122420" h="2482215">
                  <a:moveTo>
                    <a:pt x="850848" y="1263266"/>
                  </a:moveTo>
                  <a:lnTo>
                    <a:pt x="841087" y="1263266"/>
                  </a:lnTo>
                  <a:lnTo>
                    <a:pt x="837825" y="1262187"/>
                  </a:lnTo>
                  <a:lnTo>
                    <a:pt x="835069" y="1259861"/>
                  </a:lnTo>
                  <a:lnTo>
                    <a:pt x="831778" y="1253230"/>
                  </a:lnTo>
                  <a:lnTo>
                    <a:pt x="832758" y="1246450"/>
                  </a:lnTo>
                  <a:lnTo>
                    <a:pt x="837213" y="1241172"/>
                  </a:lnTo>
                  <a:lnTo>
                    <a:pt x="844349" y="1239046"/>
                  </a:lnTo>
                  <a:lnTo>
                    <a:pt x="845209" y="1239861"/>
                  </a:lnTo>
                  <a:lnTo>
                    <a:pt x="851935" y="1239861"/>
                  </a:lnTo>
                  <a:lnTo>
                    <a:pt x="857018" y="1244657"/>
                  </a:lnTo>
                  <a:lnTo>
                    <a:pt x="857018" y="1258614"/>
                  </a:lnTo>
                  <a:lnTo>
                    <a:pt x="850848" y="1263266"/>
                  </a:lnTo>
                  <a:close/>
                </a:path>
                <a:path w="4122420" h="2482215">
                  <a:moveTo>
                    <a:pt x="1836074" y="1263266"/>
                  </a:moveTo>
                  <a:lnTo>
                    <a:pt x="1826313" y="1263266"/>
                  </a:lnTo>
                  <a:lnTo>
                    <a:pt x="1823051" y="1262187"/>
                  </a:lnTo>
                  <a:lnTo>
                    <a:pt x="1820295" y="1259861"/>
                  </a:lnTo>
                  <a:lnTo>
                    <a:pt x="1816884" y="1253230"/>
                  </a:lnTo>
                  <a:lnTo>
                    <a:pt x="1817662" y="1246450"/>
                  </a:lnTo>
                  <a:lnTo>
                    <a:pt x="1822076" y="1241172"/>
                  </a:lnTo>
                  <a:lnTo>
                    <a:pt x="1829575" y="1239046"/>
                  </a:lnTo>
                  <a:lnTo>
                    <a:pt x="1829575" y="1239861"/>
                  </a:lnTo>
                  <a:lnTo>
                    <a:pt x="1836327" y="1239861"/>
                  </a:lnTo>
                  <a:lnTo>
                    <a:pt x="1841385" y="1244657"/>
                  </a:lnTo>
                  <a:lnTo>
                    <a:pt x="1842244" y="1251060"/>
                  </a:lnTo>
                  <a:lnTo>
                    <a:pt x="1842244" y="1258614"/>
                  </a:lnTo>
                  <a:lnTo>
                    <a:pt x="1836074" y="1263266"/>
                  </a:lnTo>
                  <a:close/>
                </a:path>
                <a:path w="4122420" h="2482215">
                  <a:moveTo>
                    <a:pt x="1457343" y="1263626"/>
                  </a:moveTo>
                  <a:lnTo>
                    <a:pt x="1447582" y="1263626"/>
                  </a:lnTo>
                  <a:lnTo>
                    <a:pt x="1444320" y="1262451"/>
                  </a:lnTo>
                  <a:lnTo>
                    <a:pt x="1441564" y="1259861"/>
                  </a:lnTo>
                  <a:lnTo>
                    <a:pt x="1438184" y="1253774"/>
                  </a:lnTo>
                  <a:lnTo>
                    <a:pt x="1438779" y="1247211"/>
                  </a:lnTo>
                  <a:lnTo>
                    <a:pt x="1442841" y="1241961"/>
                  </a:lnTo>
                  <a:lnTo>
                    <a:pt x="1449858" y="1239813"/>
                  </a:lnTo>
                  <a:lnTo>
                    <a:pt x="1450187" y="1239813"/>
                  </a:lnTo>
                  <a:lnTo>
                    <a:pt x="1450844" y="1239861"/>
                  </a:lnTo>
                  <a:lnTo>
                    <a:pt x="1457596" y="1239861"/>
                  </a:lnTo>
                  <a:lnTo>
                    <a:pt x="1463488" y="1244657"/>
                  </a:lnTo>
                  <a:lnTo>
                    <a:pt x="1463488" y="1258614"/>
                  </a:lnTo>
                  <a:lnTo>
                    <a:pt x="1457343" y="1263626"/>
                  </a:lnTo>
                  <a:close/>
                </a:path>
                <a:path w="4122420" h="2482215">
                  <a:moveTo>
                    <a:pt x="1608411" y="1263649"/>
                  </a:moveTo>
                  <a:lnTo>
                    <a:pt x="1599029" y="1263649"/>
                  </a:lnTo>
                  <a:lnTo>
                    <a:pt x="1595894" y="1262474"/>
                  </a:lnTo>
                  <a:lnTo>
                    <a:pt x="1593390" y="1259861"/>
                  </a:lnTo>
                  <a:lnTo>
                    <a:pt x="1589627" y="1253691"/>
                  </a:lnTo>
                  <a:lnTo>
                    <a:pt x="1590444" y="1247154"/>
                  </a:lnTo>
                  <a:lnTo>
                    <a:pt x="1595054" y="1241971"/>
                  </a:lnTo>
                  <a:lnTo>
                    <a:pt x="1602671" y="1239861"/>
                  </a:lnTo>
                  <a:lnTo>
                    <a:pt x="1609423" y="1239861"/>
                  </a:lnTo>
                  <a:lnTo>
                    <a:pt x="1614480" y="1244657"/>
                  </a:lnTo>
                  <a:lnTo>
                    <a:pt x="1614480" y="1258829"/>
                  </a:lnTo>
                  <a:lnTo>
                    <a:pt x="1608411" y="1263649"/>
                  </a:lnTo>
                  <a:close/>
                </a:path>
                <a:path w="4122420" h="2482215">
                  <a:moveTo>
                    <a:pt x="1684805" y="1263649"/>
                  </a:moveTo>
                  <a:lnTo>
                    <a:pt x="1675044" y="1263649"/>
                  </a:lnTo>
                  <a:lnTo>
                    <a:pt x="1671806" y="1262474"/>
                  </a:lnTo>
                  <a:lnTo>
                    <a:pt x="1669328" y="1259861"/>
                  </a:lnTo>
                  <a:lnTo>
                    <a:pt x="1665551" y="1253691"/>
                  </a:lnTo>
                  <a:lnTo>
                    <a:pt x="1666360" y="1247154"/>
                  </a:lnTo>
                  <a:lnTo>
                    <a:pt x="1670968" y="1241971"/>
                  </a:lnTo>
                  <a:lnTo>
                    <a:pt x="1678584" y="1239861"/>
                  </a:lnTo>
                  <a:lnTo>
                    <a:pt x="1685335" y="1239861"/>
                  </a:lnTo>
                  <a:lnTo>
                    <a:pt x="1691253" y="1244657"/>
                  </a:lnTo>
                  <a:lnTo>
                    <a:pt x="1691253" y="1258829"/>
                  </a:lnTo>
                  <a:lnTo>
                    <a:pt x="1684805" y="1263649"/>
                  </a:lnTo>
                  <a:close/>
                </a:path>
                <a:path w="4122420" h="2482215">
                  <a:moveTo>
                    <a:pt x="2063080" y="1263649"/>
                  </a:moveTo>
                  <a:lnTo>
                    <a:pt x="2053698" y="1263649"/>
                  </a:lnTo>
                  <a:lnTo>
                    <a:pt x="2050563" y="1262474"/>
                  </a:lnTo>
                  <a:lnTo>
                    <a:pt x="2048059" y="1259861"/>
                  </a:lnTo>
                  <a:lnTo>
                    <a:pt x="2044272" y="1253691"/>
                  </a:lnTo>
                  <a:lnTo>
                    <a:pt x="2044996" y="1247154"/>
                  </a:lnTo>
                  <a:lnTo>
                    <a:pt x="2049357" y="1241971"/>
                  </a:lnTo>
                  <a:lnTo>
                    <a:pt x="2056480" y="1239861"/>
                  </a:lnTo>
                  <a:lnTo>
                    <a:pt x="2063232" y="1239861"/>
                  </a:lnTo>
                  <a:lnTo>
                    <a:pt x="2069149" y="1244657"/>
                  </a:lnTo>
                  <a:lnTo>
                    <a:pt x="2069149" y="1258829"/>
                  </a:lnTo>
                  <a:lnTo>
                    <a:pt x="2063080" y="1263649"/>
                  </a:lnTo>
                  <a:close/>
                </a:path>
                <a:path w="4122420" h="2482215">
                  <a:moveTo>
                    <a:pt x="623715" y="1263889"/>
                  </a:moveTo>
                  <a:lnTo>
                    <a:pt x="613930" y="1263889"/>
                  </a:lnTo>
                  <a:lnTo>
                    <a:pt x="610794" y="1262882"/>
                  </a:lnTo>
                  <a:lnTo>
                    <a:pt x="608164" y="1260652"/>
                  </a:lnTo>
                  <a:lnTo>
                    <a:pt x="604874" y="1254025"/>
                  </a:lnTo>
                  <a:lnTo>
                    <a:pt x="605853" y="1247253"/>
                  </a:lnTo>
                  <a:lnTo>
                    <a:pt x="610308" y="1241984"/>
                  </a:lnTo>
                  <a:lnTo>
                    <a:pt x="617444" y="1239861"/>
                  </a:lnTo>
                  <a:lnTo>
                    <a:pt x="624196" y="1239861"/>
                  </a:lnTo>
                  <a:lnTo>
                    <a:pt x="630113" y="1245449"/>
                  </a:lnTo>
                  <a:lnTo>
                    <a:pt x="630113" y="1259021"/>
                  </a:lnTo>
                  <a:lnTo>
                    <a:pt x="623715" y="1263889"/>
                  </a:lnTo>
                  <a:close/>
                </a:path>
                <a:path w="4122420" h="2482215">
                  <a:moveTo>
                    <a:pt x="699629" y="1263889"/>
                  </a:moveTo>
                  <a:lnTo>
                    <a:pt x="689842" y="1263889"/>
                  </a:lnTo>
                  <a:lnTo>
                    <a:pt x="686707" y="1262882"/>
                  </a:lnTo>
                  <a:lnTo>
                    <a:pt x="684077" y="1260652"/>
                  </a:lnTo>
                  <a:lnTo>
                    <a:pt x="680666" y="1254025"/>
                  </a:lnTo>
                  <a:lnTo>
                    <a:pt x="681444" y="1247253"/>
                  </a:lnTo>
                  <a:lnTo>
                    <a:pt x="685858" y="1241984"/>
                  </a:lnTo>
                  <a:lnTo>
                    <a:pt x="693357" y="1239861"/>
                  </a:lnTo>
                  <a:lnTo>
                    <a:pt x="700109" y="1239861"/>
                  </a:lnTo>
                  <a:lnTo>
                    <a:pt x="706026" y="1245449"/>
                  </a:lnTo>
                  <a:lnTo>
                    <a:pt x="706026" y="1259021"/>
                  </a:lnTo>
                  <a:lnTo>
                    <a:pt x="699629" y="1263889"/>
                  </a:lnTo>
                  <a:close/>
                </a:path>
                <a:path w="4122420" h="2482215">
                  <a:moveTo>
                    <a:pt x="1911760" y="1263889"/>
                  </a:moveTo>
                  <a:lnTo>
                    <a:pt x="1901973" y="1263889"/>
                  </a:lnTo>
                  <a:lnTo>
                    <a:pt x="1898863" y="1262882"/>
                  </a:lnTo>
                  <a:lnTo>
                    <a:pt x="1896233" y="1260652"/>
                  </a:lnTo>
                  <a:lnTo>
                    <a:pt x="1892812" y="1254025"/>
                  </a:lnTo>
                  <a:lnTo>
                    <a:pt x="1893591" y="1247253"/>
                  </a:lnTo>
                  <a:lnTo>
                    <a:pt x="1898011" y="1241984"/>
                  </a:lnTo>
                  <a:lnTo>
                    <a:pt x="1905514" y="1239861"/>
                  </a:lnTo>
                  <a:lnTo>
                    <a:pt x="1912240" y="1239861"/>
                  </a:lnTo>
                  <a:lnTo>
                    <a:pt x="1918158" y="1245449"/>
                  </a:lnTo>
                  <a:lnTo>
                    <a:pt x="1918158" y="1259021"/>
                  </a:lnTo>
                  <a:lnTo>
                    <a:pt x="1911760" y="1263889"/>
                  </a:lnTo>
                  <a:close/>
                </a:path>
                <a:path w="4122420" h="2482215">
                  <a:moveTo>
                    <a:pt x="543074" y="1263913"/>
                  </a:moveTo>
                  <a:lnTo>
                    <a:pt x="542568" y="1263913"/>
                  </a:lnTo>
                  <a:lnTo>
                    <a:pt x="541531" y="1263841"/>
                  </a:lnTo>
                  <a:lnTo>
                    <a:pt x="532997" y="1259649"/>
                  </a:lnTo>
                  <a:lnTo>
                    <a:pt x="530152" y="1251851"/>
                  </a:lnTo>
                  <a:lnTo>
                    <a:pt x="532997" y="1244053"/>
                  </a:lnTo>
                  <a:lnTo>
                    <a:pt x="541531" y="1239861"/>
                  </a:lnTo>
                  <a:lnTo>
                    <a:pt x="542062" y="1239813"/>
                  </a:lnTo>
                  <a:lnTo>
                    <a:pt x="543074" y="1239789"/>
                  </a:lnTo>
                  <a:lnTo>
                    <a:pt x="552348" y="1243559"/>
                  </a:lnTo>
                  <a:lnTo>
                    <a:pt x="555439" y="1251851"/>
                  </a:lnTo>
                  <a:lnTo>
                    <a:pt x="552348" y="1260144"/>
                  </a:lnTo>
                  <a:lnTo>
                    <a:pt x="543074" y="1263913"/>
                  </a:lnTo>
                  <a:close/>
                </a:path>
                <a:path w="4122420" h="2482215">
                  <a:moveTo>
                    <a:pt x="1149493" y="1263913"/>
                  </a:moveTo>
                  <a:lnTo>
                    <a:pt x="1149013" y="1263913"/>
                  </a:lnTo>
                  <a:lnTo>
                    <a:pt x="1148027" y="1263841"/>
                  </a:lnTo>
                  <a:lnTo>
                    <a:pt x="1139009" y="1259649"/>
                  </a:lnTo>
                  <a:lnTo>
                    <a:pt x="1136003" y="1251851"/>
                  </a:lnTo>
                  <a:lnTo>
                    <a:pt x="1139009" y="1244053"/>
                  </a:lnTo>
                  <a:lnTo>
                    <a:pt x="1148027" y="1239861"/>
                  </a:lnTo>
                  <a:lnTo>
                    <a:pt x="1148532" y="1239813"/>
                  </a:lnTo>
                  <a:lnTo>
                    <a:pt x="1149493" y="1239789"/>
                  </a:lnTo>
                  <a:lnTo>
                    <a:pt x="1158355" y="1243559"/>
                  </a:lnTo>
                  <a:lnTo>
                    <a:pt x="1161309" y="1251851"/>
                  </a:lnTo>
                  <a:lnTo>
                    <a:pt x="1158355" y="1260144"/>
                  </a:lnTo>
                  <a:lnTo>
                    <a:pt x="1149493" y="1263913"/>
                  </a:lnTo>
                  <a:close/>
                </a:path>
                <a:path w="4122420" h="2482215">
                  <a:moveTo>
                    <a:pt x="3843169" y="1297509"/>
                  </a:moveTo>
                  <a:lnTo>
                    <a:pt x="3833923" y="1293864"/>
                  </a:lnTo>
                  <a:lnTo>
                    <a:pt x="3830841" y="1285843"/>
                  </a:lnTo>
                  <a:lnTo>
                    <a:pt x="3833923" y="1277822"/>
                  </a:lnTo>
                  <a:lnTo>
                    <a:pt x="3843169" y="1274177"/>
                  </a:lnTo>
                  <a:lnTo>
                    <a:pt x="3843674" y="1274177"/>
                  </a:lnTo>
                  <a:lnTo>
                    <a:pt x="3844762" y="1274249"/>
                  </a:lnTo>
                  <a:lnTo>
                    <a:pt x="3853296" y="1278095"/>
                  </a:lnTo>
                  <a:lnTo>
                    <a:pt x="3856141" y="1285843"/>
                  </a:lnTo>
                  <a:lnTo>
                    <a:pt x="3853296" y="1293592"/>
                  </a:lnTo>
                  <a:lnTo>
                    <a:pt x="3844762" y="1297437"/>
                  </a:lnTo>
                  <a:lnTo>
                    <a:pt x="3844205" y="1297485"/>
                  </a:lnTo>
                  <a:lnTo>
                    <a:pt x="3843169" y="1297509"/>
                  </a:lnTo>
                  <a:close/>
                </a:path>
                <a:path w="4122420" h="2482215">
                  <a:moveTo>
                    <a:pt x="3547785" y="1298301"/>
                  </a:moveTo>
                  <a:lnTo>
                    <a:pt x="3538024" y="1298301"/>
                  </a:lnTo>
                  <a:lnTo>
                    <a:pt x="3535015" y="1297293"/>
                  </a:lnTo>
                  <a:lnTo>
                    <a:pt x="3532638" y="1295039"/>
                  </a:lnTo>
                  <a:lnTo>
                    <a:pt x="3529227" y="1288422"/>
                  </a:lnTo>
                  <a:lnTo>
                    <a:pt x="3530005" y="1281650"/>
                  </a:lnTo>
                  <a:lnTo>
                    <a:pt x="3534420" y="1276374"/>
                  </a:lnTo>
                  <a:lnTo>
                    <a:pt x="3541919" y="1274249"/>
                  </a:lnTo>
                  <a:lnTo>
                    <a:pt x="3548670" y="1274249"/>
                  </a:lnTo>
                  <a:lnTo>
                    <a:pt x="3554588" y="1279860"/>
                  </a:lnTo>
                  <a:lnTo>
                    <a:pt x="3554588" y="1293409"/>
                  </a:lnTo>
                  <a:lnTo>
                    <a:pt x="3547785" y="1298301"/>
                  </a:lnTo>
                  <a:close/>
                </a:path>
                <a:path w="4122420" h="2482215">
                  <a:moveTo>
                    <a:pt x="3699181" y="1298301"/>
                  </a:moveTo>
                  <a:lnTo>
                    <a:pt x="3689800" y="1298301"/>
                  </a:lnTo>
                  <a:lnTo>
                    <a:pt x="3686841" y="1297293"/>
                  </a:lnTo>
                  <a:lnTo>
                    <a:pt x="3684490" y="1295039"/>
                  </a:lnTo>
                  <a:lnTo>
                    <a:pt x="3680702" y="1288422"/>
                  </a:lnTo>
                  <a:lnTo>
                    <a:pt x="3681427" y="1281650"/>
                  </a:lnTo>
                  <a:lnTo>
                    <a:pt x="3685787" y="1276374"/>
                  </a:lnTo>
                  <a:lnTo>
                    <a:pt x="3692910" y="1274249"/>
                  </a:lnTo>
                  <a:lnTo>
                    <a:pt x="3700522" y="1274249"/>
                  </a:lnTo>
                  <a:lnTo>
                    <a:pt x="3705579" y="1279860"/>
                  </a:lnTo>
                  <a:lnTo>
                    <a:pt x="3705579" y="1293409"/>
                  </a:lnTo>
                  <a:lnTo>
                    <a:pt x="3699181" y="1298301"/>
                  </a:lnTo>
                  <a:close/>
                </a:path>
                <a:path w="4122420" h="2482215">
                  <a:moveTo>
                    <a:pt x="3775094" y="1298301"/>
                  </a:moveTo>
                  <a:lnTo>
                    <a:pt x="3765308" y="1298301"/>
                  </a:lnTo>
                  <a:lnTo>
                    <a:pt x="3762198" y="1297293"/>
                  </a:lnTo>
                  <a:lnTo>
                    <a:pt x="3759568" y="1295039"/>
                  </a:lnTo>
                  <a:lnTo>
                    <a:pt x="3756263" y="1288422"/>
                  </a:lnTo>
                  <a:lnTo>
                    <a:pt x="3757235" y="1281650"/>
                  </a:lnTo>
                  <a:lnTo>
                    <a:pt x="3761688" y="1276374"/>
                  </a:lnTo>
                  <a:lnTo>
                    <a:pt x="3768823" y="1274249"/>
                  </a:lnTo>
                  <a:lnTo>
                    <a:pt x="3775575" y="1274249"/>
                  </a:lnTo>
                  <a:lnTo>
                    <a:pt x="3781492" y="1279860"/>
                  </a:lnTo>
                  <a:lnTo>
                    <a:pt x="3781492" y="1293409"/>
                  </a:lnTo>
                  <a:lnTo>
                    <a:pt x="3775094" y="1298301"/>
                  </a:lnTo>
                  <a:close/>
                </a:path>
                <a:path w="4122420" h="2482215">
                  <a:moveTo>
                    <a:pt x="3926921" y="1298301"/>
                  </a:moveTo>
                  <a:lnTo>
                    <a:pt x="3917539" y="1298301"/>
                  </a:lnTo>
                  <a:lnTo>
                    <a:pt x="3914605" y="1297293"/>
                  </a:lnTo>
                  <a:lnTo>
                    <a:pt x="3912229" y="1295039"/>
                  </a:lnTo>
                  <a:lnTo>
                    <a:pt x="3908453" y="1288422"/>
                  </a:lnTo>
                  <a:lnTo>
                    <a:pt x="3909178" y="1281650"/>
                  </a:lnTo>
                  <a:lnTo>
                    <a:pt x="3913541" y="1276374"/>
                  </a:lnTo>
                  <a:lnTo>
                    <a:pt x="3920675" y="1274249"/>
                  </a:lnTo>
                  <a:lnTo>
                    <a:pt x="3921105" y="1274201"/>
                  </a:lnTo>
                  <a:lnTo>
                    <a:pt x="3921964" y="1274177"/>
                  </a:lnTo>
                  <a:lnTo>
                    <a:pt x="3928160" y="1274177"/>
                  </a:lnTo>
                  <a:lnTo>
                    <a:pt x="3933319" y="1279500"/>
                  </a:lnTo>
                  <a:lnTo>
                    <a:pt x="3933319" y="1293409"/>
                  </a:lnTo>
                  <a:lnTo>
                    <a:pt x="3926921" y="1298301"/>
                  </a:lnTo>
                  <a:close/>
                </a:path>
                <a:path w="4122420" h="2482215">
                  <a:moveTo>
                    <a:pt x="3464539" y="1298325"/>
                  </a:moveTo>
                  <a:lnTo>
                    <a:pt x="3455677" y="1294552"/>
                  </a:lnTo>
                  <a:lnTo>
                    <a:pt x="3452723" y="1286251"/>
                  </a:lnTo>
                  <a:lnTo>
                    <a:pt x="3455677" y="1277950"/>
                  </a:lnTo>
                  <a:lnTo>
                    <a:pt x="3464539" y="1274177"/>
                  </a:lnTo>
                  <a:lnTo>
                    <a:pt x="3465019" y="1274177"/>
                  </a:lnTo>
                  <a:lnTo>
                    <a:pt x="3466005" y="1274249"/>
                  </a:lnTo>
                  <a:lnTo>
                    <a:pt x="3475024" y="1278451"/>
                  </a:lnTo>
                  <a:lnTo>
                    <a:pt x="3478030" y="1286251"/>
                  </a:lnTo>
                  <a:lnTo>
                    <a:pt x="3475024" y="1294050"/>
                  </a:lnTo>
                  <a:lnTo>
                    <a:pt x="3466005" y="1298253"/>
                  </a:lnTo>
                  <a:lnTo>
                    <a:pt x="3465500" y="1298301"/>
                  </a:lnTo>
                  <a:lnTo>
                    <a:pt x="3464539" y="1298325"/>
                  </a:lnTo>
                  <a:close/>
                </a:path>
                <a:path w="4122420" h="2482215">
                  <a:moveTo>
                    <a:pt x="3616289" y="1298325"/>
                  </a:moveTo>
                  <a:lnTo>
                    <a:pt x="3607015" y="1294552"/>
                  </a:lnTo>
                  <a:lnTo>
                    <a:pt x="3603923" y="1286251"/>
                  </a:lnTo>
                  <a:lnTo>
                    <a:pt x="3607015" y="1277950"/>
                  </a:lnTo>
                  <a:lnTo>
                    <a:pt x="3616289" y="1274177"/>
                  </a:lnTo>
                  <a:lnTo>
                    <a:pt x="3616794" y="1274177"/>
                  </a:lnTo>
                  <a:lnTo>
                    <a:pt x="3617857" y="1274249"/>
                  </a:lnTo>
                  <a:lnTo>
                    <a:pt x="3626392" y="1278451"/>
                  </a:lnTo>
                  <a:lnTo>
                    <a:pt x="3629237" y="1286251"/>
                  </a:lnTo>
                  <a:lnTo>
                    <a:pt x="3626392" y="1294050"/>
                  </a:lnTo>
                  <a:lnTo>
                    <a:pt x="3617857" y="1298253"/>
                  </a:lnTo>
                  <a:lnTo>
                    <a:pt x="3617326" y="1298301"/>
                  </a:lnTo>
                  <a:lnTo>
                    <a:pt x="3616289" y="1298325"/>
                  </a:lnTo>
                  <a:close/>
                </a:path>
                <a:path w="4122420" h="2482215">
                  <a:moveTo>
                    <a:pt x="737054" y="1298828"/>
                  </a:moveTo>
                  <a:lnTo>
                    <a:pt x="727293" y="1298828"/>
                  </a:lnTo>
                  <a:lnTo>
                    <a:pt x="723981" y="1297677"/>
                  </a:lnTo>
                  <a:lnTo>
                    <a:pt x="721199" y="1295039"/>
                  </a:lnTo>
                  <a:lnTo>
                    <a:pt x="717788" y="1288879"/>
                  </a:lnTo>
                  <a:lnTo>
                    <a:pt x="718566" y="1282342"/>
                  </a:lnTo>
                  <a:lnTo>
                    <a:pt x="722981" y="1277153"/>
                  </a:lnTo>
                  <a:lnTo>
                    <a:pt x="730480" y="1275040"/>
                  </a:lnTo>
                  <a:lnTo>
                    <a:pt x="731314" y="1275855"/>
                  </a:lnTo>
                  <a:lnTo>
                    <a:pt x="737231" y="1275855"/>
                  </a:lnTo>
                  <a:lnTo>
                    <a:pt x="742289" y="1280651"/>
                  </a:lnTo>
                  <a:lnTo>
                    <a:pt x="743123" y="1287054"/>
                  </a:lnTo>
                  <a:lnTo>
                    <a:pt x="743123" y="1294032"/>
                  </a:lnTo>
                  <a:lnTo>
                    <a:pt x="737054" y="1298828"/>
                  </a:lnTo>
                  <a:close/>
                </a:path>
                <a:path w="4122420" h="2482215">
                  <a:moveTo>
                    <a:pt x="812234" y="1298828"/>
                  </a:moveTo>
                  <a:lnTo>
                    <a:pt x="802751" y="1298828"/>
                  </a:lnTo>
                  <a:lnTo>
                    <a:pt x="799615" y="1297677"/>
                  </a:lnTo>
                  <a:lnTo>
                    <a:pt x="797112" y="1295039"/>
                  </a:lnTo>
                  <a:lnTo>
                    <a:pt x="793349" y="1288879"/>
                  </a:lnTo>
                  <a:lnTo>
                    <a:pt x="794166" y="1282342"/>
                  </a:lnTo>
                  <a:lnTo>
                    <a:pt x="798776" y="1277153"/>
                  </a:lnTo>
                  <a:lnTo>
                    <a:pt x="806392" y="1275040"/>
                  </a:lnTo>
                  <a:lnTo>
                    <a:pt x="807252" y="1275855"/>
                  </a:lnTo>
                  <a:lnTo>
                    <a:pt x="813144" y="1275855"/>
                  </a:lnTo>
                  <a:lnTo>
                    <a:pt x="818202" y="1280651"/>
                  </a:lnTo>
                  <a:lnTo>
                    <a:pt x="819062" y="1287054"/>
                  </a:lnTo>
                  <a:lnTo>
                    <a:pt x="818480" y="1294032"/>
                  </a:lnTo>
                  <a:lnTo>
                    <a:pt x="812234" y="1298828"/>
                  </a:lnTo>
                  <a:close/>
                </a:path>
                <a:path w="4122420" h="2482215">
                  <a:moveTo>
                    <a:pt x="888577" y="1299092"/>
                  </a:moveTo>
                  <a:lnTo>
                    <a:pt x="878790" y="1299092"/>
                  </a:lnTo>
                  <a:lnTo>
                    <a:pt x="875655" y="1298085"/>
                  </a:lnTo>
                  <a:lnTo>
                    <a:pt x="873025" y="1295855"/>
                  </a:lnTo>
                  <a:lnTo>
                    <a:pt x="869735" y="1289224"/>
                  </a:lnTo>
                  <a:lnTo>
                    <a:pt x="870715" y="1282444"/>
                  </a:lnTo>
                  <a:lnTo>
                    <a:pt x="875170" y="1277166"/>
                  </a:lnTo>
                  <a:lnTo>
                    <a:pt x="882306" y="1275040"/>
                  </a:lnTo>
                  <a:lnTo>
                    <a:pt x="882306" y="1275855"/>
                  </a:lnTo>
                  <a:lnTo>
                    <a:pt x="889057" y="1275855"/>
                  </a:lnTo>
                  <a:lnTo>
                    <a:pt x="894975" y="1280651"/>
                  </a:lnTo>
                  <a:lnTo>
                    <a:pt x="894975" y="1294200"/>
                  </a:lnTo>
                  <a:lnTo>
                    <a:pt x="888577" y="1299092"/>
                  </a:lnTo>
                  <a:close/>
                </a:path>
                <a:path w="4122420" h="2482215">
                  <a:moveTo>
                    <a:pt x="964490" y="1299092"/>
                  </a:moveTo>
                  <a:lnTo>
                    <a:pt x="955108" y="1299092"/>
                  </a:lnTo>
                  <a:lnTo>
                    <a:pt x="952150" y="1298085"/>
                  </a:lnTo>
                  <a:lnTo>
                    <a:pt x="949798" y="1295855"/>
                  </a:lnTo>
                  <a:lnTo>
                    <a:pt x="946011" y="1289224"/>
                  </a:lnTo>
                  <a:lnTo>
                    <a:pt x="946735" y="1282444"/>
                  </a:lnTo>
                  <a:lnTo>
                    <a:pt x="951096" y="1277166"/>
                  </a:lnTo>
                  <a:lnTo>
                    <a:pt x="958219" y="1275040"/>
                  </a:lnTo>
                  <a:lnTo>
                    <a:pt x="958219" y="1275855"/>
                  </a:lnTo>
                  <a:lnTo>
                    <a:pt x="964971" y="1275855"/>
                  </a:lnTo>
                  <a:lnTo>
                    <a:pt x="970888" y="1280651"/>
                  </a:lnTo>
                  <a:lnTo>
                    <a:pt x="970888" y="1294200"/>
                  </a:lnTo>
                  <a:lnTo>
                    <a:pt x="964490" y="1299092"/>
                  </a:lnTo>
                  <a:close/>
                </a:path>
                <a:path w="4122420" h="2482215">
                  <a:moveTo>
                    <a:pt x="1343221" y="1299092"/>
                  </a:moveTo>
                  <a:lnTo>
                    <a:pt x="1333839" y="1299092"/>
                  </a:lnTo>
                  <a:lnTo>
                    <a:pt x="1330906" y="1298085"/>
                  </a:lnTo>
                  <a:lnTo>
                    <a:pt x="1328529" y="1295855"/>
                  </a:lnTo>
                  <a:lnTo>
                    <a:pt x="1324753" y="1289224"/>
                  </a:lnTo>
                  <a:lnTo>
                    <a:pt x="1325479" y="1282444"/>
                  </a:lnTo>
                  <a:lnTo>
                    <a:pt x="1329841" y="1277166"/>
                  </a:lnTo>
                  <a:lnTo>
                    <a:pt x="1336975" y="1275040"/>
                  </a:lnTo>
                  <a:lnTo>
                    <a:pt x="1336975" y="1275855"/>
                  </a:lnTo>
                  <a:lnTo>
                    <a:pt x="1343727" y="1275855"/>
                  </a:lnTo>
                  <a:lnTo>
                    <a:pt x="1349619" y="1280651"/>
                  </a:lnTo>
                  <a:lnTo>
                    <a:pt x="1349619" y="1294200"/>
                  </a:lnTo>
                  <a:lnTo>
                    <a:pt x="1343221" y="1299092"/>
                  </a:lnTo>
                  <a:close/>
                </a:path>
                <a:path w="4122420" h="2482215">
                  <a:moveTo>
                    <a:pt x="1721977" y="1299092"/>
                  </a:moveTo>
                  <a:lnTo>
                    <a:pt x="1712570" y="1299092"/>
                  </a:lnTo>
                  <a:lnTo>
                    <a:pt x="1709637" y="1298085"/>
                  </a:lnTo>
                  <a:lnTo>
                    <a:pt x="1707285" y="1295855"/>
                  </a:lnTo>
                  <a:lnTo>
                    <a:pt x="1703498" y="1289224"/>
                  </a:lnTo>
                  <a:lnTo>
                    <a:pt x="1704222" y="1282444"/>
                  </a:lnTo>
                  <a:lnTo>
                    <a:pt x="1708583" y="1277166"/>
                  </a:lnTo>
                  <a:lnTo>
                    <a:pt x="1715706" y="1275040"/>
                  </a:lnTo>
                  <a:lnTo>
                    <a:pt x="1715706" y="1275855"/>
                  </a:lnTo>
                  <a:lnTo>
                    <a:pt x="1722458" y="1275855"/>
                  </a:lnTo>
                  <a:lnTo>
                    <a:pt x="1728375" y="1280651"/>
                  </a:lnTo>
                  <a:lnTo>
                    <a:pt x="1728375" y="1294200"/>
                  </a:lnTo>
                  <a:lnTo>
                    <a:pt x="1721977" y="1299092"/>
                  </a:lnTo>
                  <a:close/>
                </a:path>
                <a:path w="4122420" h="2482215">
                  <a:moveTo>
                    <a:pt x="2101163" y="1299092"/>
                  </a:moveTo>
                  <a:lnTo>
                    <a:pt x="2091402" y="1299092"/>
                  </a:lnTo>
                  <a:lnTo>
                    <a:pt x="2088393" y="1298085"/>
                  </a:lnTo>
                  <a:lnTo>
                    <a:pt x="2086016" y="1295855"/>
                  </a:lnTo>
                  <a:lnTo>
                    <a:pt x="2082605" y="1289224"/>
                  </a:lnTo>
                  <a:lnTo>
                    <a:pt x="2083383" y="1282444"/>
                  </a:lnTo>
                  <a:lnTo>
                    <a:pt x="2087798" y="1277166"/>
                  </a:lnTo>
                  <a:lnTo>
                    <a:pt x="2095296" y="1275040"/>
                  </a:lnTo>
                  <a:lnTo>
                    <a:pt x="2094462" y="1275855"/>
                  </a:lnTo>
                  <a:lnTo>
                    <a:pt x="2102018" y="1275855"/>
                  </a:lnTo>
                  <a:lnTo>
                    <a:pt x="2107156" y="1281059"/>
                  </a:lnTo>
                  <a:lnTo>
                    <a:pt x="2107940" y="1287054"/>
                  </a:lnTo>
                  <a:lnTo>
                    <a:pt x="2107940" y="1294200"/>
                  </a:lnTo>
                  <a:lnTo>
                    <a:pt x="2101163" y="1299092"/>
                  </a:lnTo>
                  <a:close/>
                </a:path>
                <a:path w="4122420" h="2482215">
                  <a:moveTo>
                    <a:pt x="2102018" y="1275855"/>
                  </a:moveTo>
                  <a:lnTo>
                    <a:pt x="2094462" y="1275855"/>
                  </a:lnTo>
                  <a:lnTo>
                    <a:pt x="2095322" y="1275783"/>
                  </a:lnTo>
                  <a:lnTo>
                    <a:pt x="2101947" y="1275783"/>
                  </a:lnTo>
                  <a:close/>
                </a:path>
                <a:path w="4122420" h="2482215">
                  <a:moveTo>
                    <a:pt x="1032589" y="1299116"/>
                  </a:moveTo>
                  <a:lnTo>
                    <a:pt x="1023315" y="1295347"/>
                  </a:lnTo>
                  <a:lnTo>
                    <a:pt x="1020228" y="1287042"/>
                  </a:lnTo>
                  <a:lnTo>
                    <a:pt x="1023315" y="1278761"/>
                  </a:lnTo>
                  <a:lnTo>
                    <a:pt x="1032589" y="1274992"/>
                  </a:lnTo>
                  <a:lnTo>
                    <a:pt x="1033626" y="1274992"/>
                  </a:lnTo>
                  <a:lnTo>
                    <a:pt x="1034157" y="1275040"/>
                  </a:lnTo>
                  <a:lnTo>
                    <a:pt x="1042692" y="1279243"/>
                  </a:lnTo>
                  <a:lnTo>
                    <a:pt x="1045532" y="1287054"/>
                  </a:lnTo>
                  <a:lnTo>
                    <a:pt x="1042692" y="1294842"/>
                  </a:lnTo>
                  <a:lnTo>
                    <a:pt x="1034157" y="1299044"/>
                  </a:lnTo>
                  <a:lnTo>
                    <a:pt x="1033626" y="1299092"/>
                  </a:lnTo>
                  <a:lnTo>
                    <a:pt x="1032589" y="1299116"/>
                  </a:lnTo>
                  <a:close/>
                </a:path>
                <a:path w="4122420" h="2482215">
                  <a:moveTo>
                    <a:pt x="1259519" y="1299116"/>
                  </a:moveTo>
                  <a:lnTo>
                    <a:pt x="1250231" y="1295347"/>
                  </a:lnTo>
                  <a:lnTo>
                    <a:pt x="1247135" y="1287054"/>
                  </a:lnTo>
                  <a:lnTo>
                    <a:pt x="1250231" y="1278761"/>
                  </a:lnTo>
                  <a:lnTo>
                    <a:pt x="1259519" y="1274992"/>
                  </a:lnTo>
                  <a:lnTo>
                    <a:pt x="1260531" y="1274992"/>
                  </a:lnTo>
                  <a:lnTo>
                    <a:pt x="1261062" y="1275040"/>
                  </a:lnTo>
                  <a:lnTo>
                    <a:pt x="1269596" y="1278909"/>
                  </a:lnTo>
                  <a:lnTo>
                    <a:pt x="1272441" y="1286745"/>
                  </a:lnTo>
                  <a:lnTo>
                    <a:pt x="1269596" y="1294730"/>
                  </a:lnTo>
                  <a:lnTo>
                    <a:pt x="1261062" y="1299044"/>
                  </a:lnTo>
                  <a:lnTo>
                    <a:pt x="1260531" y="1299092"/>
                  </a:lnTo>
                  <a:lnTo>
                    <a:pt x="1259519" y="1299116"/>
                  </a:lnTo>
                  <a:close/>
                </a:path>
                <a:path w="4122420" h="2482215">
                  <a:moveTo>
                    <a:pt x="1411346" y="1299116"/>
                  </a:moveTo>
                  <a:lnTo>
                    <a:pt x="1402057" y="1295347"/>
                  </a:lnTo>
                  <a:lnTo>
                    <a:pt x="1398961" y="1287054"/>
                  </a:lnTo>
                  <a:lnTo>
                    <a:pt x="1402057" y="1278761"/>
                  </a:lnTo>
                  <a:lnTo>
                    <a:pt x="1411346" y="1274992"/>
                  </a:lnTo>
                  <a:lnTo>
                    <a:pt x="1412357" y="1274992"/>
                  </a:lnTo>
                  <a:lnTo>
                    <a:pt x="1412888" y="1275040"/>
                  </a:lnTo>
                  <a:lnTo>
                    <a:pt x="1421423" y="1279357"/>
                  </a:lnTo>
                  <a:lnTo>
                    <a:pt x="1424267" y="1287348"/>
                  </a:lnTo>
                  <a:lnTo>
                    <a:pt x="1421423" y="1295185"/>
                  </a:lnTo>
                  <a:lnTo>
                    <a:pt x="1412888" y="1299044"/>
                  </a:lnTo>
                  <a:lnTo>
                    <a:pt x="1412357" y="1299092"/>
                  </a:lnTo>
                  <a:lnTo>
                    <a:pt x="1411346" y="1299116"/>
                  </a:lnTo>
                  <a:close/>
                </a:path>
                <a:path w="4122420" h="2482215">
                  <a:moveTo>
                    <a:pt x="2017006" y="1299116"/>
                  </a:moveTo>
                  <a:lnTo>
                    <a:pt x="2008187" y="1295470"/>
                  </a:lnTo>
                  <a:lnTo>
                    <a:pt x="2005248" y="1287450"/>
                  </a:lnTo>
                  <a:lnTo>
                    <a:pt x="2008187" y="1279429"/>
                  </a:lnTo>
                  <a:lnTo>
                    <a:pt x="2017006" y="1275783"/>
                  </a:lnTo>
                  <a:lnTo>
                    <a:pt x="2017512" y="1275783"/>
                  </a:lnTo>
                  <a:lnTo>
                    <a:pt x="2018524" y="1275855"/>
                  </a:lnTo>
                  <a:lnTo>
                    <a:pt x="2027542" y="1279701"/>
                  </a:lnTo>
                  <a:lnTo>
                    <a:pt x="2030548" y="1287450"/>
                  </a:lnTo>
                  <a:lnTo>
                    <a:pt x="2027542" y="1295198"/>
                  </a:lnTo>
                  <a:lnTo>
                    <a:pt x="2018524" y="1299044"/>
                  </a:lnTo>
                  <a:lnTo>
                    <a:pt x="2018018" y="1299092"/>
                  </a:lnTo>
                  <a:lnTo>
                    <a:pt x="2017006" y="1299116"/>
                  </a:lnTo>
                  <a:close/>
                </a:path>
                <a:path w="4122420" h="2482215">
                  <a:moveTo>
                    <a:pt x="1798118" y="1299260"/>
                  </a:moveTo>
                  <a:lnTo>
                    <a:pt x="1788357" y="1299260"/>
                  </a:lnTo>
                  <a:lnTo>
                    <a:pt x="1785095" y="1298181"/>
                  </a:lnTo>
                  <a:lnTo>
                    <a:pt x="1782338" y="1295855"/>
                  </a:lnTo>
                  <a:lnTo>
                    <a:pt x="1779048" y="1289224"/>
                  </a:lnTo>
                  <a:lnTo>
                    <a:pt x="1780028" y="1282444"/>
                  </a:lnTo>
                  <a:lnTo>
                    <a:pt x="1784483" y="1277166"/>
                  </a:lnTo>
                  <a:lnTo>
                    <a:pt x="1791619" y="1275040"/>
                  </a:lnTo>
                  <a:lnTo>
                    <a:pt x="1791619" y="1275855"/>
                  </a:lnTo>
                  <a:lnTo>
                    <a:pt x="1798371" y="1275855"/>
                  </a:lnTo>
                  <a:lnTo>
                    <a:pt x="1804288" y="1280651"/>
                  </a:lnTo>
                  <a:lnTo>
                    <a:pt x="1804288" y="1294608"/>
                  </a:lnTo>
                  <a:lnTo>
                    <a:pt x="1798118" y="1299260"/>
                  </a:lnTo>
                  <a:close/>
                </a:path>
                <a:path w="4122420" h="2482215">
                  <a:moveTo>
                    <a:pt x="1949565" y="1299260"/>
                  </a:moveTo>
                  <a:lnTo>
                    <a:pt x="1939829" y="1299260"/>
                  </a:lnTo>
                  <a:lnTo>
                    <a:pt x="1936643" y="1298181"/>
                  </a:lnTo>
                  <a:lnTo>
                    <a:pt x="1934190" y="1295855"/>
                  </a:lnTo>
                  <a:lnTo>
                    <a:pt x="1930416" y="1289557"/>
                  </a:lnTo>
                  <a:lnTo>
                    <a:pt x="1931234" y="1282741"/>
                  </a:lnTo>
                  <a:lnTo>
                    <a:pt x="1935851" y="1277277"/>
                  </a:lnTo>
                  <a:lnTo>
                    <a:pt x="1943470" y="1275040"/>
                  </a:lnTo>
                  <a:lnTo>
                    <a:pt x="1943470" y="1275855"/>
                  </a:lnTo>
                  <a:lnTo>
                    <a:pt x="1950197" y="1275855"/>
                  </a:lnTo>
                  <a:lnTo>
                    <a:pt x="1955280" y="1280651"/>
                  </a:lnTo>
                  <a:lnTo>
                    <a:pt x="1956114" y="1287054"/>
                  </a:lnTo>
                  <a:lnTo>
                    <a:pt x="1956114" y="1294608"/>
                  </a:lnTo>
                  <a:lnTo>
                    <a:pt x="1949565" y="1299260"/>
                  </a:lnTo>
                  <a:close/>
                </a:path>
                <a:path w="4122420" h="2482215">
                  <a:moveTo>
                    <a:pt x="2176874" y="1299260"/>
                  </a:moveTo>
                  <a:lnTo>
                    <a:pt x="2167088" y="1299260"/>
                  </a:lnTo>
                  <a:lnTo>
                    <a:pt x="2163826" y="1298181"/>
                  </a:lnTo>
                  <a:lnTo>
                    <a:pt x="2161094" y="1295855"/>
                  </a:lnTo>
                  <a:lnTo>
                    <a:pt x="2157801" y="1289557"/>
                  </a:lnTo>
                  <a:lnTo>
                    <a:pt x="2158774" y="1282741"/>
                  </a:lnTo>
                  <a:lnTo>
                    <a:pt x="2163228" y="1277277"/>
                  </a:lnTo>
                  <a:lnTo>
                    <a:pt x="2170375" y="1275040"/>
                  </a:lnTo>
                  <a:lnTo>
                    <a:pt x="2170375" y="1275855"/>
                  </a:lnTo>
                  <a:lnTo>
                    <a:pt x="2177127" y="1275855"/>
                  </a:lnTo>
                  <a:lnTo>
                    <a:pt x="2183019" y="1280651"/>
                  </a:lnTo>
                  <a:lnTo>
                    <a:pt x="2183019" y="1294608"/>
                  </a:lnTo>
                  <a:lnTo>
                    <a:pt x="2176874" y="1299260"/>
                  </a:lnTo>
                  <a:close/>
                </a:path>
                <a:path w="4122420" h="2482215">
                  <a:moveTo>
                    <a:pt x="510149" y="1299644"/>
                  </a:moveTo>
                  <a:lnTo>
                    <a:pt x="500388" y="1299644"/>
                  </a:lnTo>
                  <a:lnTo>
                    <a:pt x="497076" y="1298468"/>
                  </a:lnTo>
                  <a:lnTo>
                    <a:pt x="494294" y="1295855"/>
                  </a:lnTo>
                  <a:lnTo>
                    <a:pt x="491001" y="1289685"/>
                  </a:lnTo>
                  <a:lnTo>
                    <a:pt x="491974" y="1283148"/>
                  </a:lnTo>
                  <a:lnTo>
                    <a:pt x="496428" y="1277965"/>
                  </a:lnTo>
                  <a:lnTo>
                    <a:pt x="503575" y="1275855"/>
                  </a:lnTo>
                  <a:lnTo>
                    <a:pt x="511161" y="1275855"/>
                  </a:lnTo>
                  <a:lnTo>
                    <a:pt x="516219" y="1281443"/>
                  </a:lnTo>
                  <a:lnTo>
                    <a:pt x="516219" y="1294823"/>
                  </a:lnTo>
                  <a:lnTo>
                    <a:pt x="510149" y="1299644"/>
                  </a:lnTo>
                  <a:close/>
                </a:path>
                <a:path w="4122420" h="2482215">
                  <a:moveTo>
                    <a:pt x="586063" y="1299644"/>
                  </a:moveTo>
                  <a:lnTo>
                    <a:pt x="576681" y="1299644"/>
                  </a:lnTo>
                  <a:lnTo>
                    <a:pt x="573545" y="1298468"/>
                  </a:lnTo>
                  <a:lnTo>
                    <a:pt x="571067" y="1295855"/>
                  </a:lnTo>
                  <a:lnTo>
                    <a:pt x="567276" y="1289685"/>
                  </a:lnTo>
                  <a:lnTo>
                    <a:pt x="567995" y="1283148"/>
                  </a:lnTo>
                  <a:lnTo>
                    <a:pt x="572354" y="1277965"/>
                  </a:lnTo>
                  <a:lnTo>
                    <a:pt x="579488" y="1275855"/>
                  </a:lnTo>
                  <a:lnTo>
                    <a:pt x="586240" y="1275855"/>
                  </a:lnTo>
                  <a:lnTo>
                    <a:pt x="592131" y="1280651"/>
                  </a:lnTo>
                  <a:lnTo>
                    <a:pt x="592131" y="1294823"/>
                  </a:lnTo>
                  <a:lnTo>
                    <a:pt x="586063" y="1299644"/>
                  </a:lnTo>
                  <a:close/>
                </a:path>
                <a:path w="4122420" h="2482215">
                  <a:moveTo>
                    <a:pt x="1116645" y="1299644"/>
                  </a:moveTo>
                  <a:lnTo>
                    <a:pt x="1106884" y="1299644"/>
                  </a:lnTo>
                  <a:lnTo>
                    <a:pt x="1103571" y="1298468"/>
                  </a:lnTo>
                  <a:lnTo>
                    <a:pt x="1100790" y="1295855"/>
                  </a:lnTo>
                  <a:lnTo>
                    <a:pt x="1097379" y="1289685"/>
                  </a:lnTo>
                  <a:lnTo>
                    <a:pt x="1098157" y="1283148"/>
                  </a:lnTo>
                  <a:lnTo>
                    <a:pt x="1102571" y="1277965"/>
                  </a:lnTo>
                  <a:lnTo>
                    <a:pt x="1110070" y="1275855"/>
                  </a:lnTo>
                  <a:lnTo>
                    <a:pt x="1116822" y="1275855"/>
                  </a:lnTo>
                  <a:lnTo>
                    <a:pt x="1122714" y="1280651"/>
                  </a:lnTo>
                  <a:lnTo>
                    <a:pt x="1122714" y="1294823"/>
                  </a:lnTo>
                  <a:lnTo>
                    <a:pt x="1116645" y="1299644"/>
                  </a:lnTo>
                  <a:close/>
                </a:path>
                <a:path w="4122420" h="2482215">
                  <a:moveTo>
                    <a:pt x="1191723" y="1299644"/>
                  </a:moveTo>
                  <a:lnTo>
                    <a:pt x="1182342" y="1299644"/>
                  </a:lnTo>
                  <a:lnTo>
                    <a:pt x="1179206" y="1298468"/>
                  </a:lnTo>
                  <a:lnTo>
                    <a:pt x="1176703" y="1295855"/>
                  </a:lnTo>
                  <a:lnTo>
                    <a:pt x="1172929" y="1289685"/>
                  </a:lnTo>
                  <a:lnTo>
                    <a:pt x="1173747" y="1283148"/>
                  </a:lnTo>
                  <a:lnTo>
                    <a:pt x="1178363" y="1277965"/>
                  </a:lnTo>
                  <a:lnTo>
                    <a:pt x="1185983" y="1275855"/>
                  </a:lnTo>
                  <a:lnTo>
                    <a:pt x="1192735" y="1275855"/>
                  </a:lnTo>
                  <a:lnTo>
                    <a:pt x="1198627" y="1280651"/>
                  </a:lnTo>
                  <a:lnTo>
                    <a:pt x="1197792" y="1287845"/>
                  </a:lnTo>
                  <a:lnTo>
                    <a:pt x="1197792" y="1294823"/>
                  </a:lnTo>
                  <a:lnTo>
                    <a:pt x="1191723" y="1299644"/>
                  </a:lnTo>
                  <a:close/>
                </a:path>
                <a:path w="4122420" h="2482215">
                  <a:moveTo>
                    <a:pt x="1494996" y="1299644"/>
                  </a:moveTo>
                  <a:lnTo>
                    <a:pt x="1485261" y="1299644"/>
                  </a:lnTo>
                  <a:lnTo>
                    <a:pt x="1482024" y="1298468"/>
                  </a:lnTo>
                  <a:lnTo>
                    <a:pt x="1479521" y="1295855"/>
                  </a:lnTo>
                  <a:lnTo>
                    <a:pt x="1475758" y="1289685"/>
                  </a:lnTo>
                  <a:lnTo>
                    <a:pt x="1476575" y="1283148"/>
                  </a:lnTo>
                  <a:lnTo>
                    <a:pt x="1481185" y="1277965"/>
                  </a:lnTo>
                  <a:lnTo>
                    <a:pt x="1488801" y="1275855"/>
                  </a:lnTo>
                  <a:lnTo>
                    <a:pt x="1495553" y="1275855"/>
                  </a:lnTo>
                  <a:lnTo>
                    <a:pt x="1501445" y="1280651"/>
                  </a:lnTo>
                  <a:lnTo>
                    <a:pt x="1501445" y="1294823"/>
                  </a:lnTo>
                  <a:lnTo>
                    <a:pt x="1494996" y="1299644"/>
                  </a:lnTo>
                  <a:close/>
                </a:path>
                <a:path w="4122420" h="2482215">
                  <a:moveTo>
                    <a:pt x="1570910" y="1299644"/>
                  </a:moveTo>
                  <a:lnTo>
                    <a:pt x="1561174" y="1299644"/>
                  </a:lnTo>
                  <a:lnTo>
                    <a:pt x="1557937" y="1298468"/>
                  </a:lnTo>
                  <a:lnTo>
                    <a:pt x="1555433" y="1295855"/>
                  </a:lnTo>
                  <a:lnTo>
                    <a:pt x="1551670" y="1289685"/>
                  </a:lnTo>
                  <a:lnTo>
                    <a:pt x="1552488" y="1283148"/>
                  </a:lnTo>
                  <a:lnTo>
                    <a:pt x="1557098" y="1277965"/>
                  </a:lnTo>
                  <a:lnTo>
                    <a:pt x="1564714" y="1275855"/>
                  </a:lnTo>
                  <a:lnTo>
                    <a:pt x="1571466" y="1275855"/>
                  </a:lnTo>
                  <a:lnTo>
                    <a:pt x="1577383" y="1280651"/>
                  </a:lnTo>
                  <a:lnTo>
                    <a:pt x="1577383" y="1294823"/>
                  </a:lnTo>
                  <a:lnTo>
                    <a:pt x="1570910" y="1299644"/>
                  </a:lnTo>
                  <a:close/>
                </a:path>
                <a:path w="4122420" h="2482215">
                  <a:moveTo>
                    <a:pt x="1874132" y="1299644"/>
                  </a:moveTo>
                  <a:lnTo>
                    <a:pt x="1864371" y="1299644"/>
                  </a:lnTo>
                  <a:lnTo>
                    <a:pt x="1861033" y="1298468"/>
                  </a:lnTo>
                  <a:lnTo>
                    <a:pt x="1858277" y="1295855"/>
                  </a:lnTo>
                  <a:lnTo>
                    <a:pt x="1854851" y="1289685"/>
                  </a:lnTo>
                  <a:lnTo>
                    <a:pt x="1855622" y="1283148"/>
                  </a:lnTo>
                  <a:lnTo>
                    <a:pt x="1860033" y="1277965"/>
                  </a:lnTo>
                  <a:lnTo>
                    <a:pt x="1867532" y="1275855"/>
                  </a:lnTo>
                  <a:lnTo>
                    <a:pt x="1874284" y="1275855"/>
                  </a:lnTo>
                  <a:lnTo>
                    <a:pt x="1880201" y="1280651"/>
                  </a:lnTo>
                  <a:lnTo>
                    <a:pt x="1880201" y="1294823"/>
                  </a:lnTo>
                  <a:lnTo>
                    <a:pt x="1874132" y="1299644"/>
                  </a:lnTo>
                  <a:close/>
                </a:path>
                <a:path w="4122420" h="2482215">
                  <a:moveTo>
                    <a:pt x="653858" y="1299907"/>
                  </a:moveTo>
                  <a:lnTo>
                    <a:pt x="644584" y="1296138"/>
                  </a:lnTo>
                  <a:lnTo>
                    <a:pt x="641493" y="1287845"/>
                  </a:lnTo>
                  <a:lnTo>
                    <a:pt x="644584" y="1279553"/>
                  </a:lnTo>
                  <a:lnTo>
                    <a:pt x="653858" y="1275783"/>
                  </a:lnTo>
                  <a:lnTo>
                    <a:pt x="654364" y="1275783"/>
                  </a:lnTo>
                  <a:lnTo>
                    <a:pt x="655401" y="1275855"/>
                  </a:lnTo>
                  <a:lnTo>
                    <a:pt x="663950" y="1280047"/>
                  </a:lnTo>
                  <a:lnTo>
                    <a:pt x="666799" y="1287845"/>
                  </a:lnTo>
                  <a:lnTo>
                    <a:pt x="663950" y="1295643"/>
                  </a:lnTo>
                  <a:lnTo>
                    <a:pt x="655401" y="1299835"/>
                  </a:lnTo>
                  <a:lnTo>
                    <a:pt x="654870" y="1299883"/>
                  </a:lnTo>
                  <a:lnTo>
                    <a:pt x="653858" y="1299907"/>
                  </a:lnTo>
                  <a:close/>
                </a:path>
                <a:path w="4122420" h="2482215">
                  <a:moveTo>
                    <a:pt x="1639085" y="1299907"/>
                  </a:moveTo>
                  <a:lnTo>
                    <a:pt x="1629811" y="1296138"/>
                  </a:lnTo>
                  <a:lnTo>
                    <a:pt x="1626719" y="1287845"/>
                  </a:lnTo>
                  <a:lnTo>
                    <a:pt x="1629811" y="1279553"/>
                  </a:lnTo>
                  <a:lnTo>
                    <a:pt x="1639085" y="1275783"/>
                  </a:lnTo>
                  <a:lnTo>
                    <a:pt x="1639590" y="1275783"/>
                  </a:lnTo>
                  <a:lnTo>
                    <a:pt x="1640627" y="1275855"/>
                  </a:lnTo>
                  <a:lnTo>
                    <a:pt x="1649176" y="1280047"/>
                  </a:lnTo>
                  <a:lnTo>
                    <a:pt x="1652026" y="1287845"/>
                  </a:lnTo>
                  <a:lnTo>
                    <a:pt x="1649176" y="1295643"/>
                  </a:lnTo>
                  <a:lnTo>
                    <a:pt x="1640627" y="1299835"/>
                  </a:lnTo>
                  <a:lnTo>
                    <a:pt x="1640096" y="1299883"/>
                  </a:lnTo>
                  <a:lnTo>
                    <a:pt x="1639085" y="1299907"/>
                  </a:lnTo>
                  <a:close/>
                </a:path>
                <a:path w="4122420" h="2482215">
                  <a:moveTo>
                    <a:pt x="3952714" y="1331849"/>
                  </a:moveTo>
                  <a:lnTo>
                    <a:pt x="3948516" y="1330242"/>
                  </a:lnTo>
                  <a:lnTo>
                    <a:pt x="3945963" y="1326237"/>
                  </a:lnTo>
                  <a:lnTo>
                    <a:pt x="3945963" y="1316645"/>
                  </a:lnTo>
                  <a:lnTo>
                    <a:pt x="3950185" y="1311849"/>
                  </a:lnTo>
                  <a:lnTo>
                    <a:pt x="3955243" y="1310243"/>
                  </a:lnTo>
                  <a:lnTo>
                    <a:pt x="3952714" y="1331849"/>
                  </a:lnTo>
                  <a:close/>
                </a:path>
                <a:path w="4122420" h="2482215">
                  <a:moveTo>
                    <a:pt x="3889217" y="1334007"/>
                  </a:moveTo>
                  <a:lnTo>
                    <a:pt x="3879456" y="1334007"/>
                  </a:lnTo>
                  <a:lnTo>
                    <a:pt x="3876169" y="1332856"/>
                  </a:lnTo>
                  <a:lnTo>
                    <a:pt x="3873438" y="1330242"/>
                  </a:lnTo>
                  <a:lnTo>
                    <a:pt x="3870027" y="1324082"/>
                  </a:lnTo>
                  <a:lnTo>
                    <a:pt x="3870804" y="1317545"/>
                  </a:lnTo>
                  <a:lnTo>
                    <a:pt x="3875219" y="1312356"/>
                  </a:lnTo>
                  <a:lnTo>
                    <a:pt x="3882718" y="1310243"/>
                  </a:lnTo>
                  <a:lnTo>
                    <a:pt x="3889470" y="1310243"/>
                  </a:lnTo>
                  <a:lnTo>
                    <a:pt x="3895362" y="1315039"/>
                  </a:lnTo>
                  <a:lnTo>
                    <a:pt x="3895362" y="1328995"/>
                  </a:lnTo>
                  <a:lnTo>
                    <a:pt x="3889217" y="1334007"/>
                  </a:lnTo>
                  <a:close/>
                </a:path>
                <a:path w="4122420" h="2482215">
                  <a:moveTo>
                    <a:pt x="3510233" y="1334295"/>
                  </a:moveTo>
                  <a:lnTo>
                    <a:pt x="3500851" y="1334295"/>
                  </a:lnTo>
                  <a:lnTo>
                    <a:pt x="3497893" y="1333287"/>
                  </a:lnTo>
                  <a:lnTo>
                    <a:pt x="3495541" y="1331033"/>
                  </a:lnTo>
                  <a:lnTo>
                    <a:pt x="3491754" y="1324416"/>
                  </a:lnTo>
                  <a:lnTo>
                    <a:pt x="3492478" y="1317644"/>
                  </a:lnTo>
                  <a:lnTo>
                    <a:pt x="3496839" y="1312368"/>
                  </a:lnTo>
                  <a:lnTo>
                    <a:pt x="3503962" y="1310243"/>
                  </a:lnTo>
                  <a:lnTo>
                    <a:pt x="3504392" y="1310195"/>
                  </a:lnTo>
                  <a:lnTo>
                    <a:pt x="3505251" y="1310171"/>
                  </a:lnTo>
                  <a:lnTo>
                    <a:pt x="3511447" y="1310171"/>
                  </a:lnTo>
                  <a:lnTo>
                    <a:pt x="3516631" y="1315494"/>
                  </a:lnTo>
                  <a:lnTo>
                    <a:pt x="3516631" y="1329403"/>
                  </a:lnTo>
                  <a:lnTo>
                    <a:pt x="3510233" y="1334295"/>
                  </a:lnTo>
                  <a:close/>
                </a:path>
                <a:path w="4122420" h="2482215">
                  <a:moveTo>
                    <a:pt x="3585388" y="1334295"/>
                  </a:moveTo>
                  <a:lnTo>
                    <a:pt x="3575905" y="1334295"/>
                  </a:lnTo>
                  <a:lnTo>
                    <a:pt x="3572972" y="1333287"/>
                  </a:lnTo>
                  <a:lnTo>
                    <a:pt x="3570619" y="1331033"/>
                  </a:lnTo>
                  <a:lnTo>
                    <a:pt x="3566842" y="1324416"/>
                  </a:lnTo>
                  <a:lnTo>
                    <a:pt x="3567652" y="1317644"/>
                  </a:lnTo>
                  <a:lnTo>
                    <a:pt x="3572259" y="1312368"/>
                  </a:lnTo>
                  <a:lnTo>
                    <a:pt x="3579875" y="1310243"/>
                  </a:lnTo>
                  <a:lnTo>
                    <a:pt x="3586626" y="1310243"/>
                  </a:lnTo>
                  <a:lnTo>
                    <a:pt x="3592544" y="1315854"/>
                  </a:lnTo>
                  <a:lnTo>
                    <a:pt x="3592544" y="1322233"/>
                  </a:lnTo>
                  <a:lnTo>
                    <a:pt x="3591963" y="1329403"/>
                  </a:lnTo>
                  <a:lnTo>
                    <a:pt x="3585388" y="1334295"/>
                  </a:lnTo>
                  <a:close/>
                </a:path>
                <a:path w="4122420" h="2482215">
                  <a:moveTo>
                    <a:pt x="3737138" y="1334295"/>
                  </a:moveTo>
                  <a:lnTo>
                    <a:pt x="3727756" y="1334295"/>
                  </a:lnTo>
                  <a:lnTo>
                    <a:pt x="3724798" y="1333287"/>
                  </a:lnTo>
                  <a:lnTo>
                    <a:pt x="3722446" y="1331033"/>
                  </a:lnTo>
                  <a:lnTo>
                    <a:pt x="3718659" y="1324416"/>
                  </a:lnTo>
                  <a:lnTo>
                    <a:pt x="3719383" y="1317644"/>
                  </a:lnTo>
                  <a:lnTo>
                    <a:pt x="3723744" y="1312368"/>
                  </a:lnTo>
                  <a:lnTo>
                    <a:pt x="3730866" y="1310243"/>
                  </a:lnTo>
                  <a:lnTo>
                    <a:pt x="3738478" y="1310243"/>
                  </a:lnTo>
                  <a:lnTo>
                    <a:pt x="3743536" y="1315854"/>
                  </a:lnTo>
                  <a:lnTo>
                    <a:pt x="3743536" y="1329403"/>
                  </a:lnTo>
                  <a:lnTo>
                    <a:pt x="3737138" y="1334295"/>
                  </a:lnTo>
                  <a:close/>
                </a:path>
                <a:path w="4122420" h="2482215">
                  <a:moveTo>
                    <a:pt x="3813051" y="1334295"/>
                  </a:moveTo>
                  <a:lnTo>
                    <a:pt x="3803265" y="1334295"/>
                  </a:lnTo>
                  <a:lnTo>
                    <a:pt x="3800155" y="1333287"/>
                  </a:lnTo>
                  <a:lnTo>
                    <a:pt x="3797525" y="1331033"/>
                  </a:lnTo>
                  <a:lnTo>
                    <a:pt x="3794221" y="1324416"/>
                  </a:lnTo>
                  <a:lnTo>
                    <a:pt x="3795195" y="1317644"/>
                  </a:lnTo>
                  <a:lnTo>
                    <a:pt x="3799655" y="1312368"/>
                  </a:lnTo>
                  <a:lnTo>
                    <a:pt x="3806805" y="1310243"/>
                  </a:lnTo>
                  <a:lnTo>
                    <a:pt x="3813531" y="1310243"/>
                  </a:lnTo>
                  <a:lnTo>
                    <a:pt x="3819449" y="1315854"/>
                  </a:lnTo>
                  <a:lnTo>
                    <a:pt x="3819449" y="1329403"/>
                  </a:lnTo>
                  <a:lnTo>
                    <a:pt x="3813051" y="1334295"/>
                  </a:lnTo>
                  <a:close/>
                </a:path>
                <a:path w="4122420" h="2482215">
                  <a:moveTo>
                    <a:pt x="3653487" y="1334319"/>
                  </a:moveTo>
                  <a:lnTo>
                    <a:pt x="3644625" y="1330546"/>
                  </a:lnTo>
                  <a:lnTo>
                    <a:pt x="3641671" y="1322245"/>
                  </a:lnTo>
                  <a:lnTo>
                    <a:pt x="3644625" y="1313944"/>
                  </a:lnTo>
                  <a:lnTo>
                    <a:pt x="3653487" y="1310171"/>
                  </a:lnTo>
                  <a:lnTo>
                    <a:pt x="3653967" y="1310171"/>
                  </a:lnTo>
                  <a:lnTo>
                    <a:pt x="3654954" y="1310243"/>
                  </a:lnTo>
                  <a:lnTo>
                    <a:pt x="3663972" y="1314445"/>
                  </a:lnTo>
                  <a:lnTo>
                    <a:pt x="3666978" y="1322245"/>
                  </a:lnTo>
                  <a:lnTo>
                    <a:pt x="3663972" y="1330044"/>
                  </a:lnTo>
                  <a:lnTo>
                    <a:pt x="3654954" y="1334247"/>
                  </a:lnTo>
                  <a:lnTo>
                    <a:pt x="3654448" y="1334295"/>
                  </a:lnTo>
                  <a:lnTo>
                    <a:pt x="3653487" y="1334319"/>
                  </a:lnTo>
                  <a:close/>
                </a:path>
                <a:path w="4122420" h="2482215">
                  <a:moveTo>
                    <a:pt x="774631" y="1334846"/>
                  </a:moveTo>
                  <a:lnTo>
                    <a:pt x="764896" y="1334846"/>
                  </a:lnTo>
                  <a:lnTo>
                    <a:pt x="761659" y="1333671"/>
                  </a:lnTo>
                  <a:lnTo>
                    <a:pt x="759155" y="1331033"/>
                  </a:lnTo>
                  <a:lnTo>
                    <a:pt x="755744" y="1324873"/>
                  </a:lnTo>
                  <a:lnTo>
                    <a:pt x="756523" y="1318336"/>
                  </a:lnTo>
                  <a:lnTo>
                    <a:pt x="760937" y="1313147"/>
                  </a:lnTo>
                  <a:lnTo>
                    <a:pt x="768436" y="1311034"/>
                  </a:lnTo>
                  <a:lnTo>
                    <a:pt x="769271" y="1311849"/>
                  </a:lnTo>
                  <a:lnTo>
                    <a:pt x="775188" y="1311849"/>
                  </a:lnTo>
                  <a:lnTo>
                    <a:pt x="780245" y="1316645"/>
                  </a:lnTo>
                  <a:lnTo>
                    <a:pt x="781080" y="1323048"/>
                  </a:lnTo>
                  <a:lnTo>
                    <a:pt x="781080" y="1330026"/>
                  </a:lnTo>
                  <a:lnTo>
                    <a:pt x="774631" y="1334846"/>
                  </a:lnTo>
                  <a:close/>
                </a:path>
                <a:path w="4122420" h="2482215">
                  <a:moveTo>
                    <a:pt x="926862" y="1334846"/>
                  </a:moveTo>
                  <a:lnTo>
                    <a:pt x="917101" y="1334846"/>
                  </a:lnTo>
                  <a:lnTo>
                    <a:pt x="913763" y="1333671"/>
                  </a:lnTo>
                  <a:lnTo>
                    <a:pt x="910981" y="1331033"/>
                  </a:lnTo>
                  <a:lnTo>
                    <a:pt x="907571" y="1324873"/>
                  </a:lnTo>
                  <a:lnTo>
                    <a:pt x="908349" y="1318336"/>
                  </a:lnTo>
                  <a:lnTo>
                    <a:pt x="912763" y="1313147"/>
                  </a:lnTo>
                  <a:lnTo>
                    <a:pt x="920262" y="1311034"/>
                  </a:lnTo>
                  <a:lnTo>
                    <a:pt x="920262" y="1311849"/>
                  </a:lnTo>
                  <a:lnTo>
                    <a:pt x="927014" y="1311849"/>
                  </a:lnTo>
                  <a:lnTo>
                    <a:pt x="932071" y="1316645"/>
                  </a:lnTo>
                  <a:lnTo>
                    <a:pt x="932931" y="1323048"/>
                  </a:lnTo>
                  <a:lnTo>
                    <a:pt x="932931" y="1330026"/>
                  </a:lnTo>
                  <a:lnTo>
                    <a:pt x="926862" y="1334846"/>
                  </a:lnTo>
                  <a:close/>
                </a:path>
                <a:path w="4122420" h="2482215">
                  <a:moveTo>
                    <a:pt x="1002775" y="1334846"/>
                  </a:moveTo>
                  <a:lnTo>
                    <a:pt x="993014" y="1334846"/>
                  </a:lnTo>
                  <a:lnTo>
                    <a:pt x="989676" y="1333671"/>
                  </a:lnTo>
                  <a:lnTo>
                    <a:pt x="986920" y="1331033"/>
                  </a:lnTo>
                  <a:lnTo>
                    <a:pt x="983616" y="1324873"/>
                  </a:lnTo>
                  <a:lnTo>
                    <a:pt x="984590" y="1318336"/>
                  </a:lnTo>
                  <a:lnTo>
                    <a:pt x="989050" y="1313147"/>
                  </a:lnTo>
                  <a:lnTo>
                    <a:pt x="996201" y="1311034"/>
                  </a:lnTo>
                  <a:lnTo>
                    <a:pt x="996201" y="1311849"/>
                  </a:lnTo>
                  <a:lnTo>
                    <a:pt x="1002927" y="1311849"/>
                  </a:lnTo>
                  <a:lnTo>
                    <a:pt x="1008844" y="1316645"/>
                  </a:lnTo>
                  <a:lnTo>
                    <a:pt x="1008844" y="1330026"/>
                  </a:lnTo>
                  <a:lnTo>
                    <a:pt x="1002775" y="1334846"/>
                  </a:lnTo>
                  <a:close/>
                </a:path>
                <a:path w="4122420" h="2482215">
                  <a:moveTo>
                    <a:pt x="1078688" y="1334846"/>
                  </a:moveTo>
                  <a:lnTo>
                    <a:pt x="1068927" y="1334846"/>
                  </a:lnTo>
                  <a:lnTo>
                    <a:pt x="1065615" y="1333671"/>
                  </a:lnTo>
                  <a:lnTo>
                    <a:pt x="1062833" y="1331033"/>
                  </a:lnTo>
                  <a:lnTo>
                    <a:pt x="1059539" y="1324873"/>
                  </a:lnTo>
                  <a:lnTo>
                    <a:pt x="1060513" y="1318336"/>
                  </a:lnTo>
                  <a:lnTo>
                    <a:pt x="1064967" y="1313147"/>
                  </a:lnTo>
                  <a:lnTo>
                    <a:pt x="1072113" y="1311034"/>
                  </a:lnTo>
                  <a:lnTo>
                    <a:pt x="1072113" y="1311849"/>
                  </a:lnTo>
                  <a:lnTo>
                    <a:pt x="1079559" y="1311849"/>
                  </a:lnTo>
                  <a:lnTo>
                    <a:pt x="1083973" y="1317053"/>
                  </a:lnTo>
                  <a:lnTo>
                    <a:pt x="1084757" y="1323048"/>
                  </a:lnTo>
                  <a:lnTo>
                    <a:pt x="1084757" y="1330026"/>
                  </a:lnTo>
                  <a:lnTo>
                    <a:pt x="1078688" y="1334846"/>
                  </a:lnTo>
                  <a:close/>
                </a:path>
                <a:path w="4122420" h="2482215">
                  <a:moveTo>
                    <a:pt x="1079559" y="1311849"/>
                  </a:moveTo>
                  <a:lnTo>
                    <a:pt x="1072113" y="1311849"/>
                  </a:lnTo>
                  <a:lnTo>
                    <a:pt x="1072973" y="1311777"/>
                  </a:lnTo>
                  <a:lnTo>
                    <a:pt x="1079498" y="1311777"/>
                  </a:lnTo>
                  <a:close/>
                </a:path>
                <a:path w="4122420" h="2482215">
                  <a:moveTo>
                    <a:pt x="1305593" y="1334846"/>
                  </a:moveTo>
                  <a:lnTo>
                    <a:pt x="1295832" y="1334846"/>
                  </a:lnTo>
                  <a:lnTo>
                    <a:pt x="1292519" y="1333671"/>
                  </a:lnTo>
                  <a:lnTo>
                    <a:pt x="1289738" y="1331033"/>
                  </a:lnTo>
                  <a:lnTo>
                    <a:pt x="1286327" y="1324873"/>
                  </a:lnTo>
                  <a:lnTo>
                    <a:pt x="1287105" y="1318336"/>
                  </a:lnTo>
                  <a:lnTo>
                    <a:pt x="1291519" y="1313147"/>
                  </a:lnTo>
                  <a:lnTo>
                    <a:pt x="1299018" y="1311034"/>
                  </a:lnTo>
                  <a:lnTo>
                    <a:pt x="1299018" y="1311849"/>
                  </a:lnTo>
                  <a:lnTo>
                    <a:pt x="1305770" y="1311849"/>
                  </a:lnTo>
                  <a:lnTo>
                    <a:pt x="1310828" y="1316645"/>
                  </a:lnTo>
                  <a:lnTo>
                    <a:pt x="1311662" y="1323048"/>
                  </a:lnTo>
                  <a:lnTo>
                    <a:pt x="1311662" y="1330026"/>
                  </a:lnTo>
                  <a:lnTo>
                    <a:pt x="1305593" y="1334846"/>
                  </a:lnTo>
                  <a:close/>
                </a:path>
                <a:path w="4122420" h="2482215">
                  <a:moveTo>
                    <a:pt x="1381178" y="1335086"/>
                  </a:moveTo>
                  <a:lnTo>
                    <a:pt x="1371391" y="1335086"/>
                  </a:lnTo>
                  <a:lnTo>
                    <a:pt x="1368281" y="1334079"/>
                  </a:lnTo>
                  <a:lnTo>
                    <a:pt x="1365651" y="1331849"/>
                  </a:lnTo>
                  <a:lnTo>
                    <a:pt x="1362357" y="1325217"/>
                  </a:lnTo>
                  <a:lnTo>
                    <a:pt x="1363331" y="1318438"/>
                  </a:lnTo>
                  <a:lnTo>
                    <a:pt x="1367785" y="1313160"/>
                  </a:lnTo>
                  <a:lnTo>
                    <a:pt x="1374931" y="1311034"/>
                  </a:lnTo>
                  <a:lnTo>
                    <a:pt x="1374931" y="1311849"/>
                  </a:lnTo>
                  <a:lnTo>
                    <a:pt x="1382487" y="1311849"/>
                  </a:lnTo>
                  <a:lnTo>
                    <a:pt x="1387575" y="1317053"/>
                  </a:lnTo>
                  <a:lnTo>
                    <a:pt x="1387575" y="1330194"/>
                  </a:lnTo>
                  <a:lnTo>
                    <a:pt x="1381178" y="1335086"/>
                  </a:lnTo>
                  <a:close/>
                </a:path>
                <a:path w="4122420" h="2482215">
                  <a:moveTo>
                    <a:pt x="1382487" y="1311849"/>
                  </a:moveTo>
                  <a:lnTo>
                    <a:pt x="1374931" y="1311849"/>
                  </a:lnTo>
                  <a:lnTo>
                    <a:pt x="1375791" y="1311777"/>
                  </a:lnTo>
                  <a:lnTo>
                    <a:pt x="1382417" y="1311777"/>
                  </a:lnTo>
                  <a:close/>
                </a:path>
                <a:path w="4122420" h="2482215">
                  <a:moveTo>
                    <a:pt x="1532624" y="1335086"/>
                  </a:moveTo>
                  <a:lnTo>
                    <a:pt x="1522863" y="1335086"/>
                  </a:lnTo>
                  <a:lnTo>
                    <a:pt x="1519854" y="1334079"/>
                  </a:lnTo>
                  <a:lnTo>
                    <a:pt x="1517477" y="1331849"/>
                  </a:lnTo>
                  <a:lnTo>
                    <a:pt x="1514066" y="1325217"/>
                  </a:lnTo>
                  <a:lnTo>
                    <a:pt x="1514844" y="1318438"/>
                  </a:lnTo>
                  <a:lnTo>
                    <a:pt x="1519259" y="1313160"/>
                  </a:lnTo>
                  <a:lnTo>
                    <a:pt x="1526758" y="1311034"/>
                  </a:lnTo>
                  <a:lnTo>
                    <a:pt x="1526758" y="1311849"/>
                  </a:lnTo>
                  <a:lnTo>
                    <a:pt x="1534203" y="1311849"/>
                  </a:lnTo>
                  <a:lnTo>
                    <a:pt x="1538617" y="1317053"/>
                  </a:lnTo>
                  <a:lnTo>
                    <a:pt x="1539426" y="1323048"/>
                  </a:lnTo>
                  <a:lnTo>
                    <a:pt x="1539426" y="1330194"/>
                  </a:lnTo>
                  <a:lnTo>
                    <a:pt x="1532624" y="1335086"/>
                  </a:lnTo>
                  <a:close/>
                </a:path>
                <a:path w="4122420" h="2482215">
                  <a:moveTo>
                    <a:pt x="1534203" y="1311849"/>
                  </a:moveTo>
                  <a:lnTo>
                    <a:pt x="1526758" y="1311849"/>
                  </a:lnTo>
                  <a:lnTo>
                    <a:pt x="1527617" y="1311777"/>
                  </a:lnTo>
                  <a:lnTo>
                    <a:pt x="1534142" y="1311777"/>
                  </a:lnTo>
                  <a:close/>
                </a:path>
                <a:path w="4122420" h="2482215">
                  <a:moveTo>
                    <a:pt x="1759933" y="1335086"/>
                  </a:moveTo>
                  <a:lnTo>
                    <a:pt x="1750148" y="1335086"/>
                  </a:lnTo>
                  <a:lnTo>
                    <a:pt x="1747012" y="1334079"/>
                  </a:lnTo>
                  <a:lnTo>
                    <a:pt x="1744382" y="1331849"/>
                  </a:lnTo>
                  <a:lnTo>
                    <a:pt x="1741092" y="1325217"/>
                  </a:lnTo>
                  <a:lnTo>
                    <a:pt x="1742071" y="1318438"/>
                  </a:lnTo>
                  <a:lnTo>
                    <a:pt x="1746526" y="1313160"/>
                  </a:lnTo>
                  <a:lnTo>
                    <a:pt x="1753662" y="1311034"/>
                  </a:lnTo>
                  <a:lnTo>
                    <a:pt x="1753662" y="1311849"/>
                  </a:lnTo>
                  <a:lnTo>
                    <a:pt x="1761218" y="1311849"/>
                  </a:lnTo>
                  <a:lnTo>
                    <a:pt x="1766331" y="1317053"/>
                  </a:lnTo>
                  <a:lnTo>
                    <a:pt x="1766331" y="1330194"/>
                  </a:lnTo>
                  <a:lnTo>
                    <a:pt x="1759933" y="1335086"/>
                  </a:lnTo>
                  <a:close/>
                </a:path>
                <a:path w="4122420" h="2482215">
                  <a:moveTo>
                    <a:pt x="1761218" y="1311849"/>
                  </a:moveTo>
                  <a:lnTo>
                    <a:pt x="1753662" y="1311849"/>
                  </a:lnTo>
                  <a:lnTo>
                    <a:pt x="1754522" y="1311777"/>
                  </a:lnTo>
                  <a:lnTo>
                    <a:pt x="1761148" y="1311777"/>
                  </a:lnTo>
                  <a:close/>
                </a:path>
                <a:path w="4122420" h="2482215">
                  <a:moveTo>
                    <a:pt x="842806" y="1335110"/>
                  </a:moveTo>
                  <a:lnTo>
                    <a:pt x="833532" y="1331341"/>
                  </a:lnTo>
                  <a:lnTo>
                    <a:pt x="830445" y="1323036"/>
                  </a:lnTo>
                  <a:lnTo>
                    <a:pt x="833532" y="1314755"/>
                  </a:lnTo>
                  <a:lnTo>
                    <a:pt x="842806" y="1310986"/>
                  </a:lnTo>
                  <a:lnTo>
                    <a:pt x="843312" y="1310986"/>
                  </a:lnTo>
                  <a:lnTo>
                    <a:pt x="844349" y="1311034"/>
                  </a:lnTo>
                  <a:lnTo>
                    <a:pt x="852898" y="1315237"/>
                  </a:lnTo>
                  <a:lnTo>
                    <a:pt x="855743" y="1323048"/>
                  </a:lnTo>
                  <a:lnTo>
                    <a:pt x="852898" y="1330835"/>
                  </a:lnTo>
                  <a:lnTo>
                    <a:pt x="844349" y="1335038"/>
                  </a:lnTo>
                  <a:lnTo>
                    <a:pt x="843818" y="1335086"/>
                  </a:lnTo>
                  <a:lnTo>
                    <a:pt x="842806" y="1335110"/>
                  </a:lnTo>
                  <a:close/>
                </a:path>
                <a:path w="4122420" h="2482215">
                  <a:moveTo>
                    <a:pt x="1449302" y="1335110"/>
                  </a:moveTo>
                  <a:lnTo>
                    <a:pt x="1440028" y="1331341"/>
                  </a:lnTo>
                  <a:lnTo>
                    <a:pt x="1436941" y="1323036"/>
                  </a:lnTo>
                  <a:lnTo>
                    <a:pt x="1440028" y="1314755"/>
                  </a:lnTo>
                  <a:lnTo>
                    <a:pt x="1449302" y="1310986"/>
                  </a:lnTo>
                  <a:lnTo>
                    <a:pt x="1449808" y="1310986"/>
                  </a:lnTo>
                  <a:lnTo>
                    <a:pt x="1450844" y="1311034"/>
                  </a:lnTo>
                  <a:lnTo>
                    <a:pt x="1459379" y="1315237"/>
                  </a:lnTo>
                  <a:lnTo>
                    <a:pt x="1462220" y="1323048"/>
                  </a:lnTo>
                  <a:lnTo>
                    <a:pt x="1459379" y="1330835"/>
                  </a:lnTo>
                  <a:lnTo>
                    <a:pt x="1450844" y="1335038"/>
                  </a:lnTo>
                  <a:lnTo>
                    <a:pt x="1450313" y="1335086"/>
                  </a:lnTo>
                  <a:lnTo>
                    <a:pt x="1449302" y="1335110"/>
                  </a:lnTo>
                  <a:close/>
                </a:path>
                <a:path w="4122420" h="2482215">
                  <a:moveTo>
                    <a:pt x="1828033" y="1335110"/>
                  </a:moveTo>
                  <a:lnTo>
                    <a:pt x="1818759" y="1331341"/>
                  </a:lnTo>
                  <a:lnTo>
                    <a:pt x="1815672" y="1323036"/>
                  </a:lnTo>
                  <a:lnTo>
                    <a:pt x="1818759" y="1314755"/>
                  </a:lnTo>
                  <a:lnTo>
                    <a:pt x="1828033" y="1310986"/>
                  </a:lnTo>
                  <a:lnTo>
                    <a:pt x="1828538" y="1310986"/>
                  </a:lnTo>
                  <a:lnTo>
                    <a:pt x="1829575" y="1311034"/>
                  </a:lnTo>
                  <a:lnTo>
                    <a:pt x="1838124" y="1315237"/>
                  </a:lnTo>
                  <a:lnTo>
                    <a:pt x="1840969" y="1323048"/>
                  </a:lnTo>
                  <a:lnTo>
                    <a:pt x="1838124" y="1330835"/>
                  </a:lnTo>
                  <a:lnTo>
                    <a:pt x="1829575" y="1335038"/>
                  </a:lnTo>
                  <a:lnTo>
                    <a:pt x="1829044" y="1335086"/>
                  </a:lnTo>
                  <a:lnTo>
                    <a:pt x="1828033" y="1335110"/>
                  </a:lnTo>
                  <a:close/>
                </a:path>
                <a:path w="4122420" h="2482215">
                  <a:moveTo>
                    <a:pt x="2206789" y="1335110"/>
                  </a:moveTo>
                  <a:lnTo>
                    <a:pt x="2197501" y="1331341"/>
                  </a:lnTo>
                  <a:lnTo>
                    <a:pt x="2194409" y="1323036"/>
                  </a:lnTo>
                  <a:lnTo>
                    <a:pt x="2197501" y="1314755"/>
                  </a:lnTo>
                  <a:lnTo>
                    <a:pt x="2206789" y="1310986"/>
                  </a:lnTo>
                  <a:lnTo>
                    <a:pt x="2207269" y="1310986"/>
                  </a:lnTo>
                  <a:lnTo>
                    <a:pt x="2208331" y="1311034"/>
                  </a:lnTo>
                  <a:lnTo>
                    <a:pt x="2216866" y="1315237"/>
                  </a:lnTo>
                  <a:lnTo>
                    <a:pt x="2219707" y="1323048"/>
                  </a:lnTo>
                  <a:lnTo>
                    <a:pt x="2216866" y="1330835"/>
                  </a:lnTo>
                  <a:lnTo>
                    <a:pt x="2208331" y="1335038"/>
                  </a:lnTo>
                  <a:lnTo>
                    <a:pt x="2207801" y="1335086"/>
                  </a:lnTo>
                  <a:lnTo>
                    <a:pt x="2206789" y="1335110"/>
                  </a:lnTo>
                  <a:close/>
                </a:path>
                <a:path w="4122420" h="2482215">
                  <a:moveTo>
                    <a:pt x="1222347" y="1335110"/>
                  </a:moveTo>
                  <a:lnTo>
                    <a:pt x="1213101" y="1331464"/>
                  </a:lnTo>
                  <a:lnTo>
                    <a:pt x="1210019" y="1323444"/>
                  </a:lnTo>
                  <a:lnTo>
                    <a:pt x="1213101" y="1315423"/>
                  </a:lnTo>
                  <a:lnTo>
                    <a:pt x="1222347" y="1311777"/>
                  </a:lnTo>
                  <a:lnTo>
                    <a:pt x="1222852" y="1311777"/>
                  </a:lnTo>
                  <a:lnTo>
                    <a:pt x="1223940" y="1311849"/>
                  </a:lnTo>
                  <a:lnTo>
                    <a:pt x="1232474" y="1315695"/>
                  </a:lnTo>
                  <a:lnTo>
                    <a:pt x="1235319" y="1323444"/>
                  </a:lnTo>
                  <a:lnTo>
                    <a:pt x="1232474" y="1331192"/>
                  </a:lnTo>
                  <a:lnTo>
                    <a:pt x="1223940" y="1335038"/>
                  </a:lnTo>
                  <a:lnTo>
                    <a:pt x="1223383" y="1335086"/>
                  </a:lnTo>
                  <a:lnTo>
                    <a:pt x="1222347" y="1335110"/>
                  </a:lnTo>
                  <a:close/>
                </a:path>
                <a:path w="4122420" h="2482215">
                  <a:moveTo>
                    <a:pt x="2054912" y="1335110"/>
                  </a:moveTo>
                  <a:lnTo>
                    <a:pt x="2045667" y="1331464"/>
                  </a:lnTo>
                  <a:lnTo>
                    <a:pt x="2042585" y="1323444"/>
                  </a:lnTo>
                  <a:lnTo>
                    <a:pt x="2045667" y="1315423"/>
                  </a:lnTo>
                  <a:lnTo>
                    <a:pt x="2054912" y="1311777"/>
                  </a:lnTo>
                  <a:lnTo>
                    <a:pt x="2055418" y="1311777"/>
                  </a:lnTo>
                  <a:lnTo>
                    <a:pt x="2056480" y="1311849"/>
                  </a:lnTo>
                  <a:lnTo>
                    <a:pt x="2065029" y="1315695"/>
                  </a:lnTo>
                  <a:lnTo>
                    <a:pt x="2067878" y="1323444"/>
                  </a:lnTo>
                  <a:lnTo>
                    <a:pt x="2065029" y="1331192"/>
                  </a:lnTo>
                  <a:lnTo>
                    <a:pt x="2056480" y="1335038"/>
                  </a:lnTo>
                  <a:lnTo>
                    <a:pt x="2055949" y="1335086"/>
                  </a:lnTo>
                  <a:lnTo>
                    <a:pt x="2054912" y="1335110"/>
                  </a:lnTo>
                  <a:close/>
                </a:path>
                <a:path w="4122420" h="2482215">
                  <a:moveTo>
                    <a:pt x="1608335" y="1335613"/>
                  </a:moveTo>
                  <a:lnTo>
                    <a:pt x="1598953" y="1335613"/>
                  </a:lnTo>
                  <a:lnTo>
                    <a:pt x="1595868" y="1334438"/>
                  </a:lnTo>
                  <a:lnTo>
                    <a:pt x="1593390" y="1331849"/>
                  </a:lnTo>
                  <a:lnTo>
                    <a:pt x="1589627" y="1325561"/>
                  </a:lnTo>
                  <a:lnTo>
                    <a:pt x="1590444" y="1318744"/>
                  </a:lnTo>
                  <a:lnTo>
                    <a:pt x="1595054" y="1313275"/>
                  </a:lnTo>
                  <a:lnTo>
                    <a:pt x="1602671" y="1311034"/>
                  </a:lnTo>
                  <a:lnTo>
                    <a:pt x="1609423" y="1311849"/>
                  </a:lnTo>
                  <a:lnTo>
                    <a:pt x="1614480" y="1316645"/>
                  </a:lnTo>
                  <a:lnTo>
                    <a:pt x="1614480" y="1330602"/>
                  </a:lnTo>
                  <a:lnTo>
                    <a:pt x="1608335" y="1335613"/>
                  </a:lnTo>
                  <a:close/>
                </a:path>
                <a:path w="4122420" h="2482215">
                  <a:moveTo>
                    <a:pt x="1684729" y="1335613"/>
                  </a:moveTo>
                  <a:lnTo>
                    <a:pt x="1674967" y="1335613"/>
                  </a:lnTo>
                  <a:lnTo>
                    <a:pt x="1671781" y="1334438"/>
                  </a:lnTo>
                  <a:lnTo>
                    <a:pt x="1669328" y="1331849"/>
                  </a:lnTo>
                  <a:lnTo>
                    <a:pt x="1665551" y="1325561"/>
                  </a:lnTo>
                  <a:lnTo>
                    <a:pt x="1666360" y="1318744"/>
                  </a:lnTo>
                  <a:lnTo>
                    <a:pt x="1670968" y="1313275"/>
                  </a:lnTo>
                  <a:lnTo>
                    <a:pt x="1678584" y="1311034"/>
                  </a:lnTo>
                  <a:lnTo>
                    <a:pt x="1685335" y="1311034"/>
                  </a:lnTo>
                  <a:lnTo>
                    <a:pt x="1691253" y="1316645"/>
                  </a:lnTo>
                  <a:lnTo>
                    <a:pt x="1691253" y="1330602"/>
                  </a:lnTo>
                  <a:lnTo>
                    <a:pt x="1684729" y="1335613"/>
                  </a:lnTo>
                  <a:close/>
                </a:path>
                <a:path w="4122420" h="2482215">
                  <a:moveTo>
                    <a:pt x="548106" y="1335637"/>
                  </a:moveTo>
                  <a:lnTo>
                    <a:pt x="538345" y="1335637"/>
                  </a:lnTo>
                  <a:lnTo>
                    <a:pt x="535032" y="1334486"/>
                  </a:lnTo>
                  <a:lnTo>
                    <a:pt x="532251" y="1331849"/>
                  </a:lnTo>
                  <a:lnTo>
                    <a:pt x="528840" y="1325689"/>
                  </a:lnTo>
                  <a:lnTo>
                    <a:pt x="529618" y="1319151"/>
                  </a:lnTo>
                  <a:lnTo>
                    <a:pt x="534032" y="1313963"/>
                  </a:lnTo>
                  <a:lnTo>
                    <a:pt x="541531" y="1311849"/>
                  </a:lnTo>
                  <a:lnTo>
                    <a:pt x="548283" y="1311849"/>
                  </a:lnTo>
                  <a:lnTo>
                    <a:pt x="554175" y="1316645"/>
                  </a:lnTo>
                  <a:lnTo>
                    <a:pt x="554175" y="1330817"/>
                  </a:lnTo>
                  <a:lnTo>
                    <a:pt x="548106" y="1335637"/>
                  </a:lnTo>
                  <a:close/>
                </a:path>
                <a:path w="4122420" h="2482215">
                  <a:moveTo>
                    <a:pt x="699932" y="1335637"/>
                  </a:moveTo>
                  <a:lnTo>
                    <a:pt x="690196" y="1335637"/>
                  </a:lnTo>
                  <a:lnTo>
                    <a:pt x="686858" y="1334486"/>
                  </a:lnTo>
                  <a:lnTo>
                    <a:pt x="684077" y="1331849"/>
                  </a:lnTo>
                  <a:lnTo>
                    <a:pt x="680787" y="1325689"/>
                  </a:lnTo>
                  <a:lnTo>
                    <a:pt x="681766" y="1319151"/>
                  </a:lnTo>
                  <a:lnTo>
                    <a:pt x="686221" y="1313963"/>
                  </a:lnTo>
                  <a:lnTo>
                    <a:pt x="693357" y="1311849"/>
                  </a:lnTo>
                  <a:lnTo>
                    <a:pt x="693787" y="1311801"/>
                  </a:lnTo>
                  <a:lnTo>
                    <a:pt x="694647" y="1311777"/>
                  </a:lnTo>
                  <a:lnTo>
                    <a:pt x="700842" y="1311777"/>
                  </a:lnTo>
                  <a:lnTo>
                    <a:pt x="706026" y="1317101"/>
                  </a:lnTo>
                  <a:lnTo>
                    <a:pt x="706026" y="1330817"/>
                  </a:lnTo>
                  <a:lnTo>
                    <a:pt x="699932" y="1335637"/>
                  </a:lnTo>
                  <a:close/>
                </a:path>
                <a:path w="4122420" h="2482215">
                  <a:moveTo>
                    <a:pt x="1154222" y="1335637"/>
                  </a:moveTo>
                  <a:lnTo>
                    <a:pt x="1144461" y="1335637"/>
                  </a:lnTo>
                  <a:lnTo>
                    <a:pt x="1141249" y="1334486"/>
                  </a:lnTo>
                  <a:lnTo>
                    <a:pt x="1138746" y="1331849"/>
                  </a:lnTo>
                  <a:lnTo>
                    <a:pt x="1135335" y="1325689"/>
                  </a:lnTo>
                  <a:lnTo>
                    <a:pt x="1136113" y="1319151"/>
                  </a:lnTo>
                  <a:lnTo>
                    <a:pt x="1140528" y="1313963"/>
                  </a:lnTo>
                  <a:lnTo>
                    <a:pt x="1148027" y="1311849"/>
                  </a:lnTo>
                  <a:lnTo>
                    <a:pt x="1148456" y="1311801"/>
                  </a:lnTo>
                  <a:lnTo>
                    <a:pt x="1149316" y="1311777"/>
                  </a:lnTo>
                  <a:lnTo>
                    <a:pt x="1155512" y="1311777"/>
                  </a:lnTo>
                  <a:lnTo>
                    <a:pt x="1160671" y="1317101"/>
                  </a:lnTo>
                  <a:lnTo>
                    <a:pt x="1160671" y="1330817"/>
                  </a:lnTo>
                  <a:lnTo>
                    <a:pt x="1154222" y="1335637"/>
                  </a:lnTo>
                  <a:close/>
                </a:path>
                <a:path w="4122420" h="2482215">
                  <a:moveTo>
                    <a:pt x="1911709" y="1335637"/>
                  </a:moveTo>
                  <a:lnTo>
                    <a:pt x="1901948" y="1335637"/>
                  </a:lnTo>
                  <a:lnTo>
                    <a:pt x="1898712" y="1334486"/>
                  </a:lnTo>
                  <a:lnTo>
                    <a:pt x="1896233" y="1331849"/>
                  </a:lnTo>
                  <a:lnTo>
                    <a:pt x="1892812" y="1325689"/>
                  </a:lnTo>
                  <a:lnTo>
                    <a:pt x="1893591" y="1319151"/>
                  </a:lnTo>
                  <a:lnTo>
                    <a:pt x="1898011" y="1313963"/>
                  </a:lnTo>
                  <a:lnTo>
                    <a:pt x="1905514" y="1311849"/>
                  </a:lnTo>
                  <a:lnTo>
                    <a:pt x="1905944" y="1311801"/>
                  </a:lnTo>
                  <a:lnTo>
                    <a:pt x="1906778" y="1311777"/>
                  </a:lnTo>
                  <a:lnTo>
                    <a:pt x="1912974" y="1311777"/>
                  </a:lnTo>
                  <a:lnTo>
                    <a:pt x="1918158" y="1317101"/>
                  </a:lnTo>
                  <a:lnTo>
                    <a:pt x="1918158" y="1330817"/>
                  </a:lnTo>
                  <a:lnTo>
                    <a:pt x="1911709" y="1335637"/>
                  </a:lnTo>
                  <a:close/>
                </a:path>
                <a:path w="4122420" h="2482215">
                  <a:moveTo>
                    <a:pt x="1987167" y="1335637"/>
                  </a:moveTo>
                  <a:lnTo>
                    <a:pt x="1977785" y="1335637"/>
                  </a:lnTo>
                  <a:lnTo>
                    <a:pt x="1974650" y="1334486"/>
                  </a:lnTo>
                  <a:lnTo>
                    <a:pt x="1972146" y="1331849"/>
                  </a:lnTo>
                  <a:lnTo>
                    <a:pt x="1968359" y="1325689"/>
                  </a:lnTo>
                  <a:lnTo>
                    <a:pt x="1969083" y="1319151"/>
                  </a:lnTo>
                  <a:lnTo>
                    <a:pt x="1973444" y="1313963"/>
                  </a:lnTo>
                  <a:lnTo>
                    <a:pt x="1980567" y="1311849"/>
                  </a:lnTo>
                  <a:lnTo>
                    <a:pt x="1981073" y="1311801"/>
                  </a:lnTo>
                  <a:lnTo>
                    <a:pt x="1982008" y="1311777"/>
                  </a:lnTo>
                  <a:lnTo>
                    <a:pt x="1988887" y="1311777"/>
                  </a:lnTo>
                  <a:lnTo>
                    <a:pt x="1994020" y="1317101"/>
                  </a:lnTo>
                  <a:lnTo>
                    <a:pt x="1993236" y="1323839"/>
                  </a:lnTo>
                  <a:lnTo>
                    <a:pt x="1993236" y="1330817"/>
                  </a:lnTo>
                  <a:lnTo>
                    <a:pt x="1987167" y="1335637"/>
                  </a:lnTo>
                  <a:close/>
                </a:path>
                <a:path w="4122420" h="2482215">
                  <a:moveTo>
                    <a:pt x="2138664" y="1335877"/>
                  </a:moveTo>
                  <a:lnTo>
                    <a:pt x="2128878" y="1335877"/>
                  </a:lnTo>
                  <a:lnTo>
                    <a:pt x="2125768" y="1334894"/>
                  </a:lnTo>
                  <a:lnTo>
                    <a:pt x="2123138" y="1332640"/>
                  </a:lnTo>
                  <a:lnTo>
                    <a:pt x="2119834" y="1326023"/>
                  </a:lnTo>
                  <a:lnTo>
                    <a:pt x="2120808" y="1319250"/>
                  </a:lnTo>
                  <a:lnTo>
                    <a:pt x="2125268" y="1313975"/>
                  </a:lnTo>
                  <a:lnTo>
                    <a:pt x="2132419" y="1311849"/>
                  </a:lnTo>
                  <a:lnTo>
                    <a:pt x="2132899" y="1311801"/>
                  </a:lnTo>
                  <a:lnTo>
                    <a:pt x="2133835" y="1311777"/>
                  </a:lnTo>
                  <a:lnTo>
                    <a:pt x="2140637" y="1311777"/>
                  </a:lnTo>
                  <a:lnTo>
                    <a:pt x="2145062" y="1317101"/>
                  </a:lnTo>
                  <a:lnTo>
                    <a:pt x="2145062" y="1331009"/>
                  </a:lnTo>
                  <a:lnTo>
                    <a:pt x="2138664" y="1335877"/>
                  </a:lnTo>
                  <a:close/>
                </a:path>
                <a:path w="4122420" h="2482215">
                  <a:moveTo>
                    <a:pt x="464076" y="1335901"/>
                  </a:moveTo>
                  <a:lnTo>
                    <a:pt x="454787" y="1332132"/>
                  </a:lnTo>
                  <a:lnTo>
                    <a:pt x="451691" y="1323839"/>
                  </a:lnTo>
                  <a:lnTo>
                    <a:pt x="454787" y="1315547"/>
                  </a:lnTo>
                  <a:lnTo>
                    <a:pt x="464076" y="1311777"/>
                  </a:lnTo>
                  <a:lnTo>
                    <a:pt x="464581" y="1311777"/>
                  </a:lnTo>
                  <a:lnTo>
                    <a:pt x="465618" y="1311849"/>
                  </a:lnTo>
                  <a:lnTo>
                    <a:pt x="474153" y="1315708"/>
                  </a:lnTo>
                  <a:lnTo>
                    <a:pt x="476998" y="1323546"/>
                  </a:lnTo>
                  <a:lnTo>
                    <a:pt x="474153" y="1331536"/>
                  </a:lnTo>
                  <a:lnTo>
                    <a:pt x="465618" y="1335853"/>
                  </a:lnTo>
                  <a:lnTo>
                    <a:pt x="464076" y="1335901"/>
                  </a:lnTo>
                  <a:close/>
                </a:path>
                <a:path w="4122420" h="2482215">
                  <a:moveTo>
                    <a:pt x="615902" y="1335901"/>
                  </a:moveTo>
                  <a:lnTo>
                    <a:pt x="606628" y="1332132"/>
                  </a:lnTo>
                  <a:lnTo>
                    <a:pt x="603536" y="1323839"/>
                  </a:lnTo>
                  <a:lnTo>
                    <a:pt x="606628" y="1315547"/>
                  </a:lnTo>
                  <a:lnTo>
                    <a:pt x="615902" y="1311777"/>
                  </a:lnTo>
                  <a:lnTo>
                    <a:pt x="616408" y="1311777"/>
                  </a:lnTo>
                  <a:lnTo>
                    <a:pt x="617444" y="1311849"/>
                  </a:lnTo>
                  <a:lnTo>
                    <a:pt x="625993" y="1315708"/>
                  </a:lnTo>
                  <a:lnTo>
                    <a:pt x="628843" y="1323546"/>
                  </a:lnTo>
                  <a:lnTo>
                    <a:pt x="625993" y="1331536"/>
                  </a:lnTo>
                  <a:lnTo>
                    <a:pt x="617444" y="1335853"/>
                  </a:lnTo>
                  <a:lnTo>
                    <a:pt x="615902" y="1335901"/>
                  </a:lnTo>
                  <a:close/>
                </a:path>
                <a:path w="4122420" h="2482215">
                  <a:moveTo>
                    <a:pt x="3851261" y="1369641"/>
                  </a:moveTo>
                  <a:lnTo>
                    <a:pt x="3841474" y="1369641"/>
                  </a:lnTo>
                  <a:lnTo>
                    <a:pt x="3838213" y="1368586"/>
                  </a:lnTo>
                  <a:lnTo>
                    <a:pt x="3835481" y="1366236"/>
                  </a:lnTo>
                  <a:lnTo>
                    <a:pt x="3832059" y="1359619"/>
                  </a:lnTo>
                  <a:lnTo>
                    <a:pt x="3832839" y="1352846"/>
                  </a:lnTo>
                  <a:lnTo>
                    <a:pt x="3837259" y="1347571"/>
                  </a:lnTo>
                  <a:lnTo>
                    <a:pt x="3844762" y="1345445"/>
                  </a:lnTo>
                  <a:lnTo>
                    <a:pt x="3844762" y="1346237"/>
                  </a:lnTo>
                  <a:lnTo>
                    <a:pt x="3851488" y="1346237"/>
                  </a:lnTo>
                  <a:lnTo>
                    <a:pt x="3857405" y="1351033"/>
                  </a:lnTo>
                  <a:lnTo>
                    <a:pt x="3857405" y="1365013"/>
                  </a:lnTo>
                  <a:lnTo>
                    <a:pt x="3851261" y="1369641"/>
                  </a:lnTo>
                  <a:close/>
                </a:path>
                <a:path w="4122420" h="2482215">
                  <a:moveTo>
                    <a:pt x="3548139" y="1370025"/>
                  </a:moveTo>
                  <a:lnTo>
                    <a:pt x="3538378" y="1370025"/>
                  </a:lnTo>
                  <a:lnTo>
                    <a:pt x="3535141" y="1368874"/>
                  </a:lnTo>
                  <a:lnTo>
                    <a:pt x="3532638" y="1366236"/>
                  </a:lnTo>
                  <a:lnTo>
                    <a:pt x="3529227" y="1360076"/>
                  </a:lnTo>
                  <a:lnTo>
                    <a:pt x="3530005" y="1353539"/>
                  </a:lnTo>
                  <a:lnTo>
                    <a:pt x="3534420" y="1348350"/>
                  </a:lnTo>
                  <a:lnTo>
                    <a:pt x="3541919" y="1346237"/>
                  </a:lnTo>
                  <a:lnTo>
                    <a:pt x="3542373" y="1346189"/>
                  </a:lnTo>
                  <a:lnTo>
                    <a:pt x="3543208" y="1346165"/>
                  </a:lnTo>
                  <a:lnTo>
                    <a:pt x="3549404" y="1346165"/>
                  </a:lnTo>
                  <a:lnTo>
                    <a:pt x="3554588" y="1351512"/>
                  </a:lnTo>
                  <a:lnTo>
                    <a:pt x="3554588" y="1365205"/>
                  </a:lnTo>
                  <a:lnTo>
                    <a:pt x="3548139" y="1370025"/>
                  </a:lnTo>
                  <a:close/>
                </a:path>
                <a:path w="4122420" h="2482215">
                  <a:moveTo>
                    <a:pt x="3623572" y="1370025"/>
                  </a:moveTo>
                  <a:lnTo>
                    <a:pt x="3614215" y="1370025"/>
                  </a:lnTo>
                  <a:lnTo>
                    <a:pt x="3611055" y="1368874"/>
                  </a:lnTo>
                  <a:lnTo>
                    <a:pt x="3608576" y="1366236"/>
                  </a:lnTo>
                  <a:lnTo>
                    <a:pt x="3604803" y="1360076"/>
                  </a:lnTo>
                  <a:lnTo>
                    <a:pt x="3605621" y="1353539"/>
                  </a:lnTo>
                  <a:lnTo>
                    <a:pt x="3610237" y="1348350"/>
                  </a:lnTo>
                  <a:lnTo>
                    <a:pt x="3617857" y="1346237"/>
                  </a:lnTo>
                  <a:lnTo>
                    <a:pt x="3624583" y="1346237"/>
                  </a:lnTo>
                  <a:lnTo>
                    <a:pt x="3630501" y="1351033"/>
                  </a:lnTo>
                  <a:lnTo>
                    <a:pt x="3629666" y="1358251"/>
                  </a:lnTo>
                  <a:lnTo>
                    <a:pt x="3629666" y="1365205"/>
                  </a:lnTo>
                  <a:lnTo>
                    <a:pt x="3623572" y="1370025"/>
                  </a:lnTo>
                  <a:close/>
                </a:path>
                <a:path w="4122420" h="2482215">
                  <a:moveTo>
                    <a:pt x="3699510" y="1370025"/>
                  </a:moveTo>
                  <a:lnTo>
                    <a:pt x="3690129" y="1370025"/>
                  </a:lnTo>
                  <a:lnTo>
                    <a:pt x="3686993" y="1368874"/>
                  </a:lnTo>
                  <a:lnTo>
                    <a:pt x="3684490" y="1366236"/>
                  </a:lnTo>
                  <a:lnTo>
                    <a:pt x="3680702" y="1360076"/>
                  </a:lnTo>
                  <a:lnTo>
                    <a:pt x="3681427" y="1353539"/>
                  </a:lnTo>
                  <a:lnTo>
                    <a:pt x="3685787" y="1348350"/>
                  </a:lnTo>
                  <a:lnTo>
                    <a:pt x="3692910" y="1346237"/>
                  </a:lnTo>
                  <a:lnTo>
                    <a:pt x="3693415" y="1346189"/>
                  </a:lnTo>
                  <a:lnTo>
                    <a:pt x="3694351" y="1346165"/>
                  </a:lnTo>
                  <a:lnTo>
                    <a:pt x="3701129" y="1346165"/>
                  </a:lnTo>
                  <a:lnTo>
                    <a:pt x="3705579" y="1351512"/>
                  </a:lnTo>
                  <a:lnTo>
                    <a:pt x="3705579" y="1365205"/>
                  </a:lnTo>
                  <a:lnTo>
                    <a:pt x="3699510" y="1370025"/>
                  </a:lnTo>
                  <a:close/>
                </a:path>
                <a:path w="4122420" h="2482215">
                  <a:moveTo>
                    <a:pt x="3775423" y="1370025"/>
                  </a:moveTo>
                  <a:lnTo>
                    <a:pt x="3765663" y="1370025"/>
                  </a:lnTo>
                  <a:lnTo>
                    <a:pt x="3762324" y="1368874"/>
                  </a:lnTo>
                  <a:lnTo>
                    <a:pt x="3759568" y="1366236"/>
                  </a:lnTo>
                  <a:lnTo>
                    <a:pt x="3756263" y="1360076"/>
                  </a:lnTo>
                  <a:lnTo>
                    <a:pt x="3757235" y="1353539"/>
                  </a:lnTo>
                  <a:lnTo>
                    <a:pt x="3761688" y="1348350"/>
                  </a:lnTo>
                  <a:lnTo>
                    <a:pt x="3768823" y="1346237"/>
                  </a:lnTo>
                  <a:lnTo>
                    <a:pt x="3769278" y="1346189"/>
                  </a:lnTo>
                  <a:lnTo>
                    <a:pt x="3770113" y="1346165"/>
                  </a:lnTo>
                  <a:lnTo>
                    <a:pt x="3776308" y="1346165"/>
                  </a:lnTo>
                  <a:lnTo>
                    <a:pt x="3781492" y="1351512"/>
                  </a:lnTo>
                  <a:lnTo>
                    <a:pt x="3781492" y="1365205"/>
                  </a:lnTo>
                  <a:lnTo>
                    <a:pt x="3775423" y="1370025"/>
                  </a:lnTo>
                  <a:close/>
                </a:path>
                <a:path w="4122420" h="2482215">
                  <a:moveTo>
                    <a:pt x="3927249" y="1370025"/>
                  </a:moveTo>
                  <a:lnTo>
                    <a:pt x="3917868" y="1370025"/>
                  </a:lnTo>
                  <a:lnTo>
                    <a:pt x="3914732" y="1368874"/>
                  </a:lnTo>
                  <a:lnTo>
                    <a:pt x="3912229" y="1366236"/>
                  </a:lnTo>
                  <a:lnTo>
                    <a:pt x="3908453" y="1360076"/>
                  </a:lnTo>
                  <a:lnTo>
                    <a:pt x="3909178" y="1353539"/>
                  </a:lnTo>
                  <a:lnTo>
                    <a:pt x="3913541" y="1348350"/>
                  </a:lnTo>
                  <a:lnTo>
                    <a:pt x="3920675" y="1346237"/>
                  </a:lnTo>
                  <a:lnTo>
                    <a:pt x="3921105" y="1346189"/>
                  </a:lnTo>
                  <a:lnTo>
                    <a:pt x="3921964" y="1346165"/>
                  </a:lnTo>
                  <a:lnTo>
                    <a:pt x="3928160" y="1346165"/>
                  </a:lnTo>
                  <a:lnTo>
                    <a:pt x="3933319" y="1351512"/>
                  </a:lnTo>
                  <a:lnTo>
                    <a:pt x="3933319" y="1365205"/>
                  </a:lnTo>
                  <a:lnTo>
                    <a:pt x="3927249" y="1370025"/>
                  </a:lnTo>
                  <a:close/>
                </a:path>
                <a:path w="4122420" h="2482215">
                  <a:moveTo>
                    <a:pt x="2252787" y="1370456"/>
                  </a:moveTo>
                  <a:lnTo>
                    <a:pt x="2243026" y="1370456"/>
                  </a:lnTo>
                  <a:lnTo>
                    <a:pt x="2239738" y="1369377"/>
                  </a:lnTo>
                  <a:lnTo>
                    <a:pt x="2237008" y="1367027"/>
                  </a:lnTo>
                  <a:lnTo>
                    <a:pt x="2233714" y="1360410"/>
                  </a:lnTo>
                  <a:lnTo>
                    <a:pt x="2234688" y="1353637"/>
                  </a:lnTo>
                  <a:lnTo>
                    <a:pt x="2239141" y="1348362"/>
                  </a:lnTo>
                  <a:lnTo>
                    <a:pt x="2246288" y="1346237"/>
                  </a:lnTo>
                  <a:lnTo>
                    <a:pt x="2246288" y="1347052"/>
                  </a:lnTo>
                  <a:lnTo>
                    <a:pt x="2253040" y="1347052"/>
                  </a:lnTo>
                  <a:lnTo>
                    <a:pt x="2258932" y="1351848"/>
                  </a:lnTo>
                  <a:lnTo>
                    <a:pt x="2258932" y="1365804"/>
                  </a:lnTo>
                  <a:lnTo>
                    <a:pt x="2252787" y="1370456"/>
                  </a:lnTo>
                  <a:close/>
                </a:path>
                <a:path w="4122420" h="2482215">
                  <a:moveTo>
                    <a:pt x="736978" y="1370792"/>
                  </a:moveTo>
                  <a:lnTo>
                    <a:pt x="727217" y="1370792"/>
                  </a:lnTo>
                  <a:lnTo>
                    <a:pt x="723955" y="1369641"/>
                  </a:lnTo>
                  <a:lnTo>
                    <a:pt x="721199" y="1367027"/>
                  </a:lnTo>
                  <a:lnTo>
                    <a:pt x="717788" y="1360744"/>
                  </a:lnTo>
                  <a:lnTo>
                    <a:pt x="718566" y="1353934"/>
                  </a:lnTo>
                  <a:lnTo>
                    <a:pt x="722981" y="1348473"/>
                  </a:lnTo>
                  <a:lnTo>
                    <a:pt x="730480" y="1346237"/>
                  </a:lnTo>
                  <a:lnTo>
                    <a:pt x="731314" y="1347052"/>
                  </a:lnTo>
                  <a:lnTo>
                    <a:pt x="737231" y="1347843"/>
                  </a:lnTo>
                  <a:lnTo>
                    <a:pt x="742289" y="1352639"/>
                  </a:lnTo>
                  <a:lnTo>
                    <a:pt x="743123" y="1358251"/>
                  </a:lnTo>
                  <a:lnTo>
                    <a:pt x="743123" y="1365804"/>
                  </a:lnTo>
                  <a:lnTo>
                    <a:pt x="736978" y="1370792"/>
                  </a:lnTo>
                  <a:close/>
                </a:path>
                <a:path w="4122420" h="2482215">
                  <a:moveTo>
                    <a:pt x="812158" y="1370792"/>
                  </a:moveTo>
                  <a:lnTo>
                    <a:pt x="802675" y="1370792"/>
                  </a:lnTo>
                  <a:lnTo>
                    <a:pt x="799590" y="1369641"/>
                  </a:lnTo>
                  <a:lnTo>
                    <a:pt x="797112" y="1367027"/>
                  </a:lnTo>
                  <a:lnTo>
                    <a:pt x="793349" y="1360744"/>
                  </a:lnTo>
                  <a:lnTo>
                    <a:pt x="794166" y="1353934"/>
                  </a:lnTo>
                  <a:lnTo>
                    <a:pt x="798776" y="1348473"/>
                  </a:lnTo>
                  <a:lnTo>
                    <a:pt x="806392" y="1346237"/>
                  </a:lnTo>
                  <a:lnTo>
                    <a:pt x="807252" y="1347052"/>
                  </a:lnTo>
                  <a:lnTo>
                    <a:pt x="813144" y="1347843"/>
                  </a:lnTo>
                  <a:lnTo>
                    <a:pt x="818202" y="1352639"/>
                  </a:lnTo>
                  <a:lnTo>
                    <a:pt x="819062" y="1358251"/>
                  </a:lnTo>
                  <a:lnTo>
                    <a:pt x="818480" y="1365804"/>
                  </a:lnTo>
                  <a:lnTo>
                    <a:pt x="812158" y="1370792"/>
                  </a:lnTo>
                  <a:close/>
                </a:path>
                <a:path w="4122420" h="2482215">
                  <a:moveTo>
                    <a:pt x="1267561" y="1370792"/>
                  </a:moveTo>
                  <a:lnTo>
                    <a:pt x="1257800" y="1370792"/>
                  </a:lnTo>
                  <a:lnTo>
                    <a:pt x="1254512" y="1369641"/>
                  </a:lnTo>
                  <a:lnTo>
                    <a:pt x="1251781" y="1367027"/>
                  </a:lnTo>
                  <a:lnTo>
                    <a:pt x="1248370" y="1360744"/>
                  </a:lnTo>
                  <a:lnTo>
                    <a:pt x="1249148" y="1353934"/>
                  </a:lnTo>
                  <a:lnTo>
                    <a:pt x="1253563" y="1348473"/>
                  </a:lnTo>
                  <a:lnTo>
                    <a:pt x="1261062" y="1346237"/>
                  </a:lnTo>
                  <a:lnTo>
                    <a:pt x="1261062" y="1347052"/>
                  </a:lnTo>
                  <a:lnTo>
                    <a:pt x="1267813" y="1347843"/>
                  </a:lnTo>
                  <a:lnTo>
                    <a:pt x="1272871" y="1352639"/>
                  </a:lnTo>
                  <a:lnTo>
                    <a:pt x="1273706" y="1358251"/>
                  </a:lnTo>
                  <a:lnTo>
                    <a:pt x="1273706" y="1365804"/>
                  </a:lnTo>
                  <a:lnTo>
                    <a:pt x="1267561" y="1370792"/>
                  </a:lnTo>
                  <a:close/>
                </a:path>
                <a:path w="4122420" h="2482215">
                  <a:moveTo>
                    <a:pt x="888880" y="1370840"/>
                  </a:moveTo>
                  <a:lnTo>
                    <a:pt x="879145" y="1370840"/>
                  </a:lnTo>
                  <a:lnTo>
                    <a:pt x="875807" y="1369665"/>
                  </a:lnTo>
                  <a:lnTo>
                    <a:pt x="873025" y="1367027"/>
                  </a:lnTo>
                  <a:lnTo>
                    <a:pt x="869735" y="1360871"/>
                  </a:lnTo>
                  <a:lnTo>
                    <a:pt x="870715" y="1354342"/>
                  </a:lnTo>
                  <a:lnTo>
                    <a:pt x="875170" y="1349161"/>
                  </a:lnTo>
                  <a:lnTo>
                    <a:pt x="882306" y="1347052"/>
                  </a:lnTo>
                  <a:lnTo>
                    <a:pt x="889057" y="1347843"/>
                  </a:lnTo>
                  <a:lnTo>
                    <a:pt x="894975" y="1352639"/>
                  </a:lnTo>
                  <a:lnTo>
                    <a:pt x="894975" y="1366020"/>
                  </a:lnTo>
                  <a:lnTo>
                    <a:pt x="888880" y="1370840"/>
                  </a:lnTo>
                  <a:close/>
                </a:path>
                <a:path w="4122420" h="2482215">
                  <a:moveTo>
                    <a:pt x="964819" y="1370840"/>
                  </a:moveTo>
                  <a:lnTo>
                    <a:pt x="955437" y="1370840"/>
                  </a:lnTo>
                  <a:lnTo>
                    <a:pt x="952301" y="1369665"/>
                  </a:lnTo>
                  <a:lnTo>
                    <a:pt x="949798" y="1367027"/>
                  </a:lnTo>
                  <a:lnTo>
                    <a:pt x="946011" y="1360871"/>
                  </a:lnTo>
                  <a:lnTo>
                    <a:pt x="946735" y="1354342"/>
                  </a:lnTo>
                  <a:lnTo>
                    <a:pt x="951096" y="1349161"/>
                  </a:lnTo>
                  <a:lnTo>
                    <a:pt x="958219" y="1347052"/>
                  </a:lnTo>
                  <a:lnTo>
                    <a:pt x="964971" y="1347052"/>
                  </a:lnTo>
                  <a:lnTo>
                    <a:pt x="970888" y="1352639"/>
                  </a:lnTo>
                  <a:lnTo>
                    <a:pt x="970888" y="1366020"/>
                  </a:lnTo>
                  <a:lnTo>
                    <a:pt x="964819" y="1370840"/>
                  </a:lnTo>
                  <a:close/>
                </a:path>
                <a:path w="4122420" h="2482215">
                  <a:moveTo>
                    <a:pt x="1040732" y="1370840"/>
                  </a:moveTo>
                  <a:lnTo>
                    <a:pt x="1030971" y="1370840"/>
                  </a:lnTo>
                  <a:lnTo>
                    <a:pt x="1027633" y="1369665"/>
                  </a:lnTo>
                  <a:lnTo>
                    <a:pt x="1024876" y="1367027"/>
                  </a:lnTo>
                  <a:lnTo>
                    <a:pt x="1021572" y="1360871"/>
                  </a:lnTo>
                  <a:lnTo>
                    <a:pt x="1022547" y="1354342"/>
                  </a:lnTo>
                  <a:lnTo>
                    <a:pt x="1027007" y="1349161"/>
                  </a:lnTo>
                  <a:lnTo>
                    <a:pt x="1034157" y="1347052"/>
                  </a:lnTo>
                  <a:lnTo>
                    <a:pt x="1040883" y="1347052"/>
                  </a:lnTo>
                  <a:lnTo>
                    <a:pt x="1046801" y="1352639"/>
                  </a:lnTo>
                  <a:lnTo>
                    <a:pt x="1046801" y="1366020"/>
                  </a:lnTo>
                  <a:lnTo>
                    <a:pt x="1040732" y="1370840"/>
                  </a:lnTo>
                  <a:close/>
                </a:path>
                <a:path w="4122420" h="2482215">
                  <a:moveTo>
                    <a:pt x="1343549" y="1370840"/>
                  </a:moveTo>
                  <a:lnTo>
                    <a:pt x="1334168" y="1370840"/>
                  </a:lnTo>
                  <a:lnTo>
                    <a:pt x="1331032" y="1369665"/>
                  </a:lnTo>
                  <a:lnTo>
                    <a:pt x="1328529" y="1367027"/>
                  </a:lnTo>
                  <a:lnTo>
                    <a:pt x="1324753" y="1360871"/>
                  </a:lnTo>
                  <a:lnTo>
                    <a:pt x="1325479" y="1354342"/>
                  </a:lnTo>
                  <a:lnTo>
                    <a:pt x="1329841" y="1349161"/>
                  </a:lnTo>
                  <a:lnTo>
                    <a:pt x="1336975" y="1347052"/>
                  </a:lnTo>
                  <a:lnTo>
                    <a:pt x="1343727" y="1347052"/>
                  </a:lnTo>
                  <a:lnTo>
                    <a:pt x="1349619" y="1352639"/>
                  </a:lnTo>
                  <a:lnTo>
                    <a:pt x="1349619" y="1366020"/>
                  </a:lnTo>
                  <a:lnTo>
                    <a:pt x="1343549" y="1370840"/>
                  </a:lnTo>
                  <a:close/>
                </a:path>
                <a:path w="4122420" h="2482215">
                  <a:moveTo>
                    <a:pt x="1722280" y="1370840"/>
                  </a:moveTo>
                  <a:lnTo>
                    <a:pt x="1712924" y="1370840"/>
                  </a:lnTo>
                  <a:lnTo>
                    <a:pt x="1709763" y="1369665"/>
                  </a:lnTo>
                  <a:lnTo>
                    <a:pt x="1707285" y="1367027"/>
                  </a:lnTo>
                  <a:lnTo>
                    <a:pt x="1703498" y="1360871"/>
                  </a:lnTo>
                  <a:lnTo>
                    <a:pt x="1704222" y="1354342"/>
                  </a:lnTo>
                  <a:lnTo>
                    <a:pt x="1708583" y="1349161"/>
                  </a:lnTo>
                  <a:lnTo>
                    <a:pt x="1715706" y="1347052"/>
                  </a:lnTo>
                  <a:lnTo>
                    <a:pt x="1722458" y="1347052"/>
                  </a:lnTo>
                  <a:lnTo>
                    <a:pt x="1728375" y="1352639"/>
                  </a:lnTo>
                  <a:lnTo>
                    <a:pt x="1728375" y="1366020"/>
                  </a:lnTo>
                  <a:lnTo>
                    <a:pt x="1722280" y="1370840"/>
                  </a:lnTo>
                  <a:close/>
                </a:path>
                <a:path w="4122420" h="2482215">
                  <a:moveTo>
                    <a:pt x="428496" y="1371032"/>
                  </a:moveTo>
                  <a:lnTo>
                    <a:pt x="425133" y="1371032"/>
                  </a:lnTo>
                  <a:lnTo>
                    <a:pt x="422604" y="1370241"/>
                  </a:lnTo>
                  <a:lnTo>
                    <a:pt x="420910" y="1368634"/>
                  </a:lnTo>
                  <a:lnTo>
                    <a:pt x="426802" y="1359042"/>
                  </a:lnTo>
                  <a:lnTo>
                    <a:pt x="432719" y="1347843"/>
                  </a:lnTo>
                  <a:lnTo>
                    <a:pt x="439292" y="1353824"/>
                  </a:lnTo>
                  <a:lnTo>
                    <a:pt x="440413" y="1361533"/>
                  </a:lnTo>
                  <a:lnTo>
                    <a:pt x="436631" y="1368194"/>
                  </a:lnTo>
                  <a:lnTo>
                    <a:pt x="428496" y="1371032"/>
                  </a:lnTo>
                  <a:close/>
                </a:path>
                <a:path w="4122420" h="2482215">
                  <a:moveTo>
                    <a:pt x="1494668" y="1371080"/>
                  </a:moveTo>
                  <a:lnTo>
                    <a:pt x="1484907" y="1371080"/>
                  </a:lnTo>
                  <a:lnTo>
                    <a:pt x="1481898" y="1370073"/>
                  </a:lnTo>
                  <a:lnTo>
                    <a:pt x="1479521" y="1367843"/>
                  </a:lnTo>
                  <a:lnTo>
                    <a:pt x="1475758" y="1361215"/>
                  </a:lnTo>
                  <a:lnTo>
                    <a:pt x="1476575" y="1354444"/>
                  </a:lnTo>
                  <a:lnTo>
                    <a:pt x="1481185" y="1349174"/>
                  </a:lnTo>
                  <a:lnTo>
                    <a:pt x="1488801" y="1347052"/>
                  </a:lnTo>
                  <a:lnTo>
                    <a:pt x="1495553" y="1347052"/>
                  </a:lnTo>
                  <a:lnTo>
                    <a:pt x="1500610" y="1352639"/>
                  </a:lnTo>
                  <a:lnTo>
                    <a:pt x="1501445" y="1359042"/>
                  </a:lnTo>
                  <a:lnTo>
                    <a:pt x="1501445" y="1366188"/>
                  </a:lnTo>
                  <a:lnTo>
                    <a:pt x="1494668" y="1371080"/>
                  </a:lnTo>
                  <a:close/>
                </a:path>
                <a:path w="4122420" h="2482215">
                  <a:moveTo>
                    <a:pt x="1570126" y="1371080"/>
                  </a:moveTo>
                  <a:lnTo>
                    <a:pt x="1560744" y="1371080"/>
                  </a:lnTo>
                  <a:lnTo>
                    <a:pt x="1557811" y="1370073"/>
                  </a:lnTo>
                  <a:lnTo>
                    <a:pt x="1555433" y="1367843"/>
                  </a:lnTo>
                  <a:lnTo>
                    <a:pt x="1551670" y="1361215"/>
                  </a:lnTo>
                  <a:lnTo>
                    <a:pt x="1552488" y="1354444"/>
                  </a:lnTo>
                  <a:lnTo>
                    <a:pt x="1557098" y="1349174"/>
                  </a:lnTo>
                  <a:lnTo>
                    <a:pt x="1564714" y="1347052"/>
                  </a:lnTo>
                  <a:lnTo>
                    <a:pt x="1571466" y="1347052"/>
                  </a:lnTo>
                  <a:lnTo>
                    <a:pt x="1576523" y="1352639"/>
                  </a:lnTo>
                  <a:lnTo>
                    <a:pt x="1576523" y="1366188"/>
                  </a:lnTo>
                  <a:lnTo>
                    <a:pt x="1570126" y="1371080"/>
                  </a:lnTo>
                  <a:close/>
                </a:path>
                <a:path w="4122420" h="2482215">
                  <a:moveTo>
                    <a:pt x="1797966" y="1371080"/>
                  </a:moveTo>
                  <a:lnTo>
                    <a:pt x="1788508" y="1371080"/>
                  </a:lnTo>
                  <a:lnTo>
                    <a:pt x="1785550" y="1370073"/>
                  </a:lnTo>
                  <a:lnTo>
                    <a:pt x="1783198" y="1367843"/>
                  </a:lnTo>
                  <a:lnTo>
                    <a:pt x="1779774" y="1361215"/>
                  </a:lnTo>
                  <a:lnTo>
                    <a:pt x="1780458" y="1354444"/>
                  </a:lnTo>
                  <a:lnTo>
                    <a:pt x="1784617" y="1349174"/>
                  </a:lnTo>
                  <a:lnTo>
                    <a:pt x="1791619" y="1347052"/>
                  </a:lnTo>
                  <a:lnTo>
                    <a:pt x="1798371" y="1347052"/>
                  </a:lnTo>
                  <a:lnTo>
                    <a:pt x="1804288" y="1352639"/>
                  </a:lnTo>
                  <a:lnTo>
                    <a:pt x="1805123" y="1359042"/>
                  </a:lnTo>
                  <a:lnTo>
                    <a:pt x="1804541" y="1366188"/>
                  </a:lnTo>
                  <a:lnTo>
                    <a:pt x="1797966" y="1371080"/>
                  </a:lnTo>
                  <a:close/>
                </a:path>
                <a:path w="4122420" h="2482215">
                  <a:moveTo>
                    <a:pt x="1949312" y="1371080"/>
                  </a:moveTo>
                  <a:lnTo>
                    <a:pt x="1939576" y="1371080"/>
                  </a:lnTo>
                  <a:lnTo>
                    <a:pt x="1936542" y="1370073"/>
                  </a:lnTo>
                  <a:lnTo>
                    <a:pt x="1934190" y="1367843"/>
                  </a:lnTo>
                  <a:lnTo>
                    <a:pt x="1930416" y="1361215"/>
                  </a:lnTo>
                  <a:lnTo>
                    <a:pt x="1931234" y="1354444"/>
                  </a:lnTo>
                  <a:lnTo>
                    <a:pt x="1935851" y="1349174"/>
                  </a:lnTo>
                  <a:lnTo>
                    <a:pt x="1943470" y="1347052"/>
                  </a:lnTo>
                  <a:lnTo>
                    <a:pt x="1950197" y="1347052"/>
                  </a:lnTo>
                  <a:lnTo>
                    <a:pt x="1955280" y="1352639"/>
                  </a:lnTo>
                  <a:lnTo>
                    <a:pt x="1956114" y="1359042"/>
                  </a:lnTo>
                  <a:lnTo>
                    <a:pt x="1956114" y="1366188"/>
                  </a:lnTo>
                  <a:lnTo>
                    <a:pt x="1949312" y="1371080"/>
                  </a:lnTo>
                  <a:close/>
                </a:path>
                <a:path w="4122420" h="2482215">
                  <a:moveTo>
                    <a:pt x="2100708" y="1371080"/>
                  </a:moveTo>
                  <a:lnTo>
                    <a:pt x="2091326" y="1371080"/>
                  </a:lnTo>
                  <a:lnTo>
                    <a:pt x="2088393" y="1370073"/>
                  </a:lnTo>
                  <a:lnTo>
                    <a:pt x="2086016" y="1367843"/>
                  </a:lnTo>
                  <a:lnTo>
                    <a:pt x="2082229" y="1361215"/>
                  </a:lnTo>
                  <a:lnTo>
                    <a:pt x="2082956" y="1354444"/>
                  </a:lnTo>
                  <a:lnTo>
                    <a:pt x="2087325" y="1349174"/>
                  </a:lnTo>
                  <a:lnTo>
                    <a:pt x="2094462" y="1347052"/>
                  </a:lnTo>
                  <a:lnTo>
                    <a:pt x="2101188" y="1347052"/>
                  </a:lnTo>
                  <a:lnTo>
                    <a:pt x="2107106" y="1352639"/>
                  </a:lnTo>
                  <a:lnTo>
                    <a:pt x="2107106" y="1366188"/>
                  </a:lnTo>
                  <a:lnTo>
                    <a:pt x="2100708" y="1371080"/>
                  </a:lnTo>
                  <a:close/>
                </a:path>
                <a:path w="4122420" h="2482215">
                  <a:moveTo>
                    <a:pt x="2176621" y="1371080"/>
                  </a:moveTo>
                  <a:lnTo>
                    <a:pt x="2166835" y="1371080"/>
                  </a:lnTo>
                  <a:lnTo>
                    <a:pt x="2163724" y="1370073"/>
                  </a:lnTo>
                  <a:lnTo>
                    <a:pt x="2161094" y="1367843"/>
                  </a:lnTo>
                  <a:lnTo>
                    <a:pt x="2157801" y="1361215"/>
                  </a:lnTo>
                  <a:lnTo>
                    <a:pt x="2158774" y="1354444"/>
                  </a:lnTo>
                  <a:lnTo>
                    <a:pt x="2163228" y="1349174"/>
                  </a:lnTo>
                  <a:lnTo>
                    <a:pt x="2170375" y="1347052"/>
                  </a:lnTo>
                  <a:lnTo>
                    <a:pt x="2177127" y="1347052"/>
                  </a:lnTo>
                  <a:lnTo>
                    <a:pt x="2183019" y="1352639"/>
                  </a:lnTo>
                  <a:lnTo>
                    <a:pt x="2183019" y="1366188"/>
                  </a:lnTo>
                  <a:lnTo>
                    <a:pt x="2176621" y="1371080"/>
                  </a:lnTo>
                  <a:close/>
                </a:path>
                <a:path w="4122420" h="2482215">
                  <a:moveTo>
                    <a:pt x="1116569" y="1371248"/>
                  </a:moveTo>
                  <a:lnTo>
                    <a:pt x="1106783" y="1371248"/>
                  </a:lnTo>
                  <a:lnTo>
                    <a:pt x="1103521" y="1370169"/>
                  </a:lnTo>
                  <a:lnTo>
                    <a:pt x="1100790" y="1367843"/>
                  </a:lnTo>
                  <a:lnTo>
                    <a:pt x="1097379" y="1361559"/>
                  </a:lnTo>
                  <a:lnTo>
                    <a:pt x="1098157" y="1354750"/>
                  </a:lnTo>
                  <a:lnTo>
                    <a:pt x="1102571" y="1349289"/>
                  </a:lnTo>
                  <a:lnTo>
                    <a:pt x="1110070" y="1347052"/>
                  </a:lnTo>
                  <a:lnTo>
                    <a:pt x="1116822" y="1347052"/>
                  </a:lnTo>
                  <a:lnTo>
                    <a:pt x="1122714" y="1352639"/>
                  </a:lnTo>
                  <a:lnTo>
                    <a:pt x="1122714" y="1366596"/>
                  </a:lnTo>
                  <a:lnTo>
                    <a:pt x="1116569" y="1371248"/>
                  </a:lnTo>
                  <a:close/>
                </a:path>
                <a:path w="4122420" h="2482215">
                  <a:moveTo>
                    <a:pt x="1419008" y="1371248"/>
                  </a:moveTo>
                  <a:lnTo>
                    <a:pt x="1409247" y="1371248"/>
                  </a:lnTo>
                  <a:lnTo>
                    <a:pt x="1406060" y="1370169"/>
                  </a:lnTo>
                  <a:lnTo>
                    <a:pt x="1403607" y="1367843"/>
                  </a:lnTo>
                  <a:lnTo>
                    <a:pt x="1399834" y="1361215"/>
                  </a:lnTo>
                  <a:lnTo>
                    <a:pt x="1400652" y="1354444"/>
                  </a:lnTo>
                  <a:lnTo>
                    <a:pt x="1405268" y="1349174"/>
                  </a:lnTo>
                  <a:lnTo>
                    <a:pt x="1412888" y="1347052"/>
                  </a:lnTo>
                  <a:lnTo>
                    <a:pt x="1419640" y="1347843"/>
                  </a:lnTo>
                  <a:lnTo>
                    <a:pt x="1424697" y="1352639"/>
                  </a:lnTo>
                  <a:lnTo>
                    <a:pt x="1425532" y="1359042"/>
                  </a:lnTo>
                  <a:lnTo>
                    <a:pt x="1425532" y="1366596"/>
                  </a:lnTo>
                  <a:lnTo>
                    <a:pt x="1419008" y="1371248"/>
                  </a:lnTo>
                  <a:close/>
                </a:path>
                <a:path w="4122420" h="2482215">
                  <a:moveTo>
                    <a:pt x="2025023" y="1371248"/>
                  </a:moveTo>
                  <a:lnTo>
                    <a:pt x="2015641" y="1371248"/>
                  </a:lnTo>
                  <a:lnTo>
                    <a:pt x="2012556" y="1370169"/>
                  </a:lnTo>
                  <a:lnTo>
                    <a:pt x="2010103" y="1367843"/>
                  </a:lnTo>
                  <a:lnTo>
                    <a:pt x="2006316" y="1361215"/>
                  </a:lnTo>
                  <a:lnTo>
                    <a:pt x="2007040" y="1354444"/>
                  </a:lnTo>
                  <a:lnTo>
                    <a:pt x="2011401" y="1349174"/>
                  </a:lnTo>
                  <a:lnTo>
                    <a:pt x="2018524" y="1347052"/>
                  </a:lnTo>
                  <a:lnTo>
                    <a:pt x="2026135" y="1347052"/>
                  </a:lnTo>
                  <a:lnTo>
                    <a:pt x="2031192" y="1352639"/>
                  </a:lnTo>
                  <a:lnTo>
                    <a:pt x="2031192" y="1366596"/>
                  </a:lnTo>
                  <a:lnTo>
                    <a:pt x="2025023" y="1371248"/>
                  </a:lnTo>
                  <a:close/>
                </a:path>
                <a:path w="4122420" h="2482215">
                  <a:moveTo>
                    <a:pt x="585784" y="1371440"/>
                  </a:moveTo>
                  <a:lnTo>
                    <a:pt x="575998" y="1371440"/>
                  </a:lnTo>
                  <a:lnTo>
                    <a:pt x="572862" y="1370337"/>
                  </a:lnTo>
                  <a:lnTo>
                    <a:pt x="570207" y="1367843"/>
                  </a:lnTo>
                  <a:lnTo>
                    <a:pt x="566914" y="1361559"/>
                  </a:lnTo>
                  <a:lnTo>
                    <a:pt x="567887" y="1354750"/>
                  </a:lnTo>
                  <a:lnTo>
                    <a:pt x="572341" y="1349289"/>
                  </a:lnTo>
                  <a:lnTo>
                    <a:pt x="579488" y="1347052"/>
                  </a:lnTo>
                  <a:lnTo>
                    <a:pt x="586240" y="1347052"/>
                  </a:lnTo>
                  <a:lnTo>
                    <a:pt x="592131" y="1352639"/>
                  </a:lnTo>
                  <a:lnTo>
                    <a:pt x="592131" y="1366188"/>
                  </a:lnTo>
                  <a:lnTo>
                    <a:pt x="585784" y="1371440"/>
                  </a:lnTo>
                  <a:close/>
                </a:path>
                <a:path w="4122420" h="2482215">
                  <a:moveTo>
                    <a:pt x="510149" y="1371631"/>
                  </a:moveTo>
                  <a:lnTo>
                    <a:pt x="500388" y="1371631"/>
                  </a:lnTo>
                  <a:lnTo>
                    <a:pt x="497076" y="1370480"/>
                  </a:lnTo>
                  <a:lnTo>
                    <a:pt x="494294" y="1367843"/>
                  </a:lnTo>
                  <a:lnTo>
                    <a:pt x="491001" y="1361683"/>
                  </a:lnTo>
                  <a:lnTo>
                    <a:pt x="491974" y="1355145"/>
                  </a:lnTo>
                  <a:lnTo>
                    <a:pt x="496428" y="1349957"/>
                  </a:lnTo>
                  <a:lnTo>
                    <a:pt x="503575" y="1347843"/>
                  </a:lnTo>
                  <a:lnTo>
                    <a:pt x="503575" y="1347052"/>
                  </a:lnTo>
                  <a:lnTo>
                    <a:pt x="511161" y="1347843"/>
                  </a:lnTo>
                  <a:lnTo>
                    <a:pt x="516219" y="1352639"/>
                  </a:lnTo>
                  <a:lnTo>
                    <a:pt x="516219" y="1366812"/>
                  </a:lnTo>
                  <a:lnTo>
                    <a:pt x="510149" y="1371631"/>
                  </a:lnTo>
                  <a:close/>
                </a:path>
                <a:path w="4122420" h="2482215">
                  <a:moveTo>
                    <a:pt x="661976" y="1371631"/>
                  </a:moveTo>
                  <a:lnTo>
                    <a:pt x="652240" y="1371631"/>
                  </a:lnTo>
                  <a:lnTo>
                    <a:pt x="648902" y="1370480"/>
                  </a:lnTo>
                  <a:lnTo>
                    <a:pt x="646121" y="1367843"/>
                  </a:lnTo>
                  <a:lnTo>
                    <a:pt x="642830" y="1361683"/>
                  </a:lnTo>
                  <a:lnTo>
                    <a:pt x="643810" y="1355145"/>
                  </a:lnTo>
                  <a:lnTo>
                    <a:pt x="648265" y="1349957"/>
                  </a:lnTo>
                  <a:lnTo>
                    <a:pt x="655401" y="1347843"/>
                  </a:lnTo>
                  <a:lnTo>
                    <a:pt x="655401" y="1347052"/>
                  </a:lnTo>
                  <a:lnTo>
                    <a:pt x="662153" y="1347052"/>
                  </a:lnTo>
                  <a:lnTo>
                    <a:pt x="668070" y="1352639"/>
                  </a:lnTo>
                  <a:lnTo>
                    <a:pt x="668070" y="1366812"/>
                  </a:lnTo>
                  <a:lnTo>
                    <a:pt x="661976" y="1371631"/>
                  </a:lnTo>
                  <a:close/>
                </a:path>
                <a:path w="4122420" h="2482215">
                  <a:moveTo>
                    <a:pt x="1191723" y="1371631"/>
                  </a:moveTo>
                  <a:lnTo>
                    <a:pt x="1182342" y="1371631"/>
                  </a:lnTo>
                  <a:lnTo>
                    <a:pt x="1179206" y="1370480"/>
                  </a:lnTo>
                  <a:lnTo>
                    <a:pt x="1176703" y="1367843"/>
                  </a:lnTo>
                  <a:lnTo>
                    <a:pt x="1172929" y="1361683"/>
                  </a:lnTo>
                  <a:lnTo>
                    <a:pt x="1173747" y="1355145"/>
                  </a:lnTo>
                  <a:lnTo>
                    <a:pt x="1178363" y="1349957"/>
                  </a:lnTo>
                  <a:lnTo>
                    <a:pt x="1185983" y="1347843"/>
                  </a:lnTo>
                  <a:lnTo>
                    <a:pt x="1185983" y="1347052"/>
                  </a:lnTo>
                  <a:lnTo>
                    <a:pt x="1192735" y="1347052"/>
                  </a:lnTo>
                  <a:lnTo>
                    <a:pt x="1198627" y="1352639"/>
                  </a:lnTo>
                  <a:lnTo>
                    <a:pt x="1197792" y="1359833"/>
                  </a:lnTo>
                  <a:lnTo>
                    <a:pt x="1197792" y="1366812"/>
                  </a:lnTo>
                  <a:lnTo>
                    <a:pt x="1191723" y="1371631"/>
                  </a:lnTo>
                  <a:close/>
                </a:path>
                <a:path w="4122420" h="2482215">
                  <a:moveTo>
                    <a:pt x="1874132" y="1371631"/>
                  </a:moveTo>
                  <a:lnTo>
                    <a:pt x="1864371" y="1371631"/>
                  </a:lnTo>
                  <a:lnTo>
                    <a:pt x="1861033" y="1370480"/>
                  </a:lnTo>
                  <a:lnTo>
                    <a:pt x="1858277" y="1367843"/>
                  </a:lnTo>
                  <a:lnTo>
                    <a:pt x="1854851" y="1361683"/>
                  </a:lnTo>
                  <a:lnTo>
                    <a:pt x="1855622" y="1355145"/>
                  </a:lnTo>
                  <a:lnTo>
                    <a:pt x="1860033" y="1349957"/>
                  </a:lnTo>
                  <a:lnTo>
                    <a:pt x="1867532" y="1347843"/>
                  </a:lnTo>
                  <a:lnTo>
                    <a:pt x="1867532" y="1347052"/>
                  </a:lnTo>
                  <a:lnTo>
                    <a:pt x="1874284" y="1347052"/>
                  </a:lnTo>
                  <a:lnTo>
                    <a:pt x="1880201" y="1352639"/>
                  </a:lnTo>
                  <a:lnTo>
                    <a:pt x="1880201" y="1366812"/>
                  </a:lnTo>
                  <a:lnTo>
                    <a:pt x="1874132" y="1371631"/>
                  </a:lnTo>
                  <a:close/>
                </a:path>
                <a:path w="4122420" h="2482215">
                  <a:moveTo>
                    <a:pt x="1646140" y="1371871"/>
                  </a:moveTo>
                  <a:lnTo>
                    <a:pt x="1636657" y="1371871"/>
                  </a:lnTo>
                  <a:lnTo>
                    <a:pt x="1633724" y="1370888"/>
                  </a:lnTo>
                  <a:lnTo>
                    <a:pt x="1631347" y="1368634"/>
                  </a:lnTo>
                  <a:lnTo>
                    <a:pt x="1627584" y="1362017"/>
                  </a:lnTo>
                  <a:lnTo>
                    <a:pt x="1628401" y="1355244"/>
                  </a:lnTo>
                  <a:lnTo>
                    <a:pt x="1633011" y="1349969"/>
                  </a:lnTo>
                  <a:lnTo>
                    <a:pt x="1640627" y="1347843"/>
                  </a:lnTo>
                  <a:lnTo>
                    <a:pt x="1639793" y="1347052"/>
                  </a:lnTo>
                  <a:lnTo>
                    <a:pt x="1647379" y="1347052"/>
                  </a:lnTo>
                  <a:lnTo>
                    <a:pt x="1653296" y="1352639"/>
                  </a:lnTo>
                  <a:lnTo>
                    <a:pt x="1653296" y="1359833"/>
                  </a:lnTo>
                  <a:lnTo>
                    <a:pt x="1652715" y="1367003"/>
                  </a:lnTo>
                  <a:lnTo>
                    <a:pt x="1646140" y="1371871"/>
                  </a:lnTo>
                  <a:close/>
                </a:path>
                <a:path w="4122420" h="2482215">
                  <a:moveTo>
                    <a:pt x="3889217" y="1405635"/>
                  </a:moveTo>
                  <a:lnTo>
                    <a:pt x="3879430" y="1405635"/>
                  </a:lnTo>
                  <a:lnTo>
                    <a:pt x="3876169" y="1404580"/>
                  </a:lnTo>
                  <a:lnTo>
                    <a:pt x="3873438" y="1402230"/>
                  </a:lnTo>
                  <a:lnTo>
                    <a:pt x="3870027" y="1395946"/>
                  </a:lnTo>
                  <a:lnTo>
                    <a:pt x="3870804" y="1389137"/>
                  </a:lnTo>
                  <a:lnTo>
                    <a:pt x="3875219" y="1383676"/>
                  </a:lnTo>
                  <a:lnTo>
                    <a:pt x="3882718" y="1381439"/>
                  </a:lnTo>
                  <a:lnTo>
                    <a:pt x="3882718" y="1382231"/>
                  </a:lnTo>
                  <a:lnTo>
                    <a:pt x="3890273" y="1382231"/>
                  </a:lnTo>
                  <a:lnTo>
                    <a:pt x="3895362" y="1387458"/>
                  </a:lnTo>
                  <a:lnTo>
                    <a:pt x="3895362" y="1401007"/>
                  </a:lnTo>
                  <a:lnTo>
                    <a:pt x="3889217" y="1405635"/>
                  </a:lnTo>
                  <a:close/>
                </a:path>
                <a:path w="4122420" h="2482215">
                  <a:moveTo>
                    <a:pt x="3890273" y="1382231"/>
                  </a:moveTo>
                  <a:lnTo>
                    <a:pt x="3882718" y="1382231"/>
                  </a:lnTo>
                  <a:lnTo>
                    <a:pt x="3883578" y="1382159"/>
                  </a:lnTo>
                  <a:lnTo>
                    <a:pt x="3890203" y="1382159"/>
                  </a:lnTo>
                  <a:close/>
                </a:path>
                <a:path w="4122420" h="2482215">
                  <a:moveTo>
                    <a:pt x="3661528" y="1406019"/>
                  </a:moveTo>
                  <a:lnTo>
                    <a:pt x="3652172" y="1406019"/>
                  </a:lnTo>
                  <a:lnTo>
                    <a:pt x="3649037" y="1404868"/>
                  </a:lnTo>
                  <a:lnTo>
                    <a:pt x="3646533" y="1402230"/>
                  </a:lnTo>
                  <a:lnTo>
                    <a:pt x="3642746" y="1396070"/>
                  </a:lnTo>
                  <a:lnTo>
                    <a:pt x="3643470" y="1389533"/>
                  </a:lnTo>
                  <a:lnTo>
                    <a:pt x="3647831" y="1384344"/>
                  </a:lnTo>
                  <a:lnTo>
                    <a:pt x="3654954" y="1382231"/>
                  </a:lnTo>
                  <a:lnTo>
                    <a:pt x="3655459" y="1382183"/>
                  </a:lnTo>
                  <a:lnTo>
                    <a:pt x="3656395" y="1382159"/>
                  </a:lnTo>
                  <a:lnTo>
                    <a:pt x="3663172" y="1382159"/>
                  </a:lnTo>
                  <a:lnTo>
                    <a:pt x="3667623" y="1387506"/>
                  </a:lnTo>
                  <a:lnTo>
                    <a:pt x="3667623" y="1401223"/>
                  </a:lnTo>
                  <a:lnTo>
                    <a:pt x="3661528" y="1406019"/>
                  </a:lnTo>
                  <a:close/>
                </a:path>
                <a:path w="4122420" h="2482215">
                  <a:moveTo>
                    <a:pt x="3813380" y="1406019"/>
                  </a:moveTo>
                  <a:lnTo>
                    <a:pt x="3803619" y="1406019"/>
                  </a:lnTo>
                  <a:lnTo>
                    <a:pt x="3800281" y="1404868"/>
                  </a:lnTo>
                  <a:lnTo>
                    <a:pt x="3797525" y="1402230"/>
                  </a:lnTo>
                  <a:lnTo>
                    <a:pt x="3794221" y="1396070"/>
                  </a:lnTo>
                  <a:lnTo>
                    <a:pt x="3795195" y="1389533"/>
                  </a:lnTo>
                  <a:lnTo>
                    <a:pt x="3799655" y="1384344"/>
                  </a:lnTo>
                  <a:lnTo>
                    <a:pt x="3806805" y="1382231"/>
                  </a:lnTo>
                  <a:lnTo>
                    <a:pt x="3807235" y="1382183"/>
                  </a:lnTo>
                  <a:lnTo>
                    <a:pt x="3808069" y="1382159"/>
                  </a:lnTo>
                  <a:lnTo>
                    <a:pt x="3814265" y="1382159"/>
                  </a:lnTo>
                  <a:lnTo>
                    <a:pt x="3819449" y="1387506"/>
                  </a:lnTo>
                  <a:lnTo>
                    <a:pt x="3819449" y="1401223"/>
                  </a:lnTo>
                  <a:lnTo>
                    <a:pt x="3813380" y="1406019"/>
                  </a:lnTo>
                  <a:close/>
                </a:path>
                <a:path w="4122420" h="2482215">
                  <a:moveTo>
                    <a:pt x="3581367" y="1406306"/>
                  </a:moveTo>
                  <a:lnTo>
                    <a:pt x="3580887" y="1406306"/>
                  </a:lnTo>
                  <a:lnTo>
                    <a:pt x="3579875" y="1406235"/>
                  </a:lnTo>
                  <a:lnTo>
                    <a:pt x="3570871" y="1402032"/>
                  </a:lnTo>
                  <a:lnTo>
                    <a:pt x="3567870" y="1394233"/>
                  </a:lnTo>
                  <a:lnTo>
                    <a:pt x="3570871" y="1386433"/>
                  </a:lnTo>
                  <a:lnTo>
                    <a:pt x="3579875" y="1382231"/>
                  </a:lnTo>
                  <a:lnTo>
                    <a:pt x="3580406" y="1382183"/>
                  </a:lnTo>
                  <a:lnTo>
                    <a:pt x="3581367" y="1382159"/>
                  </a:lnTo>
                  <a:lnTo>
                    <a:pt x="3590229" y="1385932"/>
                  </a:lnTo>
                  <a:lnTo>
                    <a:pt x="3593183" y="1394233"/>
                  </a:lnTo>
                  <a:lnTo>
                    <a:pt x="3590229" y="1402533"/>
                  </a:lnTo>
                  <a:lnTo>
                    <a:pt x="3581367" y="1406306"/>
                  </a:lnTo>
                  <a:close/>
                </a:path>
                <a:path w="4122420" h="2482215">
                  <a:moveTo>
                    <a:pt x="3732434" y="1406306"/>
                  </a:moveTo>
                  <a:lnTo>
                    <a:pt x="3731929" y="1406306"/>
                  </a:lnTo>
                  <a:lnTo>
                    <a:pt x="3730866" y="1406235"/>
                  </a:lnTo>
                  <a:lnTo>
                    <a:pt x="3722332" y="1402032"/>
                  </a:lnTo>
                  <a:lnTo>
                    <a:pt x="3719487" y="1394233"/>
                  </a:lnTo>
                  <a:lnTo>
                    <a:pt x="3722332" y="1386433"/>
                  </a:lnTo>
                  <a:lnTo>
                    <a:pt x="3730866" y="1382231"/>
                  </a:lnTo>
                  <a:lnTo>
                    <a:pt x="3731398" y="1382183"/>
                  </a:lnTo>
                  <a:lnTo>
                    <a:pt x="3732434" y="1382159"/>
                  </a:lnTo>
                  <a:lnTo>
                    <a:pt x="3741708" y="1385932"/>
                  </a:lnTo>
                  <a:lnTo>
                    <a:pt x="3744800" y="1394233"/>
                  </a:lnTo>
                  <a:lnTo>
                    <a:pt x="3741708" y="1402533"/>
                  </a:lnTo>
                  <a:lnTo>
                    <a:pt x="3732434" y="1406306"/>
                  </a:lnTo>
                  <a:close/>
                </a:path>
                <a:path w="4122420" h="2482215">
                  <a:moveTo>
                    <a:pt x="769953" y="1406306"/>
                  </a:moveTo>
                  <a:lnTo>
                    <a:pt x="769473" y="1406306"/>
                  </a:lnTo>
                  <a:lnTo>
                    <a:pt x="768436" y="1406235"/>
                  </a:lnTo>
                  <a:lnTo>
                    <a:pt x="759418" y="1402376"/>
                  </a:lnTo>
                  <a:lnTo>
                    <a:pt x="756412" y="1394538"/>
                  </a:lnTo>
                  <a:lnTo>
                    <a:pt x="759418" y="1386548"/>
                  </a:lnTo>
                  <a:lnTo>
                    <a:pt x="768436" y="1382231"/>
                  </a:lnTo>
                  <a:lnTo>
                    <a:pt x="769220" y="1382231"/>
                  </a:lnTo>
                  <a:lnTo>
                    <a:pt x="778498" y="1385993"/>
                  </a:lnTo>
                  <a:lnTo>
                    <a:pt x="781715" y="1394269"/>
                  </a:lnTo>
                  <a:lnTo>
                    <a:pt x="778868" y="1402545"/>
                  </a:lnTo>
                  <a:lnTo>
                    <a:pt x="769953" y="1406306"/>
                  </a:lnTo>
                  <a:close/>
                </a:path>
                <a:path w="4122420" h="2482215">
                  <a:moveTo>
                    <a:pt x="921855" y="1406306"/>
                  </a:moveTo>
                  <a:lnTo>
                    <a:pt x="921349" y="1406306"/>
                  </a:lnTo>
                  <a:lnTo>
                    <a:pt x="920262" y="1406235"/>
                  </a:lnTo>
                  <a:lnTo>
                    <a:pt x="911728" y="1402376"/>
                  </a:lnTo>
                  <a:lnTo>
                    <a:pt x="908883" y="1394538"/>
                  </a:lnTo>
                  <a:lnTo>
                    <a:pt x="911728" y="1386548"/>
                  </a:lnTo>
                  <a:lnTo>
                    <a:pt x="920262" y="1382231"/>
                  </a:lnTo>
                  <a:lnTo>
                    <a:pt x="921097" y="1382231"/>
                  </a:lnTo>
                  <a:lnTo>
                    <a:pt x="930817" y="1385993"/>
                  </a:lnTo>
                  <a:lnTo>
                    <a:pt x="934183" y="1394269"/>
                  </a:lnTo>
                  <a:lnTo>
                    <a:pt x="931196" y="1402545"/>
                  </a:lnTo>
                  <a:lnTo>
                    <a:pt x="921855" y="1406306"/>
                  </a:lnTo>
                  <a:close/>
                </a:path>
                <a:path w="4122420" h="2482215">
                  <a:moveTo>
                    <a:pt x="1229579" y="1406450"/>
                  </a:moveTo>
                  <a:lnTo>
                    <a:pt x="1219818" y="1406450"/>
                  </a:lnTo>
                  <a:lnTo>
                    <a:pt x="1216556" y="1405371"/>
                  </a:lnTo>
                  <a:lnTo>
                    <a:pt x="1213825" y="1403045"/>
                  </a:lnTo>
                  <a:lnTo>
                    <a:pt x="1210520" y="1396414"/>
                  </a:lnTo>
                  <a:lnTo>
                    <a:pt x="1211495" y="1389635"/>
                  </a:lnTo>
                  <a:lnTo>
                    <a:pt x="1215955" y="1384357"/>
                  </a:lnTo>
                  <a:lnTo>
                    <a:pt x="1223105" y="1382231"/>
                  </a:lnTo>
                  <a:lnTo>
                    <a:pt x="1223940" y="1383046"/>
                  </a:lnTo>
                  <a:lnTo>
                    <a:pt x="1229832" y="1383837"/>
                  </a:lnTo>
                  <a:lnTo>
                    <a:pt x="1234915" y="1388633"/>
                  </a:lnTo>
                  <a:lnTo>
                    <a:pt x="1235749" y="1394245"/>
                  </a:lnTo>
                  <a:lnTo>
                    <a:pt x="1235749" y="1401798"/>
                  </a:lnTo>
                  <a:lnTo>
                    <a:pt x="1229579" y="1406450"/>
                  </a:lnTo>
                  <a:close/>
                </a:path>
                <a:path w="4122420" h="2482215">
                  <a:moveTo>
                    <a:pt x="1305517" y="1406810"/>
                  </a:moveTo>
                  <a:lnTo>
                    <a:pt x="1295756" y="1406810"/>
                  </a:lnTo>
                  <a:lnTo>
                    <a:pt x="1292469" y="1405635"/>
                  </a:lnTo>
                  <a:lnTo>
                    <a:pt x="1289738" y="1403045"/>
                  </a:lnTo>
                  <a:lnTo>
                    <a:pt x="1286327" y="1396863"/>
                  </a:lnTo>
                  <a:lnTo>
                    <a:pt x="1287105" y="1390237"/>
                  </a:lnTo>
                  <a:lnTo>
                    <a:pt x="1291519" y="1384812"/>
                  </a:lnTo>
                  <a:lnTo>
                    <a:pt x="1299018" y="1382231"/>
                  </a:lnTo>
                  <a:lnTo>
                    <a:pt x="1299018" y="1383046"/>
                  </a:lnTo>
                  <a:lnTo>
                    <a:pt x="1305770" y="1383837"/>
                  </a:lnTo>
                  <a:lnTo>
                    <a:pt x="1310828" y="1388633"/>
                  </a:lnTo>
                  <a:lnTo>
                    <a:pt x="1311662" y="1394245"/>
                  </a:lnTo>
                  <a:lnTo>
                    <a:pt x="1311662" y="1401798"/>
                  </a:lnTo>
                  <a:lnTo>
                    <a:pt x="1305517" y="1406810"/>
                  </a:lnTo>
                  <a:close/>
                </a:path>
                <a:path w="4122420" h="2482215">
                  <a:moveTo>
                    <a:pt x="850924" y="1406834"/>
                  </a:moveTo>
                  <a:lnTo>
                    <a:pt x="841188" y="1406834"/>
                  </a:lnTo>
                  <a:lnTo>
                    <a:pt x="837850" y="1405659"/>
                  </a:lnTo>
                  <a:lnTo>
                    <a:pt x="835069" y="1403045"/>
                  </a:lnTo>
                  <a:lnTo>
                    <a:pt x="831778" y="1396875"/>
                  </a:lnTo>
                  <a:lnTo>
                    <a:pt x="832758" y="1390339"/>
                  </a:lnTo>
                  <a:lnTo>
                    <a:pt x="837213" y="1385156"/>
                  </a:lnTo>
                  <a:lnTo>
                    <a:pt x="844349" y="1383046"/>
                  </a:lnTo>
                  <a:lnTo>
                    <a:pt x="845209" y="1383046"/>
                  </a:lnTo>
                  <a:lnTo>
                    <a:pt x="851935" y="1383837"/>
                  </a:lnTo>
                  <a:lnTo>
                    <a:pt x="857018" y="1388633"/>
                  </a:lnTo>
                  <a:lnTo>
                    <a:pt x="857018" y="1402014"/>
                  </a:lnTo>
                  <a:lnTo>
                    <a:pt x="850924" y="1406834"/>
                  </a:lnTo>
                  <a:close/>
                </a:path>
                <a:path w="4122420" h="2482215">
                  <a:moveTo>
                    <a:pt x="1002775" y="1406834"/>
                  </a:moveTo>
                  <a:lnTo>
                    <a:pt x="993014" y="1406834"/>
                  </a:lnTo>
                  <a:lnTo>
                    <a:pt x="989676" y="1405659"/>
                  </a:lnTo>
                  <a:lnTo>
                    <a:pt x="986920" y="1403045"/>
                  </a:lnTo>
                  <a:lnTo>
                    <a:pt x="983616" y="1396875"/>
                  </a:lnTo>
                  <a:lnTo>
                    <a:pt x="984590" y="1390339"/>
                  </a:lnTo>
                  <a:lnTo>
                    <a:pt x="989050" y="1385156"/>
                  </a:lnTo>
                  <a:lnTo>
                    <a:pt x="996201" y="1383046"/>
                  </a:lnTo>
                  <a:lnTo>
                    <a:pt x="1002927" y="1383046"/>
                  </a:lnTo>
                  <a:lnTo>
                    <a:pt x="1008844" y="1388633"/>
                  </a:lnTo>
                  <a:lnTo>
                    <a:pt x="1008844" y="1402014"/>
                  </a:lnTo>
                  <a:lnTo>
                    <a:pt x="1002775" y="1406834"/>
                  </a:lnTo>
                  <a:close/>
                </a:path>
                <a:path w="4122420" h="2482215">
                  <a:moveTo>
                    <a:pt x="1078688" y="1406834"/>
                  </a:moveTo>
                  <a:lnTo>
                    <a:pt x="1068927" y="1406834"/>
                  </a:lnTo>
                  <a:lnTo>
                    <a:pt x="1065615" y="1405659"/>
                  </a:lnTo>
                  <a:lnTo>
                    <a:pt x="1062833" y="1403045"/>
                  </a:lnTo>
                  <a:lnTo>
                    <a:pt x="1059422" y="1396875"/>
                  </a:lnTo>
                  <a:lnTo>
                    <a:pt x="1060200" y="1390339"/>
                  </a:lnTo>
                  <a:lnTo>
                    <a:pt x="1064615" y="1385156"/>
                  </a:lnTo>
                  <a:lnTo>
                    <a:pt x="1072113" y="1383046"/>
                  </a:lnTo>
                  <a:lnTo>
                    <a:pt x="1078865" y="1383046"/>
                  </a:lnTo>
                  <a:lnTo>
                    <a:pt x="1083923" y="1388633"/>
                  </a:lnTo>
                  <a:lnTo>
                    <a:pt x="1084757" y="1395036"/>
                  </a:lnTo>
                  <a:lnTo>
                    <a:pt x="1084757" y="1402014"/>
                  </a:lnTo>
                  <a:lnTo>
                    <a:pt x="1078688" y="1406834"/>
                  </a:lnTo>
                  <a:close/>
                </a:path>
                <a:path w="4122420" h="2482215">
                  <a:moveTo>
                    <a:pt x="1457419" y="1406834"/>
                  </a:moveTo>
                  <a:lnTo>
                    <a:pt x="1447658" y="1406834"/>
                  </a:lnTo>
                  <a:lnTo>
                    <a:pt x="1444346" y="1405659"/>
                  </a:lnTo>
                  <a:lnTo>
                    <a:pt x="1441564" y="1403045"/>
                  </a:lnTo>
                  <a:lnTo>
                    <a:pt x="1438153" y="1396875"/>
                  </a:lnTo>
                  <a:lnTo>
                    <a:pt x="1438931" y="1390339"/>
                  </a:lnTo>
                  <a:lnTo>
                    <a:pt x="1443346" y="1385156"/>
                  </a:lnTo>
                  <a:lnTo>
                    <a:pt x="1450844" y="1383046"/>
                  </a:lnTo>
                  <a:lnTo>
                    <a:pt x="1457596" y="1383046"/>
                  </a:lnTo>
                  <a:lnTo>
                    <a:pt x="1462654" y="1388633"/>
                  </a:lnTo>
                  <a:lnTo>
                    <a:pt x="1463488" y="1395036"/>
                  </a:lnTo>
                  <a:lnTo>
                    <a:pt x="1463488" y="1402014"/>
                  </a:lnTo>
                  <a:lnTo>
                    <a:pt x="1457419" y="1406834"/>
                  </a:lnTo>
                  <a:close/>
                </a:path>
                <a:path w="4122420" h="2482215">
                  <a:moveTo>
                    <a:pt x="1836175" y="1406834"/>
                  </a:moveTo>
                  <a:lnTo>
                    <a:pt x="1826414" y="1406834"/>
                  </a:lnTo>
                  <a:lnTo>
                    <a:pt x="1823076" y="1405659"/>
                  </a:lnTo>
                  <a:lnTo>
                    <a:pt x="1820295" y="1403045"/>
                  </a:lnTo>
                  <a:lnTo>
                    <a:pt x="1816884" y="1396875"/>
                  </a:lnTo>
                  <a:lnTo>
                    <a:pt x="1817662" y="1390339"/>
                  </a:lnTo>
                  <a:lnTo>
                    <a:pt x="1822076" y="1385156"/>
                  </a:lnTo>
                  <a:lnTo>
                    <a:pt x="1829575" y="1383046"/>
                  </a:lnTo>
                  <a:lnTo>
                    <a:pt x="1836327" y="1383046"/>
                  </a:lnTo>
                  <a:lnTo>
                    <a:pt x="1841385" y="1388633"/>
                  </a:lnTo>
                  <a:lnTo>
                    <a:pt x="1842244" y="1395036"/>
                  </a:lnTo>
                  <a:lnTo>
                    <a:pt x="1842244" y="1402014"/>
                  </a:lnTo>
                  <a:lnTo>
                    <a:pt x="1836175" y="1406834"/>
                  </a:lnTo>
                  <a:close/>
                </a:path>
                <a:path w="4122420" h="2482215">
                  <a:moveTo>
                    <a:pt x="2214906" y="1406834"/>
                  </a:moveTo>
                  <a:lnTo>
                    <a:pt x="2205145" y="1406834"/>
                  </a:lnTo>
                  <a:lnTo>
                    <a:pt x="2201833" y="1405659"/>
                  </a:lnTo>
                  <a:lnTo>
                    <a:pt x="2199051" y="1403045"/>
                  </a:lnTo>
                  <a:lnTo>
                    <a:pt x="2195640" y="1396875"/>
                  </a:lnTo>
                  <a:lnTo>
                    <a:pt x="2196418" y="1390339"/>
                  </a:lnTo>
                  <a:lnTo>
                    <a:pt x="2200833" y="1385156"/>
                  </a:lnTo>
                  <a:lnTo>
                    <a:pt x="2208331" y="1383046"/>
                  </a:lnTo>
                  <a:lnTo>
                    <a:pt x="2215083" y="1383046"/>
                  </a:lnTo>
                  <a:lnTo>
                    <a:pt x="2220141" y="1388633"/>
                  </a:lnTo>
                  <a:lnTo>
                    <a:pt x="2220975" y="1395036"/>
                  </a:lnTo>
                  <a:lnTo>
                    <a:pt x="2220975" y="1402014"/>
                  </a:lnTo>
                  <a:lnTo>
                    <a:pt x="2214906" y="1406834"/>
                  </a:lnTo>
                  <a:close/>
                </a:path>
                <a:path w="4122420" h="2482215">
                  <a:moveTo>
                    <a:pt x="2289656" y="1407074"/>
                  </a:moveTo>
                  <a:lnTo>
                    <a:pt x="2280274" y="1407074"/>
                  </a:lnTo>
                  <a:lnTo>
                    <a:pt x="2277341" y="1406067"/>
                  </a:lnTo>
                  <a:lnTo>
                    <a:pt x="2274964" y="1403837"/>
                  </a:lnTo>
                  <a:lnTo>
                    <a:pt x="2271177" y="1397209"/>
                  </a:lnTo>
                  <a:lnTo>
                    <a:pt x="2271904" y="1390438"/>
                  </a:lnTo>
                  <a:lnTo>
                    <a:pt x="2276273" y="1385168"/>
                  </a:lnTo>
                  <a:lnTo>
                    <a:pt x="2283410" y="1383046"/>
                  </a:lnTo>
                  <a:lnTo>
                    <a:pt x="2284245" y="1383046"/>
                  </a:lnTo>
                  <a:lnTo>
                    <a:pt x="2290996" y="1383837"/>
                  </a:lnTo>
                  <a:lnTo>
                    <a:pt x="2296054" y="1388633"/>
                  </a:lnTo>
                  <a:lnTo>
                    <a:pt x="2296054" y="1402182"/>
                  </a:lnTo>
                  <a:lnTo>
                    <a:pt x="2289656" y="1407074"/>
                  </a:lnTo>
                  <a:close/>
                </a:path>
                <a:path w="4122420" h="2482215">
                  <a:moveTo>
                    <a:pt x="1376474" y="1407098"/>
                  </a:moveTo>
                  <a:lnTo>
                    <a:pt x="1375968" y="1407098"/>
                  </a:lnTo>
                  <a:lnTo>
                    <a:pt x="1374931" y="1407026"/>
                  </a:lnTo>
                  <a:lnTo>
                    <a:pt x="1366383" y="1402834"/>
                  </a:lnTo>
                  <a:lnTo>
                    <a:pt x="1363533" y="1395036"/>
                  </a:lnTo>
                  <a:lnTo>
                    <a:pt x="1366383" y="1387238"/>
                  </a:lnTo>
                  <a:lnTo>
                    <a:pt x="1374931" y="1383046"/>
                  </a:lnTo>
                  <a:lnTo>
                    <a:pt x="1375462" y="1382998"/>
                  </a:lnTo>
                  <a:lnTo>
                    <a:pt x="1376474" y="1382974"/>
                  </a:lnTo>
                  <a:lnTo>
                    <a:pt x="1385748" y="1386743"/>
                  </a:lnTo>
                  <a:lnTo>
                    <a:pt x="1388840" y="1395036"/>
                  </a:lnTo>
                  <a:lnTo>
                    <a:pt x="1385748" y="1403329"/>
                  </a:lnTo>
                  <a:lnTo>
                    <a:pt x="1376474" y="1407098"/>
                  </a:lnTo>
                  <a:close/>
                </a:path>
                <a:path w="4122420" h="2482215">
                  <a:moveTo>
                    <a:pt x="1528249" y="1407098"/>
                  </a:moveTo>
                  <a:lnTo>
                    <a:pt x="1527769" y="1407098"/>
                  </a:lnTo>
                  <a:lnTo>
                    <a:pt x="1526758" y="1407026"/>
                  </a:lnTo>
                  <a:lnTo>
                    <a:pt x="1517739" y="1402834"/>
                  </a:lnTo>
                  <a:lnTo>
                    <a:pt x="1514733" y="1395036"/>
                  </a:lnTo>
                  <a:lnTo>
                    <a:pt x="1517739" y="1387238"/>
                  </a:lnTo>
                  <a:lnTo>
                    <a:pt x="1526758" y="1383046"/>
                  </a:lnTo>
                  <a:lnTo>
                    <a:pt x="1527263" y="1382998"/>
                  </a:lnTo>
                  <a:lnTo>
                    <a:pt x="1528249" y="1382974"/>
                  </a:lnTo>
                  <a:lnTo>
                    <a:pt x="1537097" y="1386743"/>
                  </a:lnTo>
                  <a:lnTo>
                    <a:pt x="1540046" y="1395036"/>
                  </a:lnTo>
                  <a:lnTo>
                    <a:pt x="1537097" y="1403329"/>
                  </a:lnTo>
                  <a:lnTo>
                    <a:pt x="1528249" y="1407098"/>
                  </a:lnTo>
                  <a:close/>
                </a:path>
                <a:path w="4122420" h="2482215">
                  <a:moveTo>
                    <a:pt x="1755205" y="1407098"/>
                  </a:moveTo>
                  <a:lnTo>
                    <a:pt x="1754724" y="1407098"/>
                  </a:lnTo>
                  <a:lnTo>
                    <a:pt x="1753662" y="1407026"/>
                  </a:lnTo>
                  <a:lnTo>
                    <a:pt x="1745128" y="1402834"/>
                  </a:lnTo>
                  <a:lnTo>
                    <a:pt x="1742283" y="1395036"/>
                  </a:lnTo>
                  <a:lnTo>
                    <a:pt x="1745128" y="1387238"/>
                  </a:lnTo>
                  <a:lnTo>
                    <a:pt x="1753662" y="1383046"/>
                  </a:lnTo>
                  <a:lnTo>
                    <a:pt x="1754193" y="1382998"/>
                  </a:lnTo>
                  <a:lnTo>
                    <a:pt x="1755205" y="1382974"/>
                  </a:lnTo>
                  <a:lnTo>
                    <a:pt x="1764493" y="1386743"/>
                  </a:lnTo>
                  <a:lnTo>
                    <a:pt x="1767589" y="1395036"/>
                  </a:lnTo>
                  <a:lnTo>
                    <a:pt x="1764493" y="1403329"/>
                  </a:lnTo>
                  <a:lnTo>
                    <a:pt x="1755205" y="1407098"/>
                  </a:lnTo>
                  <a:close/>
                </a:path>
                <a:path w="4122420" h="2482215">
                  <a:moveTo>
                    <a:pt x="2133961" y="1407098"/>
                  </a:moveTo>
                  <a:lnTo>
                    <a:pt x="2133455" y="1407098"/>
                  </a:lnTo>
                  <a:lnTo>
                    <a:pt x="2132419" y="1407026"/>
                  </a:lnTo>
                  <a:lnTo>
                    <a:pt x="2123870" y="1402834"/>
                  </a:lnTo>
                  <a:lnTo>
                    <a:pt x="2121020" y="1395036"/>
                  </a:lnTo>
                  <a:lnTo>
                    <a:pt x="2123870" y="1387238"/>
                  </a:lnTo>
                  <a:lnTo>
                    <a:pt x="2132419" y="1383046"/>
                  </a:lnTo>
                  <a:lnTo>
                    <a:pt x="2132949" y="1382998"/>
                  </a:lnTo>
                  <a:lnTo>
                    <a:pt x="2133961" y="1382974"/>
                  </a:lnTo>
                  <a:lnTo>
                    <a:pt x="2143235" y="1386743"/>
                  </a:lnTo>
                  <a:lnTo>
                    <a:pt x="2146326" y="1395036"/>
                  </a:lnTo>
                  <a:lnTo>
                    <a:pt x="2143235" y="1403329"/>
                  </a:lnTo>
                  <a:lnTo>
                    <a:pt x="2133961" y="1407098"/>
                  </a:lnTo>
                  <a:close/>
                </a:path>
                <a:path w="4122420" h="2482215">
                  <a:moveTo>
                    <a:pt x="543124" y="1407098"/>
                  </a:moveTo>
                  <a:lnTo>
                    <a:pt x="542619" y="1407098"/>
                  </a:lnTo>
                  <a:lnTo>
                    <a:pt x="541531" y="1407026"/>
                  </a:lnTo>
                  <a:lnTo>
                    <a:pt x="532997" y="1403168"/>
                  </a:lnTo>
                  <a:lnTo>
                    <a:pt x="530152" y="1395333"/>
                  </a:lnTo>
                  <a:lnTo>
                    <a:pt x="532997" y="1387349"/>
                  </a:lnTo>
                  <a:lnTo>
                    <a:pt x="541531" y="1383046"/>
                  </a:lnTo>
                  <a:lnTo>
                    <a:pt x="541810" y="1383022"/>
                  </a:lnTo>
                  <a:lnTo>
                    <a:pt x="542340" y="1383022"/>
                  </a:lnTo>
                  <a:lnTo>
                    <a:pt x="552075" y="1386784"/>
                  </a:lnTo>
                  <a:lnTo>
                    <a:pt x="555449" y="1395060"/>
                  </a:lnTo>
                  <a:lnTo>
                    <a:pt x="552465" y="1403336"/>
                  </a:lnTo>
                  <a:lnTo>
                    <a:pt x="543124" y="1407098"/>
                  </a:lnTo>
                  <a:close/>
                </a:path>
                <a:path w="4122420" h="2482215">
                  <a:moveTo>
                    <a:pt x="1608335" y="1407242"/>
                  </a:moveTo>
                  <a:lnTo>
                    <a:pt x="1598953" y="1407242"/>
                  </a:lnTo>
                  <a:lnTo>
                    <a:pt x="1595868" y="1406163"/>
                  </a:lnTo>
                  <a:lnTo>
                    <a:pt x="1593390" y="1403837"/>
                  </a:lnTo>
                  <a:lnTo>
                    <a:pt x="1589627" y="1397209"/>
                  </a:lnTo>
                  <a:lnTo>
                    <a:pt x="1590444" y="1390438"/>
                  </a:lnTo>
                  <a:lnTo>
                    <a:pt x="1595054" y="1385168"/>
                  </a:lnTo>
                  <a:lnTo>
                    <a:pt x="1602671" y="1383046"/>
                  </a:lnTo>
                  <a:lnTo>
                    <a:pt x="1609423" y="1383046"/>
                  </a:lnTo>
                  <a:lnTo>
                    <a:pt x="1614480" y="1388633"/>
                  </a:lnTo>
                  <a:lnTo>
                    <a:pt x="1614480" y="1402590"/>
                  </a:lnTo>
                  <a:lnTo>
                    <a:pt x="1608335" y="1407242"/>
                  </a:lnTo>
                  <a:close/>
                </a:path>
                <a:path w="4122420" h="2482215">
                  <a:moveTo>
                    <a:pt x="1684703" y="1407242"/>
                  </a:moveTo>
                  <a:lnTo>
                    <a:pt x="1674967" y="1407242"/>
                  </a:lnTo>
                  <a:lnTo>
                    <a:pt x="1671781" y="1406163"/>
                  </a:lnTo>
                  <a:lnTo>
                    <a:pt x="1669328" y="1403837"/>
                  </a:lnTo>
                  <a:lnTo>
                    <a:pt x="1665551" y="1397553"/>
                  </a:lnTo>
                  <a:lnTo>
                    <a:pt x="1666360" y="1390744"/>
                  </a:lnTo>
                  <a:lnTo>
                    <a:pt x="1670968" y="1385283"/>
                  </a:lnTo>
                  <a:lnTo>
                    <a:pt x="1678584" y="1383046"/>
                  </a:lnTo>
                  <a:lnTo>
                    <a:pt x="1685335" y="1383046"/>
                  </a:lnTo>
                  <a:lnTo>
                    <a:pt x="1691253" y="1388633"/>
                  </a:lnTo>
                  <a:lnTo>
                    <a:pt x="1691253" y="1402590"/>
                  </a:lnTo>
                  <a:lnTo>
                    <a:pt x="1684703" y="1407242"/>
                  </a:lnTo>
                  <a:close/>
                </a:path>
                <a:path w="4122420" h="2482215">
                  <a:moveTo>
                    <a:pt x="1987066" y="1407242"/>
                  </a:moveTo>
                  <a:lnTo>
                    <a:pt x="1977684" y="1407242"/>
                  </a:lnTo>
                  <a:lnTo>
                    <a:pt x="1974599" y="1406163"/>
                  </a:lnTo>
                  <a:lnTo>
                    <a:pt x="1972146" y="1403837"/>
                  </a:lnTo>
                  <a:lnTo>
                    <a:pt x="1968359" y="1397553"/>
                  </a:lnTo>
                  <a:lnTo>
                    <a:pt x="1969083" y="1390744"/>
                  </a:lnTo>
                  <a:lnTo>
                    <a:pt x="1973444" y="1385283"/>
                  </a:lnTo>
                  <a:lnTo>
                    <a:pt x="1980567" y="1383046"/>
                  </a:lnTo>
                  <a:lnTo>
                    <a:pt x="1988179" y="1383046"/>
                  </a:lnTo>
                  <a:lnTo>
                    <a:pt x="1993236" y="1388633"/>
                  </a:lnTo>
                  <a:lnTo>
                    <a:pt x="1993236" y="1402590"/>
                  </a:lnTo>
                  <a:lnTo>
                    <a:pt x="1987066" y="1407242"/>
                  </a:lnTo>
                  <a:close/>
                </a:path>
                <a:path w="4122420" h="2482215">
                  <a:moveTo>
                    <a:pt x="2062979" y="1407242"/>
                  </a:moveTo>
                  <a:lnTo>
                    <a:pt x="2053598" y="1407242"/>
                  </a:lnTo>
                  <a:lnTo>
                    <a:pt x="2050512" y="1406163"/>
                  </a:lnTo>
                  <a:lnTo>
                    <a:pt x="2048059" y="1403837"/>
                  </a:lnTo>
                  <a:lnTo>
                    <a:pt x="2044272" y="1397209"/>
                  </a:lnTo>
                  <a:lnTo>
                    <a:pt x="2044996" y="1390438"/>
                  </a:lnTo>
                  <a:lnTo>
                    <a:pt x="2049357" y="1385168"/>
                  </a:lnTo>
                  <a:lnTo>
                    <a:pt x="2056480" y="1383046"/>
                  </a:lnTo>
                  <a:lnTo>
                    <a:pt x="2063232" y="1383046"/>
                  </a:lnTo>
                  <a:lnTo>
                    <a:pt x="2069149" y="1388633"/>
                  </a:lnTo>
                  <a:lnTo>
                    <a:pt x="2069149" y="1402590"/>
                  </a:lnTo>
                  <a:lnTo>
                    <a:pt x="2062979" y="1407242"/>
                  </a:lnTo>
                  <a:close/>
                </a:path>
                <a:path w="4122420" h="2482215">
                  <a:moveTo>
                    <a:pt x="623969" y="1407601"/>
                  </a:moveTo>
                  <a:lnTo>
                    <a:pt x="614182" y="1407601"/>
                  </a:lnTo>
                  <a:lnTo>
                    <a:pt x="610920" y="1406426"/>
                  </a:lnTo>
                  <a:lnTo>
                    <a:pt x="608164" y="1403837"/>
                  </a:lnTo>
                  <a:lnTo>
                    <a:pt x="604874" y="1397677"/>
                  </a:lnTo>
                  <a:lnTo>
                    <a:pt x="605853" y="1391139"/>
                  </a:lnTo>
                  <a:lnTo>
                    <a:pt x="610308" y="1385951"/>
                  </a:lnTo>
                  <a:lnTo>
                    <a:pt x="617444" y="1383837"/>
                  </a:lnTo>
                  <a:lnTo>
                    <a:pt x="617444" y="1383046"/>
                  </a:lnTo>
                  <a:lnTo>
                    <a:pt x="624196" y="1383046"/>
                  </a:lnTo>
                  <a:lnTo>
                    <a:pt x="630113" y="1388633"/>
                  </a:lnTo>
                  <a:lnTo>
                    <a:pt x="630113" y="1402590"/>
                  </a:lnTo>
                  <a:lnTo>
                    <a:pt x="623969" y="1407601"/>
                  </a:lnTo>
                  <a:close/>
                </a:path>
                <a:path w="4122420" h="2482215">
                  <a:moveTo>
                    <a:pt x="699881" y="1407601"/>
                  </a:moveTo>
                  <a:lnTo>
                    <a:pt x="690121" y="1407601"/>
                  </a:lnTo>
                  <a:lnTo>
                    <a:pt x="686833" y="1406426"/>
                  </a:lnTo>
                  <a:lnTo>
                    <a:pt x="684077" y="1403837"/>
                  </a:lnTo>
                  <a:lnTo>
                    <a:pt x="680666" y="1397677"/>
                  </a:lnTo>
                  <a:lnTo>
                    <a:pt x="681444" y="1391139"/>
                  </a:lnTo>
                  <a:lnTo>
                    <a:pt x="685858" y="1385951"/>
                  </a:lnTo>
                  <a:lnTo>
                    <a:pt x="693357" y="1383837"/>
                  </a:lnTo>
                  <a:lnTo>
                    <a:pt x="693357" y="1383046"/>
                  </a:lnTo>
                  <a:lnTo>
                    <a:pt x="700109" y="1383046"/>
                  </a:lnTo>
                  <a:lnTo>
                    <a:pt x="706026" y="1388633"/>
                  </a:lnTo>
                  <a:lnTo>
                    <a:pt x="706026" y="1402590"/>
                  </a:lnTo>
                  <a:lnTo>
                    <a:pt x="699881" y="1407601"/>
                  </a:lnTo>
                  <a:close/>
                </a:path>
                <a:path w="4122420" h="2482215">
                  <a:moveTo>
                    <a:pt x="1912013" y="1407601"/>
                  </a:moveTo>
                  <a:lnTo>
                    <a:pt x="1902252" y="1407601"/>
                  </a:lnTo>
                  <a:lnTo>
                    <a:pt x="1898964" y="1406426"/>
                  </a:lnTo>
                  <a:lnTo>
                    <a:pt x="1896233" y="1403837"/>
                  </a:lnTo>
                  <a:lnTo>
                    <a:pt x="1892812" y="1397677"/>
                  </a:lnTo>
                  <a:lnTo>
                    <a:pt x="1893591" y="1391139"/>
                  </a:lnTo>
                  <a:lnTo>
                    <a:pt x="1898011" y="1385951"/>
                  </a:lnTo>
                  <a:lnTo>
                    <a:pt x="1905514" y="1383837"/>
                  </a:lnTo>
                  <a:lnTo>
                    <a:pt x="1905514" y="1383046"/>
                  </a:lnTo>
                  <a:lnTo>
                    <a:pt x="1912240" y="1383046"/>
                  </a:lnTo>
                  <a:lnTo>
                    <a:pt x="1918158" y="1388633"/>
                  </a:lnTo>
                  <a:lnTo>
                    <a:pt x="1918158" y="1402590"/>
                  </a:lnTo>
                  <a:lnTo>
                    <a:pt x="1912013" y="1407601"/>
                  </a:lnTo>
                  <a:close/>
                </a:path>
                <a:path w="4122420" h="2482215">
                  <a:moveTo>
                    <a:pt x="472193" y="1407625"/>
                  </a:moveTo>
                  <a:lnTo>
                    <a:pt x="462432" y="1407625"/>
                  </a:lnTo>
                  <a:lnTo>
                    <a:pt x="459119" y="1406474"/>
                  </a:lnTo>
                  <a:lnTo>
                    <a:pt x="456338" y="1403837"/>
                  </a:lnTo>
                  <a:lnTo>
                    <a:pt x="453044" y="1397677"/>
                  </a:lnTo>
                  <a:lnTo>
                    <a:pt x="454018" y="1391139"/>
                  </a:lnTo>
                  <a:lnTo>
                    <a:pt x="458471" y="1385951"/>
                  </a:lnTo>
                  <a:lnTo>
                    <a:pt x="465618" y="1383837"/>
                  </a:lnTo>
                  <a:lnTo>
                    <a:pt x="465618" y="1383046"/>
                  </a:lnTo>
                  <a:lnTo>
                    <a:pt x="472370" y="1383046"/>
                  </a:lnTo>
                  <a:lnTo>
                    <a:pt x="478262" y="1388633"/>
                  </a:lnTo>
                  <a:lnTo>
                    <a:pt x="478262" y="1402805"/>
                  </a:lnTo>
                  <a:lnTo>
                    <a:pt x="472193" y="1407625"/>
                  </a:lnTo>
                  <a:close/>
                </a:path>
                <a:path w="4122420" h="2482215">
                  <a:moveTo>
                    <a:pt x="1149493" y="1407913"/>
                  </a:moveTo>
                  <a:lnTo>
                    <a:pt x="1149013" y="1407913"/>
                  </a:lnTo>
                  <a:lnTo>
                    <a:pt x="1148027" y="1407841"/>
                  </a:lnTo>
                  <a:lnTo>
                    <a:pt x="1139009" y="1403524"/>
                  </a:lnTo>
                  <a:lnTo>
                    <a:pt x="1136003" y="1395534"/>
                  </a:lnTo>
                  <a:lnTo>
                    <a:pt x="1139009" y="1387696"/>
                  </a:lnTo>
                  <a:lnTo>
                    <a:pt x="1148027" y="1383837"/>
                  </a:lnTo>
                  <a:lnTo>
                    <a:pt x="1148532" y="1383789"/>
                  </a:lnTo>
                  <a:lnTo>
                    <a:pt x="1149493" y="1383765"/>
                  </a:lnTo>
                  <a:lnTo>
                    <a:pt x="1158355" y="1387538"/>
                  </a:lnTo>
                  <a:lnTo>
                    <a:pt x="1161309" y="1395839"/>
                  </a:lnTo>
                  <a:lnTo>
                    <a:pt x="1158355" y="1404140"/>
                  </a:lnTo>
                  <a:lnTo>
                    <a:pt x="1149493" y="1407913"/>
                  </a:lnTo>
                  <a:close/>
                </a:path>
                <a:path w="4122420" h="2482215">
                  <a:moveTo>
                    <a:pt x="3851261" y="1441629"/>
                  </a:moveTo>
                  <a:lnTo>
                    <a:pt x="3841474" y="1441629"/>
                  </a:lnTo>
                  <a:lnTo>
                    <a:pt x="3838213" y="1440574"/>
                  </a:lnTo>
                  <a:lnTo>
                    <a:pt x="3835481" y="1438224"/>
                  </a:lnTo>
                  <a:lnTo>
                    <a:pt x="3832059" y="1431607"/>
                  </a:lnTo>
                  <a:lnTo>
                    <a:pt x="3832839" y="1424834"/>
                  </a:lnTo>
                  <a:lnTo>
                    <a:pt x="3837259" y="1419559"/>
                  </a:lnTo>
                  <a:lnTo>
                    <a:pt x="3844762" y="1417433"/>
                  </a:lnTo>
                  <a:lnTo>
                    <a:pt x="3851488" y="1417433"/>
                  </a:lnTo>
                  <a:lnTo>
                    <a:pt x="3857405" y="1423020"/>
                  </a:lnTo>
                  <a:lnTo>
                    <a:pt x="3857405" y="1437001"/>
                  </a:lnTo>
                  <a:lnTo>
                    <a:pt x="3851261" y="1441629"/>
                  </a:lnTo>
                  <a:close/>
                </a:path>
                <a:path w="4122420" h="2482215">
                  <a:moveTo>
                    <a:pt x="3623572" y="1442013"/>
                  </a:moveTo>
                  <a:lnTo>
                    <a:pt x="3614215" y="1442013"/>
                  </a:lnTo>
                  <a:lnTo>
                    <a:pt x="3611055" y="1440862"/>
                  </a:lnTo>
                  <a:lnTo>
                    <a:pt x="3608576" y="1438224"/>
                  </a:lnTo>
                  <a:lnTo>
                    <a:pt x="3604803" y="1432064"/>
                  </a:lnTo>
                  <a:lnTo>
                    <a:pt x="3605621" y="1425527"/>
                  </a:lnTo>
                  <a:lnTo>
                    <a:pt x="3610237" y="1420338"/>
                  </a:lnTo>
                  <a:lnTo>
                    <a:pt x="3617857" y="1418225"/>
                  </a:lnTo>
                  <a:lnTo>
                    <a:pt x="3617857" y="1417433"/>
                  </a:lnTo>
                  <a:lnTo>
                    <a:pt x="3624583" y="1417433"/>
                  </a:lnTo>
                  <a:lnTo>
                    <a:pt x="3630501" y="1423020"/>
                  </a:lnTo>
                  <a:lnTo>
                    <a:pt x="3629666" y="1430238"/>
                  </a:lnTo>
                  <a:lnTo>
                    <a:pt x="3629666" y="1437217"/>
                  </a:lnTo>
                  <a:lnTo>
                    <a:pt x="3623572" y="1442013"/>
                  </a:lnTo>
                  <a:close/>
                </a:path>
                <a:path w="4122420" h="2482215">
                  <a:moveTo>
                    <a:pt x="3699510" y="1442013"/>
                  </a:moveTo>
                  <a:lnTo>
                    <a:pt x="3690129" y="1442013"/>
                  </a:lnTo>
                  <a:lnTo>
                    <a:pt x="3686993" y="1440862"/>
                  </a:lnTo>
                  <a:lnTo>
                    <a:pt x="3684490" y="1438224"/>
                  </a:lnTo>
                  <a:lnTo>
                    <a:pt x="3680702" y="1432064"/>
                  </a:lnTo>
                  <a:lnTo>
                    <a:pt x="3681427" y="1425527"/>
                  </a:lnTo>
                  <a:lnTo>
                    <a:pt x="3685787" y="1420338"/>
                  </a:lnTo>
                  <a:lnTo>
                    <a:pt x="3692910" y="1418225"/>
                  </a:lnTo>
                  <a:lnTo>
                    <a:pt x="3692910" y="1417433"/>
                  </a:lnTo>
                  <a:lnTo>
                    <a:pt x="3700522" y="1417433"/>
                  </a:lnTo>
                  <a:lnTo>
                    <a:pt x="3705579" y="1423020"/>
                  </a:lnTo>
                  <a:lnTo>
                    <a:pt x="3705579" y="1437217"/>
                  </a:lnTo>
                  <a:lnTo>
                    <a:pt x="3699510" y="1442013"/>
                  </a:lnTo>
                  <a:close/>
                </a:path>
                <a:path w="4122420" h="2482215">
                  <a:moveTo>
                    <a:pt x="3775423" y="1442013"/>
                  </a:moveTo>
                  <a:lnTo>
                    <a:pt x="3765663" y="1442013"/>
                  </a:lnTo>
                  <a:lnTo>
                    <a:pt x="3762324" y="1440862"/>
                  </a:lnTo>
                  <a:lnTo>
                    <a:pt x="3759568" y="1438224"/>
                  </a:lnTo>
                  <a:lnTo>
                    <a:pt x="3756263" y="1432064"/>
                  </a:lnTo>
                  <a:lnTo>
                    <a:pt x="3757235" y="1425527"/>
                  </a:lnTo>
                  <a:lnTo>
                    <a:pt x="3761688" y="1420338"/>
                  </a:lnTo>
                  <a:lnTo>
                    <a:pt x="3768823" y="1418225"/>
                  </a:lnTo>
                  <a:lnTo>
                    <a:pt x="3768823" y="1417433"/>
                  </a:lnTo>
                  <a:lnTo>
                    <a:pt x="3775575" y="1417433"/>
                  </a:lnTo>
                  <a:lnTo>
                    <a:pt x="3781492" y="1423020"/>
                  </a:lnTo>
                  <a:lnTo>
                    <a:pt x="3781492" y="1437217"/>
                  </a:lnTo>
                  <a:lnTo>
                    <a:pt x="3775423" y="1442013"/>
                  </a:lnTo>
                  <a:close/>
                </a:path>
                <a:path w="4122420" h="2482215">
                  <a:moveTo>
                    <a:pt x="3927249" y="1442013"/>
                  </a:moveTo>
                  <a:lnTo>
                    <a:pt x="3917868" y="1442013"/>
                  </a:lnTo>
                  <a:lnTo>
                    <a:pt x="3914732" y="1440862"/>
                  </a:lnTo>
                  <a:lnTo>
                    <a:pt x="3912229" y="1438224"/>
                  </a:lnTo>
                  <a:lnTo>
                    <a:pt x="3908453" y="1432064"/>
                  </a:lnTo>
                  <a:lnTo>
                    <a:pt x="3909178" y="1425527"/>
                  </a:lnTo>
                  <a:lnTo>
                    <a:pt x="3913541" y="1420338"/>
                  </a:lnTo>
                  <a:lnTo>
                    <a:pt x="3920675" y="1418225"/>
                  </a:lnTo>
                  <a:lnTo>
                    <a:pt x="3920675" y="1417433"/>
                  </a:lnTo>
                  <a:lnTo>
                    <a:pt x="3927426" y="1417433"/>
                  </a:lnTo>
                  <a:lnTo>
                    <a:pt x="3933319" y="1423020"/>
                  </a:lnTo>
                  <a:lnTo>
                    <a:pt x="3933319" y="1437217"/>
                  </a:lnTo>
                  <a:lnTo>
                    <a:pt x="3927249" y="1442013"/>
                  </a:lnTo>
                  <a:close/>
                </a:path>
                <a:path w="4122420" h="2482215">
                  <a:moveTo>
                    <a:pt x="732022" y="1442301"/>
                  </a:moveTo>
                  <a:lnTo>
                    <a:pt x="731516" y="1442301"/>
                  </a:lnTo>
                  <a:lnTo>
                    <a:pt x="730480" y="1442229"/>
                  </a:lnTo>
                  <a:lnTo>
                    <a:pt x="721945" y="1438370"/>
                  </a:lnTo>
                  <a:lnTo>
                    <a:pt x="719100" y="1430532"/>
                  </a:lnTo>
                  <a:lnTo>
                    <a:pt x="721945" y="1422542"/>
                  </a:lnTo>
                  <a:lnTo>
                    <a:pt x="730480" y="1418225"/>
                  </a:lnTo>
                  <a:lnTo>
                    <a:pt x="731010" y="1418177"/>
                  </a:lnTo>
                  <a:lnTo>
                    <a:pt x="732022" y="1418153"/>
                  </a:lnTo>
                  <a:lnTo>
                    <a:pt x="741296" y="1421926"/>
                  </a:lnTo>
                  <a:lnTo>
                    <a:pt x="744388" y="1430227"/>
                  </a:lnTo>
                  <a:lnTo>
                    <a:pt x="741296" y="1438528"/>
                  </a:lnTo>
                  <a:lnTo>
                    <a:pt x="732022" y="1442301"/>
                  </a:lnTo>
                  <a:close/>
                </a:path>
                <a:path w="4122420" h="2482215">
                  <a:moveTo>
                    <a:pt x="812512" y="1442444"/>
                  </a:moveTo>
                  <a:lnTo>
                    <a:pt x="802751" y="1442444"/>
                  </a:lnTo>
                  <a:lnTo>
                    <a:pt x="799590" y="1441365"/>
                  </a:lnTo>
                  <a:lnTo>
                    <a:pt x="797112" y="1439039"/>
                  </a:lnTo>
                  <a:lnTo>
                    <a:pt x="793349" y="1432408"/>
                  </a:lnTo>
                  <a:lnTo>
                    <a:pt x="794166" y="1425629"/>
                  </a:lnTo>
                  <a:lnTo>
                    <a:pt x="798776" y="1420351"/>
                  </a:lnTo>
                  <a:lnTo>
                    <a:pt x="806392" y="1418225"/>
                  </a:lnTo>
                  <a:lnTo>
                    <a:pt x="807252" y="1419040"/>
                  </a:lnTo>
                  <a:lnTo>
                    <a:pt x="813144" y="1419831"/>
                  </a:lnTo>
                  <a:lnTo>
                    <a:pt x="818202" y="1424627"/>
                  </a:lnTo>
                  <a:lnTo>
                    <a:pt x="819062" y="1430238"/>
                  </a:lnTo>
                  <a:lnTo>
                    <a:pt x="819062" y="1437792"/>
                  </a:lnTo>
                  <a:lnTo>
                    <a:pt x="812512" y="1442444"/>
                  </a:lnTo>
                  <a:close/>
                </a:path>
                <a:path w="4122420" h="2482215">
                  <a:moveTo>
                    <a:pt x="1267561" y="1442444"/>
                  </a:moveTo>
                  <a:lnTo>
                    <a:pt x="1257774" y="1442444"/>
                  </a:lnTo>
                  <a:lnTo>
                    <a:pt x="1254512" y="1441365"/>
                  </a:lnTo>
                  <a:lnTo>
                    <a:pt x="1251781" y="1439039"/>
                  </a:lnTo>
                  <a:lnTo>
                    <a:pt x="1248370" y="1432408"/>
                  </a:lnTo>
                  <a:lnTo>
                    <a:pt x="1249148" y="1425629"/>
                  </a:lnTo>
                  <a:lnTo>
                    <a:pt x="1253563" y="1420351"/>
                  </a:lnTo>
                  <a:lnTo>
                    <a:pt x="1261062" y="1418225"/>
                  </a:lnTo>
                  <a:lnTo>
                    <a:pt x="1261062" y="1419040"/>
                  </a:lnTo>
                  <a:lnTo>
                    <a:pt x="1267813" y="1419040"/>
                  </a:lnTo>
                  <a:lnTo>
                    <a:pt x="1272871" y="1423836"/>
                  </a:lnTo>
                  <a:lnTo>
                    <a:pt x="1273706" y="1430238"/>
                  </a:lnTo>
                  <a:lnTo>
                    <a:pt x="1273706" y="1437792"/>
                  </a:lnTo>
                  <a:lnTo>
                    <a:pt x="1267561" y="1442444"/>
                  </a:lnTo>
                  <a:close/>
                </a:path>
                <a:path w="4122420" h="2482215">
                  <a:moveTo>
                    <a:pt x="888880" y="1442828"/>
                  </a:moveTo>
                  <a:lnTo>
                    <a:pt x="879145" y="1442828"/>
                  </a:lnTo>
                  <a:lnTo>
                    <a:pt x="875807" y="1441653"/>
                  </a:lnTo>
                  <a:lnTo>
                    <a:pt x="873025" y="1439039"/>
                  </a:lnTo>
                  <a:lnTo>
                    <a:pt x="869614" y="1432869"/>
                  </a:lnTo>
                  <a:lnTo>
                    <a:pt x="870392" y="1426333"/>
                  </a:lnTo>
                  <a:lnTo>
                    <a:pt x="874807" y="1421150"/>
                  </a:lnTo>
                  <a:lnTo>
                    <a:pt x="882306" y="1419040"/>
                  </a:lnTo>
                  <a:lnTo>
                    <a:pt x="889057" y="1419040"/>
                  </a:lnTo>
                  <a:lnTo>
                    <a:pt x="894975" y="1424627"/>
                  </a:lnTo>
                  <a:lnTo>
                    <a:pt x="894975" y="1438008"/>
                  </a:lnTo>
                  <a:lnTo>
                    <a:pt x="888880" y="1442828"/>
                  </a:lnTo>
                  <a:close/>
                </a:path>
                <a:path w="4122420" h="2482215">
                  <a:moveTo>
                    <a:pt x="1040732" y="1442828"/>
                  </a:moveTo>
                  <a:lnTo>
                    <a:pt x="1030971" y="1442828"/>
                  </a:lnTo>
                  <a:lnTo>
                    <a:pt x="1027633" y="1441653"/>
                  </a:lnTo>
                  <a:lnTo>
                    <a:pt x="1024876" y="1439039"/>
                  </a:lnTo>
                  <a:lnTo>
                    <a:pt x="1021572" y="1432869"/>
                  </a:lnTo>
                  <a:lnTo>
                    <a:pt x="1022547" y="1426333"/>
                  </a:lnTo>
                  <a:lnTo>
                    <a:pt x="1027007" y="1421150"/>
                  </a:lnTo>
                  <a:lnTo>
                    <a:pt x="1034157" y="1419040"/>
                  </a:lnTo>
                  <a:lnTo>
                    <a:pt x="1040883" y="1419040"/>
                  </a:lnTo>
                  <a:lnTo>
                    <a:pt x="1046801" y="1424627"/>
                  </a:lnTo>
                  <a:lnTo>
                    <a:pt x="1046801" y="1438008"/>
                  </a:lnTo>
                  <a:lnTo>
                    <a:pt x="1040732" y="1442828"/>
                  </a:lnTo>
                  <a:close/>
                </a:path>
                <a:path w="4122420" h="2482215">
                  <a:moveTo>
                    <a:pt x="1798219" y="1442828"/>
                  </a:moveTo>
                  <a:lnTo>
                    <a:pt x="1788458" y="1442828"/>
                  </a:lnTo>
                  <a:lnTo>
                    <a:pt x="1785120" y="1441653"/>
                  </a:lnTo>
                  <a:lnTo>
                    <a:pt x="1782338" y="1439039"/>
                  </a:lnTo>
                  <a:lnTo>
                    <a:pt x="1779048" y="1432869"/>
                  </a:lnTo>
                  <a:lnTo>
                    <a:pt x="1780028" y="1426333"/>
                  </a:lnTo>
                  <a:lnTo>
                    <a:pt x="1784483" y="1421150"/>
                  </a:lnTo>
                  <a:lnTo>
                    <a:pt x="1791619" y="1419040"/>
                  </a:lnTo>
                  <a:lnTo>
                    <a:pt x="1798371" y="1419040"/>
                  </a:lnTo>
                  <a:lnTo>
                    <a:pt x="1804288" y="1424627"/>
                  </a:lnTo>
                  <a:lnTo>
                    <a:pt x="1804288" y="1438008"/>
                  </a:lnTo>
                  <a:lnTo>
                    <a:pt x="1798219" y="1442828"/>
                  </a:lnTo>
                  <a:close/>
                </a:path>
                <a:path w="4122420" h="2482215">
                  <a:moveTo>
                    <a:pt x="1419134" y="1443068"/>
                  </a:moveTo>
                  <a:lnTo>
                    <a:pt x="1409348" y="1443068"/>
                  </a:lnTo>
                  <a:lnTo>
                    <a:pt x="1406237" y="1442085"/>
                  </a:lnTo>
                  <a:lnTo>
                    <a:pt x="1403607" y="1439830"/>
                  </a:lnTo>
                  <a:lnTo>
                    <a:pt x="1400314" y="1433203"/>
                  </a:lnTo>
                  <a:lnTo>
                    <a:pt x="1401287" y="1426432"/>
                  </a:lnTo>
                  <a:lnTo>
                    <a:pt x="1405741" y="1421162"/>
                  </a:lnTo>
                  <a:lnTo>
                    <a:pt x="1412888" y="1419040"/>
                  </a:lnTo>
                  <a:lnTo>
                    <a:pt x="1419640" y="1419040"/>
                  </a:lnTo>
                  <a:lnTo>
                    <a:pt x="1425532" y="1424627"/>
                  </a:lnTo>
                  <a:lnTo>
                    <a:pt x="1425532" y="1438200"/>
                  </a:lnTo>
                  <a:lnTo>
                    <a:pt x="1419134" y="1443068"/>
                  </a:lnTo>
                  <a:close/>
                </a:path>
                <a:path w="4122420" h="2482215">
                  <a:moveTo>
                    <a:pt x="1494668" y="1443068"/>
                  </a:moveTo>
                  <a:lnTo>
                    <a:pt x="1484907" y="1443068"/>
                  </a:lnTo>
                  <a:lnTo>
                    <a:pt x="1481898" y="1442085"/>
                  </a:lnTo>
                  <a:lnTo>
                    <a:pt x="1479521" y="1439830"/>
                  </a:lnTo>
                  <a:lnTo>
                    <a:pt x="1475758" y="1433203"/>
                  </a:lnTo>
                  <a:lnTo>
                    <a:pt x="1476575" y="1426432"/>
                  </a:lnTo>
                  <a:lnTo>
                    <a:pt x="1481185" y="1421162"/>
                  </a:lnTo>
                  <a:lnTo>
                    <a:pt x="1488801" y="1419040"/>
                  </a:lnTo>
                  <a:lnTo>
                    <a:pt x="1495553" y="1419040"/>
                  </a:lnTo>
                  <a:lnTo>
                    <a:pt x="1501445" y="1424627"/>
                  </a:lnTo>
                  <a:lnTo>
                    <a:pt x="1501445" y="1438200"/>
                  </a:lnTo>
                  <a:lnTo>
                    <a:pt x="1494668" y="1443068"/>
                  </a:lnTo>
                  <a:close/>
                </a:path>
                <a:path w="4122420" h="2482215">
                  <a:moveTo>
                    <a:pt x="1873803" y="1443068"/>
                  </a:moveTo>
                  <a:lnTo>
                    <a:pt x="1864017" y="1443068"/>
                  </a:lnTo>
                  <a:lnTo>
                    <a:pt x="1860881" y="1442085"/>
                  </a:lnTo>
                  <a:lnTo>
                    <a:pt x="1858277" y="1439830"/>
                  </a:lnTo>
                  <a:lnTo>
                    <a:pt x="1854851" y="1433203"/>
                  </a:lnTo>
                  <a:lnTo>
                    <a:pt x="1855622" y="1426432"/>
                  </a:lnTo>
                  <a:lnTo>
                    <a:pt x="1860033" y="1421162"/>
                  </a:lnTo>
                  <a:lnTo>
                    <a:pt x="1867532" y="1419040"/>
                  </a:lnTo>
                  <a:lnTo>
                    <a:pt x="1874284" y="1419040"/>
                  </a:lnTo>
                  <a:lnTo>
                    <a:pt x="1880201" y="1424627"/>
                  </a:lnTo>
                  <a:lnTo>
                    <a:pt x="1880201" y="1438200"/>
                  </a:lnTo>
                  <a:lnTo>
                    <a:pt x="1873803" y="1443068"/>
                  </a:lnTo>
                  <a:close/>
                </a:path>
                <a:path w="4122420" h="2482215">
                  <a:moveTo>
                    <a:pt x="2024795" y="1443068"/>
                  </a:moveTo>
                  <a:lnTo>
                    <a:pt x="2015413" y="1443068"/>
                  </a:lnTo>
                  <a:lnTo>
                    <a:pt x="2012455" y="1442085"/>
                  </a:lnTo>
                  <a:lnTo>
                    <a:pt x="2010103" y="1439830"/>
                  </a:lnTo>
                  <a:lnTo>
                    <a:pt x="2006316" y="1433203"/>
                  </a:lnTo>
                  <a:lnTo>
                    <a:pt x="2007040" y="1426432"/>
                  </a:lnTo>
                  <a:lnTo>
                    <a:pt x="2011401" y="1421162"/>
                  </a:lnTo>
                  <a:lnTo>
                    <a:pt x="2018524" y="1419040"/>
                  </a:lnTo>
                  <a:lnTo>
                    <a:pt x="2026135" y="1419040"/>
                  </a:lnTo>
                  <a:lnTo>
                    <a:pt x="2031192" y="1424627"/>
                  </a:lnTo>
                  <a:lnTo>
                    <a:pt x="2031192" y="1438200"/>
                  </a:lnTo>
                  <a:lnTo>
                    <a:pt x="2024795" y="1443068"/>
                  </a:lnTo>
                  <a:close/>
                </a:path>
                <a:path w="4122420" h="2482215">
                  <a:moveTo>
                    <a:pt x="2100708" y="1443068"/>
                  </a:moveTo>
                  <a:lnTo>
                    <a:pt x="2091326" y="1443068"/>
                  </a:lnTo>
                  <a:lnTo>
                    <a:pt x="2088393" y="1442085"/>
                  </a:lnTo>
                  <a:lnTo>
                    <a:pt x="2086016" y="1439830"/>
                  </a:lnTo>
                  <a:lnTo>
                    <a:pt x="2082229" y="1433203"/>
                  </a:lnTo>
                  <a:lnTo>
                    <a:pt x="2082956" y="1426432"/>
                  </a:lnTo>
                  <a:lnTo>
                    <a:pt x="2087325" y="1421162"/>
                  </a:lnTo>
                  <a:lnTo>
                    <a:pt x="2094462" y="1419040"/>
                  </a:lnTo>
                  <a:lnTo>
                    <a:pt x="2101188" y="1419040"/>
                  </a:lnTo>
                  <a:lnTo>
                    <a:pt x="2107106" y="1424627"/>
                  </a:lnTo>
                  <a:lnTo>
                    <a:pt x="2107106" y="1438200"/>
                  </a:lnTo>
                  <a:lnTo>
                    <a:pt x="2100708" y="1443068"/>
                  </a:lnTo>
                  <a:close/>
                </a:path>
                <a:path w="4122420" h="2482215">
                  <a:moveTo>
                    <a:pt x="2252534" y="1443068"/>
                  </a:moveTo>
                  <a:lnTo>
                    <a:pt x="2242748" y="1443068"/>
                  </a:lnTo>
                  <a:lnTo>
                    <a:pt x="2239637" y="1442085"/>
                  </a:lnTo>
                  <a:lnTo>
                    <a:pt x="2237008" y="1439830"/>
                  </a:lnTo>
                  <a:lnTo>
                    <a:pt x="2233597" y="1433203"/>
                  </a:lnTo>
                  <a:lnTo>
                    <a:pt x="2234375" y="1426432"/>
                  </a:lnTo>
                  <a:lnTo>
                    <a:pt x="2238789" y="1421162"/>
                  </a:lnTo>
                  <a:lnTo>
                    <a:pt x="2246288" y="1419040"/>
                  </a:lnTo>
                  <a:lnTo>
                    <a:pt x="2253040" y="1419040"/>
                  </a:lnTo>
                  <a:lnTo>
                    <a:pt x="2258932" y="1424627"/>
                  </a:lnTo>
                  <a:lnTo>
                    <a:pt x="2258932" y="1438200"/>
                  </a:lnTo>
                  <a:lnTo>
                    <a:pt x="2252534" y="1443068"/>
                  </a:lnTo>
                  <a:close/>
                </a:path>
                <a:path w="4122420" h="2482215">
                  <a:moveTo>
                    <a:pt x="581030" y="1443092"/>
                  </a:moveTo>
                  <a:lnTo>
                    <a:pt x="580524" y="1443092"/>
                  </a:lnTo>
                  <a:lnTo>
                    <a:pt x="579488" y="1443020"/>
                  </a:lnTo>
                  <a:lnTo>
                    <a:pt x="570953" y="1438828"/>
                  </a:lnTo>
                  <a:lnTo>
                    <a:pt x="568109" y="1431030"/>
                  </a:lnTo>
                  <a:lnTo>
                    <a:pt x="570953" y="1423232"/>
                  </a:lnTo>
                  <a:lnTo>
                    <a:pt x="579488" y="1419040"/>
                  </a:lnTo>
                  <a:lnTo>
                    <a:pt x="580019" y="1418992"/>
                  </a:lnTo>
                  <a:lnTo>
                    <a:pt x="581030" y="1418968"/>
                  </a:lnTo>
                  <a:lnTo>
                    <a:pt x="590319" y="1422737"/>
                  </a:lnTo>
                  <a:lnTo>
                    <a:pt x="593415" y="1431030"/>
                  </a:lnTo>
                  <a:lnTo>
                    <a:pt x="590319" y="1439323"/>
                  </a:lnTo>
                  <a:lnTo>
                    <a:pt x="581030" y="1443092"/>
                  </a:lnTo>
                  <a:close/>
                </a:path>
                <a:path w="4122420" h="2482215">
                  <a:moveTo>
                    <a:pt x="959787" y="1443092"/>
                  </a:moveTo>
                  <a:lnTo>
                    <a:pt x="959281" y="1443092"/>
                  </a:lnTo>
                  <a:lnTo>
                    <a:pt x="958219" y="1443020"/>
                  </a:lnTo>
                  <a:lnTo>
                    <a:pt x="949684" y="1438717"/>
                  </a:lnTo>
                  <a:lnTo>
                    <a:pt x="946840" y="1430733"/>
                  </a:lnTo>
                  <a:lnTo>
                    <a:pt x="949684" y="1422898"/>
                  </a:lnTo>
                  <a:lnTo>
                    <a:pt x="958219" y="1419040"/>
                  </a:lnTo>
                  <a:lnTo>
                    <a:pt x="958750" y="1418992"/>
                  </a:lnTo>
                  <a:lnTo>
                    <a:pt x="959787" y="1418968"/>
                  </a:lnTo>
                  <a:lnTo>
                    <a:pt x="969061" y="1422737"/>
                  </a:lnTo>
                  <a:lnTo>
                    <a:pt x="972152" y="1431030"/>
                  </a:lnTo>
                  <a:lnTo>
                    <a:pt x="969061" y="1439323"/>
                  </a:lnTo>
                  <a:lnTo>
                    <a:pt x="959787" y="1443092"/>
                  </a:lnTo>
                  <a:close/>
                </a:path>
                <a:path w="4122420" h="2482215">
                  <a:moveTo>
                    <a:pt x="1338517" y="1443092"/>
                  </a:moveTo>
                  <a:lnTo>
                    <a:pt x="1338012" y="1443092"/>
                  </a:lnTo>
                  <a:lnTo>
                    <a:pt x="1336975" y="1443020"/>
                  </a:lnTo>
                  <a:lnTo>
                    <a:pt x="1328426" y="1438717"/>
                  </a:lnTo>
                  <a:lnTo>
                    <a:pt x="1325577" y="1430733"/>
                  </a:lnTo>
                  <a:lnTo>
                    <a:pt x="1328426" y="1422898"/>
                  </a:lnTo>
                  <a:lnTo>
                    <a:pt x="1336975" y="1419040"/>
                  </a:lnTo>
                  <a:lnTo>
                    <a:pt x="1337506" y="1418992"/>
                  </a:lnTo>
                  <a:lnTo>
                    <a:pt x="1338517" y="1418968"/>
                  </a:lnTo>
                  <a:lnTo>
                    <a:pt x="1347792" y="1422737"/>
                  </a:lnTo>
                  <a:lnTo>
                    <a:pt x="1350883" y="1431030"/>
                  </a:lnTo>
                  <a:lnTo>
                    <a:pt x="1347792" y="1439323"/>
                  </a:lnTo>
                  <a:lnTo>
                    <a:pt x="1338517" y="1443092"/>
                  </a:lnTo>
                  <a:close/>
                </a:path>
                <a:path w="4122420" h="2482215">
                  <a:moveTo>
                    <a:pt x="1566206" y="1443092"/>
                  </a:moveTo>
                  <a:lnTo>
                    <a:pt x="1565726" y="1443092"/>
                  </a:lnTo>
                  <a:lnTo>
                    <a:pt x="1564714" y="1443020"/>
                  </a:lnTo>
                  <a:lnTo>
                    <a:pt x="1555696" y="1438828"/>
                  </a:lnTo>
                  <a:lnTo>
                    <a:pt x="1552690" y="1431030"/>
                  </a:lnTo>
                  <a:lnTo>
                    <a:pt x="1555696" y="1423232"/>
                  </a:lnTo>
                  <a:lnTo>
                    <a:pt x="1564714" y="1419040"/>
                  </a:lnTo>
                  <a:lnTo>
                    <a:pt x="1565220" y="1418992"/>
                  </a:lnTo>
                  <a:lnTo>
                    <a:pt x="1566206" y="1418968"/>
                  </a:lnTo>
                  <a:lnTo>
                    <a:pt x="1575054" y="1422737"/>
                  </a:lnTo>
                  <a:lnTo>
                    <a:pt x="1578003" y="1431030"/>
                  </a:lnTo>
                  <a:lnTo>
                    <a:pt x="1575054" y="1439323"/>
                  </a:lnTo>
                  <a:lnTo>
                    <a:pt x="1566206" y="1443092"/>
                  </a:lnTo>
                  <a:close/>
                </a:path>
                <a:path w="4122420" h="2482215">
                  <a:moveTo>
                    <a:pt x="1717248" y="1443092"/>
                  </a:moveTo>
                  <a:lnTo>
                    <a:pt x="1716768" y="1443092"/>
                  </a:lnTo>
                  <a:lnTo>
                    <a:pt x="1715706" y="1443020"/>
                  </a:lnTo>
                  <a:lnTo>
                    <a:pt x="1707171" y="1438717"/>
                  </a:lnTo>
                  <a:lnTo>
                    <a:pt x="1704327" y="1430733"/>
                  </a:lnTo>
                  <a:lnTo>
                    <a:pt x="1707171" y="1422898"/>
                  </a:lnTo>
                  <a:lnTo>
                    <a:pt x="1715706" y="1419040"/>
                  </a:lnTo>
                  <a:lnTo>
                    <a:pt x="1716237" y="1418992"/>
                  </a:lnTo>
                  <a:lnTo>
                    <a:pt x="1717248" y="1418968"/>
                  </a:lnTo>
                  <a:lnTo>
                    <a:pt x="1726537" y="1422737"/>
                  </a:lnTo>
                  <a:lnTo>
                    <a:pt x="1729633" y="1431030"/>
                  </a:lnTo>
                  <a:lnTo>
                    <a:pt x="1726537" y="1439323"/>
                  </a:lnTo>
                  <a:lnTo>
                    <a:pt x="1717248" y="1443092"/>
                  </a:lnTo>
                  <a:close/>
                </a:path>
                <a:path w="4122420" h="2482215">
                  <a:moveTo>
                    <a:pt x="1944937" y="1443092"/>
                  </a:moveTo>
                  <a:lnTo>
                    <a:pt x="1944456" y="1443092"/>
                  </a:lnTo>
                  <a:lnTo>
                    <a:pt x="1943470" y="1443020"/>
                  </a:lnTo>
                  <a:lnTo>
                    <a:pt x="1934452" y="1438828"/>
                  </a:lnTo>
                  <a:lnTo>
                    <a:pt x="1931446" y="1431030"/>
                  </a:lnTo>
                  <a:lnTo>
                    <a:pt x="1934452" y="1423232"/>
                  </a:lnTo>
                  <a:lnTo>
                    <a:pt x="1943470" y="1419040"/>
                  </a:lnTo>
                  <a:lnTo>
                    <a:pt x="1943976" y="1418992"/>
                  </a:lnTo>
                  <a:lnTo>
                    <a:pt x="1944937" y="1418968"/>
                  </a:lnTo>
                  <a:lnTo>
                    <a:pt x="1953799" y="1422737"/>
                  </a:lnTo>
                  <a:lnTo>
                    <a:pt x="1956752" y="1431030"/>
                  </a:lnTo>
                  <a:lnTo>
                    <a:pt x="1953799" y="1439323"/>
                  </a:lnTo>
                  <a:lnTo>
                    <a:pt x="1944937" y="1443092"/>
                  </a:lnTo>
                  <a:close/>
                </a:path>
                <a:path w="4122420" h="2482215">
                  <a:moveTo>
                    <a:pt x="2171917" y="1443092"/>
                  </a:moveTo>
                  <a:lnTo>
                    <a:pt x="2171412" y="1443092"/>
                  </a:lnTo>
                  <a:lnTo>
                    <a:pt x="2170375" y="1443020"/>
                  </a:lnTo>
                  <a:lnTo>
                    <a:pt x="2161826" y="1438828"/>
                  </a:lnTo>
                  <a:lnTo>
                    <a:pt x="2158977" y="1431030"/>
                  </a:lnTo>
                  <a:lnTo>
                    <a:pt x="2161826" y="1423232"/>
                  </a:lnTo>
                  <a:lnTo>
                    <a:pt x="2170375" y="1419040"/>
                  </a:lnTo>
                  <a:lnTo>
                    <a:pt x="2170906" y="1418992"/>
                  </a:lnTo>
                  <a:lnTo>
                    <a:pt x="2171917" y="1418968"/>
                  </a:lnTo>
                  <a:lnTo>
                    <a:pt x="2181192" y="1422737"/>
                  </a:lnTo>
                  <a:lnTo>
                    <a:pt x="2184283" y="1431030"/>
                  </a:lnTo>
                  <a:lnTo>
                    <a:pt x="2181192" y="1439323"/>
                  </a:lnTo>
                  <a:lnTo>
                    <a:pt x="2171917" y="1443092"/>
                  </a:lnTo>
                  <a:close/>
                </a:path>
                <a:path w="4122420" h="2482215">
                  <a:moveTo>
                    <a:pt x="2322909" y="1443092"/>
                  </a:moveTo>
                  <a:lnTo>
                    <a:pt x="2322403" y="1443092"/>
                  </a:lnTo>
                  <a:lnTo>
                    <a:pt x="2321367" y="1443020"/>
                  </a:lnTo>
                  <a:lnTo>
                    <a:pt x="2312818" y="1438828"/>
                  </a:lnTo>
                  <a:lnTo>
                    <a:pt x="2309968" y="1431030"/>
                  </a:lnTo>
                  <a:lnTo>
                    <a:pt x="2312818" y="1423232"/>
                  </a:lnTo>
                  <a:lnTo>
                    <a:pt x="2321367" y="1419040"/>
                  </a:lnTo>
                  <a:lnTo>
                    <a:pt x="2321898" y="1418992"/>
                  </a:lnTo>
                  <a:lnTo>
                    <a:pt x="2322909" y="1418968"/>
                  </a:lnTo>
                  <a:lnTo>
                    <a:pt x="2332183" y="1422737"/>
                  </a:lnTo>
                  <a:lnTo>
                    <a:pt x="2335275" y="1431030"/>
                  </a:lnTo>
                  <a:lnTo>
                    <a:pt x="2332183" y="1439323"/>
                  </a:lnTo>
                  <a:lnTo>
                    <a:pt x="2322909" y="1443092"/>
                  </a:lnTo>
                  <a:close/>
                </a:path>
                <a:path w="4122420" h="2482215">
                  <a:moveTo>
                    <a:pt x="434616" y="1443236"/>
                  </a:moveTo>
                  <a:lnTo>
                    <a:pt x="424855" y="1443236"/>
                  </a:lnTo>
                  <a:lnTo>
                    <a:pt x="421694" y="1442157"/>
                  </a:lnTo>
                  <a:lnTo>
                    <a:pt x="419215" y="1439830"/>
                  </a:lnTo>
                  <a:lnTo>
                    <a:pt x="415452" y="1433203"/>
                  </a:lnTo>
                  <a:lnTo>
                    <a:pt x="416270" y="1426432"/>
                  </a:lnTo>
                  <a:lnTo>
                    <a:pt x="420880" y="1421162"/>
                  </a:lnTo>
                  <a:lnTo>
                    <a:pt x="428496" y="1419040"/>
                  </a:lnTo>
                  <a:lnTo>
                    <a:pt x="435248" y="1419040"/>
                  </a:lnTo>
                  <a:lnTo>
                    <a:pt x="441165" y="1424627"/>
                  </a:lnTo>
                  <a:lnTo>
                    <a:pt x="441165" y="1438584"/>
                  </a:lnTo>
                  <a:lnTo>
                    <a:pt x="434616" y="1443236"/>
                  </a:lnTo>
                  <a:close/>
                </a:path>
                <a:path w="4122420" h="2482215">
                  <a:moveTo>
                    <a:pt x="1116569" y="1443236"/>
                  </a:moveTo>
                  <a:lnTo>
                    <a:pt x="1106783" y="1443236"/>
                  </a:lnTo>
                  <a:lnTo>
                    <a:pt x="1103521" y="1442157"/>
                  </a:lnTo>
                  <a:lnTo>
                    <a:pt x="1100790" y="1439830"/>
                  </a:lnTo>
                  <a:lnTo>
                    <a:pt x="1097379" y="1433203"/>
                  </a:lnTo>
                  <a:lnTo>
                    <a:pt x="1098157" y="1426432"/>
                  </a:lnTo>
                  <a:lnTo>
                    <a:pt x="1102571" y="1421162"/>
                  </a:lnTo>
                  <a:lnTo>
                    <a:pt x="1110070" y="1419040"/>
                  </a:lnTo>
                  <a:lnTo>
                    <a:pt x="1116822" y="1419040"/>
                  </a:lnTo>
                  <a:lnTo>
                    <a:pt x="1122714" y="1424627"/>
                  </a:lnTo>
                  <a:lnTo>
                    <a:pt x="1122714" y="1438584"/>
                  </a:lnTo>
                  <a:lnTo>
                    <a:pt x="1116569" y="1443236"/>
                  </a:lnTo>
                  <a:close/>
                </a:path>
                <a:path w="4122420" h="2482215">
                  <a:moveTo>
                    <a:pt x="510074" y="1443595"/>
                  </a:moveTo>
                  <a:lnTo>
                    <a:pt x="500313" y="1443595"/>
                  </a:lnTo>
                  <a:lnTo>
                    <a:pt x="497051" y="1442420"/>
                  </a:lnTo>
                  <a:lnTo>
                    <a:pt x="494294" y="1439830"/>
                  </a:lnTo>
                  <a:lnTo>
                    <a:pt x="490883" y="1433658"/>
                  </a:lnTo>
                  <a:lnTo>
                    <a:pt x="491661" y="1427034"/>
                  </a:lnTo>
                  <a:lnTo>
                    <a:pt x="496076" y="1421611"/>
                  </a:lnTo>
                  <a:lnTo>
                    <a:pt x="503575" y="1419040"/>
                  </a:lnTo>
                  <a:lnTo>
                    <a:pt x="511161" y="1419040"/>
                  </a:lnTo>
                  <a:lnTo>
                    <a:pt x="516219" y="1424627"/>
                  </a:lnTo>
                  <a:lnTo>
                    <a:pt x="516219" y="1438584"/>
                  </a:lnTo>
                  <a:lnTo>
                    <a:pt x="510074" y="1443595"/>
                  </a:lnTo>
                  <a:close/>
                </a:path>
                <a:path w="4122420" h="2482215">
                  <a:moveTo>
                    <a:pt x="661925" y="1443595"/>
                  </a:moveTo>
                  <a:lnTo>
                    <a:pt x="652139" y="1443595"/>
                  </a:lnTo>
                  <a:lnTo>
                    <a:pt x="648877" y="1442420"/>
                  </a:lnTo>
                  <a:lnTo>
                    <a:pt x="646121" y="1439830"/>
                  </a:lnTo>
                  <a:lnTo>
                    <a:pt x="642830" y="1433547"/>
                  </a:lnTo>
                  <a:lnTo>
                    <a:pt x="643810" y="1426738"/>
                  </a:lnTo>
                  <a:lnTo>
                    <a:pt x="648265" y="1421277"/>
                  </a:lnTo>
                  <a:lnTo>
                    <a:pt x="655401" y="1419040"/>
                  </a:lnTo>
                  <a:lnTo>
                    <a:pt x="662153" y="1419040"/>
                  </a:lnTo>
                  <a:lnTo>
                    <a:pt x="668070" y="1424627"/>
                  </a:lnTo>
                  <a:lnTo>
                    <a:pt x="668070" y="1438584"/>
                  </a:lnTo>
                  <a:lnTo>
                    <a:pt x="661925" y="1443595"/>
                  </a:lnTo>
                  <a:close/>
                </a:path>
                <a:path w="4122420" h="2482215">
                  <a:moveTo>
                    <a:pt x="1192027" y="1443595"/>
                  </a:moveTo>
                  <a:lnTo>
                    <a:pt x="1182342" y="1443595"/>
                  </a:lnTo>
                  <a:lnTo>
                    <a:pt x="1179181" y="1442420"/>
                  </a:lnTo>
                  <a:lnTo>
                    <a:pt x="1176703" y="1439830"/>
                  </a:lnTo>
                  <a:lnTo>
                    <a:pt x="1172929" y="1433658"/>
                  </a:lnTo>
                  <a:lnTo>
                    <a:pt x="1173747" y="1427034"/>
                  </a:lnTo>
                  <a:lnTo>
                    <a:pt x="1178363" y="1421611"/>
                  </a:lnTo>
                  <a:lnTo>
                    <a:pt x="1185983" y="1419040"/>
                  </a:lnTo>
                  <a:lnTo>
                    <a:pt x="1192735" y="1419040"/>
                  </a:lnTo>
                  <a:lnTo>
                    <a:pt x="1198627" y="1424627"/>
                  </a:lnTo>
                  <a:lnTo>
                    <a:pt x="1197792" y="1431030"/>
                  </a:lnTo>
                  <a:lnTo>
                    <a:pt x="1198349" y="1438584"/>
                  </a:lnTo>
                  <a:lnTo>
                    <a:pt x="1192027" y="1443595"/>
                  </a:lnTo>
                  <a:close/>
                </a:path>
                <a:path w="4122420" h="2482215">
                  <a:moveTo>
                    <a:pt x="1646848" y="1443619"/>
                  </a:moveTo>
                  <a:lnTo>
                    <a:pt x="1637087" y="1443619"/>
                  </a:lnTo>
                  <a:lnTo>
                    <a:pt x="1633850" y="1442468"/>
                  </a:lnTo>
                  <a:lnTo>
                    <a:pt x="1631347" y="1439830"/>
                  </a:lnTo>
                  <a:lnTo>
                    <a:pt x="1627584" y="1433671"/>
                  </a:lnTo>
                  <a:lnTo>
                    <a:pt x="1628401" y="1427133"/>
                  </a:lnTo>
                  <a:lnTo>
                    <a:pt x="1633011" y="1421944"/>
                  </a:lnTo>
                  <a:lnTo>
                    <a:pt x="1640627" y="1419831"/>
                  </a:lnTo>
                  <a:lnTo>
                    <a:pt x="1639793" y="1419040"/>
                  </a:lnTo>
                  <a:lnTo>
                    <a:pt x="1647379" y="1419040"/>
                  </a:lnTo>
                  <a:lnTo>
                    <a:pt x="1653296" y="1424627"/>
                  </a:lnTo>
                  <a:lnTo>
                    <a:pt x="1653296" y="1438799"/>
                  </a:lnTo>
                  <a:lnTo>
                    <a:pt x="1646848" y="1443619"/>
                  </a:lnTo>
                  <a:close/>
                </a:path>
                <a:path w="4122420" h="2482215">
                  <a:moveTo>
                    <a:pt x="2139448" y="1478822"/>
                  </a:moveTo>
                  <a:lnTo>
                    <a:pt x="2129713" y="1478822"/>
                  </a:lnTo>
                  <a:lnTo>
                    <a:pt x="2126476" y="1477647"/>
                  </a:lnTo>
                  <a:lnTo>
                    <a:pt x="2123973" y="1475033"/>
                  </a:lnTo>
                  <a:lnTo>
                    <a:pt x="2120224" y="1468948"/>
                  </a:lnTo>
                  <a:lnTo>
                    <a:pt x="2120954" y="1462480"/>
                  </a:lnTo>
                  <a:lnTo>
                    <a:pt x="2125406" y="1457289"/>
                  </a:lnTo>
                  <a:lnTo>
                    <a:pt x="2132823" y="1455034"/>
                  </a:lnTo>
                  <a:lnTo>
                    <a:pt x="2139398" y="1455226"/>
                  </a:lnTo>
                  <a:lnTo>
                    <a:pt x="2145087" y="1459974"/>
                  </a:lnTo>
                  <a:lnTo>
                    <a:pt x="2145897" y="1467024"/>
                  </a:lnTo>
                  <a:lnTo>
                    <a:pt x="2145897" y="1474002"/>
                  </a:lnTo>
                  <a:lnTo>
                    <a:pt x="2139448" y="1478822"/>
                  </a:lnTo>
                  <a:close/>
                </a:path>
                <a:path w="4122420" h="2482215">
                  <a:moveTo>
                    <a:pt x="3888964" y="1477479"/>
                  </a:moveTo>
                  <a:lnTo>
                    <a:pt x="3879178" y="1477479"/>
                  </a:lnTo>
                  <a:lnTo>
                    <a:pt x="3876068" y="1476472"/>
                  </a:lnTo>
                  <a:lnTo>
                    <a:pt x="3873438" y="1474218"/>
                  </a:lnTo>
                  <a:lnTo>
                    <a:pt x="3870027" y="1467601"/>
                  </a:lnTo>
                  <a:lnTo>
                    <a:pt x="3870804" y="1460828"/>
                  </a:lnTo>
                  <a:lnTo>
                    <a:pt x="3875219" y="1455553"/>
                  </a:lnTo>
                  <a:lnTo>
                    <a:pt x="3882718" y="1453427"/>
                  </a:lnTo>
                  <a:lnTo>
                    <a:pt x="3889470" y="1453427"/>
                  </a:lnTo>
                  <a:lnTo>
                    <a:pt x="3895362" y="1459038"/>
                  </a:lnTo>
                  <a:lnTo>
                    <a:pt x="3895362" y="1472587"/>
                  </a:lnTo>
                  <a:lnTo>
                    <a:pt x="3888964" y="1477479"/>
                  </a:lnTo>
                  <a:close/>
                </a:path>
                <a:path w="4122420" h="2482215">
                  <a:moveTo>
                    <a:pt x="3737467" y="1478007"/>
                  </a:moveTo>
                  <a:lnTo>
                    <a:pt x="3728085" y="1478007"/>
                  </a:lnTo>
                  <a:lnTo>
                    <a:pt x="3724949" y="1476856"/>
                  </a:lnTo>
                  <a:lnTo>
                    <a:pt x="3722446" y="1474218"/>
                  </a:lnTo>
                  <a:lnTo>
                    <a:pt x="3718659" y="1468058"/>
                  </a:lnTo>
                  <a:lnTo>
                    <a:pt x="3719383" y="1461521"/>
                  </a:lnTo>
                  <a:lnTo>
                    <a:pt x="3723744" y="1456332"/>
                  </a:lnTo>
                  <a:lnTo>
                    <a:pt x="3730866" y="1454219"/>
                  </a:lnTo>
                  <a:lnTo>
                    <a:pt x="3730866" y="1453427"/>
                  </a:lnTo>
                  <a:lnTo>
                    <a:pt x="3738478" y="1453427"/>
                  </a:lnTo>
                  <a:lnTo>
                    <a:pt x="3743536" y="1459038"/>
                  </a:lnTo>
                  <a:lnTo>
                    <a:pt x="3743536" y="1473211"/>
                  </a:lnTo>
                  <a:lnTo>
                    <a:pt x="3737467" y="1478007"/>
                  </a:lnTo>
                  <a:close/>
                </a:path>
                <a:path w="4122420" h="2482215">
                  <a:moveTo>
                    <a:pt x="3813380" y="1478007"/>
                  </a:moveTo>
                  <a:lnTo>
                    <a:pt x="3803619" y="1478007"/>
                  </a:lnTo>
                  <a:lnTo>
                    <a:pt x="3800281" y="1476856"/>
                  </a:lnTo>
                  <a:lnTo>
                    <a:pt x="3797525" y="1474218"/>
                  </a:lnTo>
                  <a:lnTo>
                    <a:pt x="3794221" y="1468058"/>
                  </a:lnTo>
                  <a:lnTo>
                    <a:pt x="3795195" y="1461521"/>
                  </a:lnTo>
                  <a:lnTo>
                    <a:pt x="3799655" y="1456332"/>
                  </a:lnTo>
                  <a:lnTo>
                    <a:pt x="3806805" y="1454219"/>
                  </a:lnTo>
                  <a:lnTo>
                    <a:pt x="3806805" y="1453427"/>
                  </a:lnTo>
                  <a:lnTo>
                    <a:pt x="3813531" y="1453427"/>
                  </a:lnTo>
                  <a:lnTo>
                    <a:pt x="3819449" y="1459038"/>
                  </a:lnTo>
                  <a:lnTo>
                    <a:pt x="3819449" y="1473211"/>
                  </a:lnTo>
                  <a:lnTo>
                    <a:pt x="3813380" y="1478007"/>
                  </a:lnTo>
                  <a:close/>
                </a:path>
                <a:path w="4122420" h="2482215">
                  <a:moveTo>
                    <a:pt x="3654701" y="1478246"/>
                  </a:moveTo>
                  <a:lnTo>
                    <a:pt x="3654169" y="1478246"/>
                  </a:lnTo>
                  <a:lnTo>
                    <a:pt x="3644891" y="1474481"/>
                  </a:lnTo>
                  <a:lnTo>
                    <a:pt x="3641675" y="1466197"/>
                  </a:lnTo>
                  <a:lnTo>
                    <a:pt x="3644522" y="1457912"/>
                  </a:lnTo>
                  <a:lnTo>
                    <a:pt x="3653437" y="1454147"/>
                  </a:lnTo>
                  <a:lnTo>
                    <a:pt x="3653942" y="1454147"/>
                  </a:lnTo>
                  <a:lnTo>
                    <a:pt x="3654954" y="1454219"/>
                  </a:lnTo>
                  <a:lnTo>
                    <a:pt x="3663972" y="1458087"/>
                  </a:lnTo>
                  <a:lnTo>
                    <a:pt x="3666978" y="1465924"/>
                  </a:lnTo>
                  <a:lnTo>
                    <a:pt x="3663972" y="1473909"/>
                  </a:lnTo>
                  <a:lnTo>
                    <a:pt x="3654954" y="1478222"/>
                  </a:lnTo>
                  <a:lnTo>
                    <a:pt x="3654701" y="1478246"/>
                  </a:lnTo>
                  <a:close/>
                </a:path>
                <a:path w="4122420" h="2482215">
                  <a:moveTo>
                    <a:pt x="774556" y="1478438"/>
                  </a:moveTo>
                  <a:lnTo>
                    <a:pt x="764795" y="1478438"/>
                  </a:lnTo>
                  <a:lnTo>
                    <a:pt x="761634" y="1477359"/>
                  </a:lnTo>
                  <a:lnTo>
                    <a:pt x="759155" y="1475033"/>
                  </a:lnTo>
                  <a:lnTo>
                    <a:pt x="755744" y="1468402"/>
                  </a:lnTo>
                  <a:lnTo>
                    <a:pt x="756523" y="1461622"/>
                  </a:lnTo>
                  <a:lnTo>
                    <a:pt x="760937" y="1456345"/>
                  </a:lnTo>
                  <a:lnTo>
                    <a:pt x="768436" y="1454219"/>
                  </a:lnTo>
                  <a:lnTo>
                    <a:pt x="769271" y="1455034"/>
                  </a:lnTo>
                  <a:lnTo>
                    <a:pt x="775188" y="1455825"/>
                  </a:lnTo>
                  <a:lnTo>
                    <a:pt x="780245" y="1460621"/>
                  </a:lnTo>
                  <a:lnTo>
                    <a:pt x="781080" y="1466233"/>
                  </a:lnTo>
                  <a:lnTo>
                    <a:pt x="781080" y="1473786"/>
                  </a:lnTo>
                  <a:lnTo>
                    <a:pt x="774556" y="1478438"/>
                  </a:lnTo>
                  <a:close/>
                </a:path>
                <a:path w="4122420" h="2482215">
                  <a:moveTo>
                    <a:pt x="926761" y="1478438"/>
                  </a:moveTo>
                  <a:lnTo>
                    <a:pt x="917000" y="1478438"/>
                  </a:lnTo>
                  <a:lnTo>
                    <a:pt x="913738" y="1477359"/>
                  </a:lnTo>
                  <a:lnTo>
                    <a:pt x="910981" y="1475033"/>
                  </a:lnTo>
                  <a:lnTo>
                    <a:pt x="907571" y="1468402"/>
                  </a:lnTo>
                  <a:lnTo>
                    <a:pt x="908349" y="1461622"/>
                  </a:lnTo>
                  <a:lnTo>
                    <a:pt x="912763" y="1456345"/>
                  </a:lnTo>
                  <a:lnTo>
                    <a:pt x="920262" y="1454219"/>
                  </a:lnTo>
                  <a:lnTo>
                    <a:pt x="920262" y="1455034"/>
                  </a:lnTo>
                  <a:lnTo>
                    <a:pt x="927014" y="1455034"/>
                  </a:lnTo>
                  <a:lnTo>
                    <a:pt x="932071" y="1459830"/>
                  </a:lnTo>
                  <a:lnTo>
                    <a:pt x="932931" y="1466233"/>
                  </a:lnTo>
                  <a:lnTo>
                    <a:pt x="932931" y="1473786"/>
                  </a:lnTo>
                  <a:lnTo>
                    <a:pt x="926761" y="1478438"/>
                  </a:lnTo>
                  <a:close/>
                </a:path>
                <a:path w="4122420" h="2482215">
                  <a:moveTo>
                    <a:pt x="1078612" y="1478438"/>
                  </a:moveTo>
                  <a:lnTo>
                    <a:pt x="1068826" y="1478438"/>
                  </a:lnTo>
                  <a:lnTo>
                    <a:pt x="1065564" y="1477359"/>
                  </a:lnTo>
                  <a:lnTo>
                    <a:pt x="1062833" y="1475033"/>
                  </a:lnTo>
                  <a:lnTo>
                    <a:pt x="1059539" y="1468736"/>
                  </a:lnTo>
                  <a:lnTo>
                    <a:pt x="1060513" y="1461919"/>
                  </a:lnTo>
                  <a:lnTo>
                    <a:pt x="1064967" y="1456456"/>
                  </a:lnTo>
                  <a:lnTo>
                    <a:pt x="1072113" y="1454219"/>
                  </a:lnTo>
                  <a:lnTo>
                    <a:pt x="1072113" y="1455034"/>
                  </a:lnTo>
                  <a:lnTo>
                    <a:pt x="1078865" y="1455034"/>
                  </a:lnTo>
                  <a:lnTo>
                    <a:pt x="1083923" y="1459830"/>
                  </a:lnTo>
                  <a:lnTo>
                    <a:pt x="1084757" y="1466233"/>
                  </a:lnTo>
                  <a:lnTo>
                    <a:pt x="1084757" y="1473786"/>
                  </a:lnTo>
                  <a:lnTo>
                    <a:pt x="1078612" y="1478438"/>
                  </a:lnTo>
                  <a:close/>
                </a:path>
                <a:path w="4122420" h="2482215">
                  <a:moveTo>
                    <a:pt x="1305517" y="1478438"/>
                  </a:moveTo>
                  <a:lnTo>
                    <a:pt x="1295731" y="1478438"/>
                  </a:lnTo>
                  <a:lnTo>
                    <a:pt x="1292469" y="1477359"/>
                  </a:lnTo>
                  <a:lnTo>
                    <a:pt x="1289738" y="1475033"/>
                  </a:lnTo>
                  <a:lnTo>
                    <a:pt x="1286327" y="1468402"/>
                  </a:lnTo>
                  <a:lnTo>
                    <a:pt x="1287105" y="1461622"/>
                  </a:lnTo>
                  <a:lnTo>
                    <a:pt x="1291519" y="1456345"/>
                  </a:lnTo>
                  <a:lnTo>
                    <a:pt x="1299018" y="1454219"/>
                  </a:lnTo>
                  <a:lnTo>
                    <a:pt x="1299018" y="1455034"/>
                  </a:lnTo>
                  <a:lnTo>
                    <a:pt x="1305770" y="1455034"/>
                  </a:lnTo>
                  <a:lnTo>
                    <a:pt x="1310828" y="1459830"/>
                  </a:lnTo>
                  <a:lnTo>
                    <a:pt x="1311662" y="1466233"/>
                  </a:lnTo>
                  <a:lnTo>
                    <a:pt x="1311662" y="1473786"/>
                  </a:lnTo>
                  <a:lnTo>
                    <a:pt x="1305517" y="1478438"/>
                  </a:lnTo>
                  <a:close/>
                </a:path>
                <a:path w="4122420" h="2482215">
                  <a:moveTo>
                    <a:pt x="1002699" y="1478798"/>
                  </a:moveTo>
                  <a:lnTo>
                    <a:pt x="992938" y="1478798"/>
                  </a:lnTo>
                  <a:lnTo>
                    <a:pt x="989651" y="1477623"/>
                  </a:lnTo>
                  <a:lnTo>
                    <a:pt x="986920" y="1475033"/>
                  </a:lnTo>
                  <a:lnTo>
                    <a:pt x="983616" y="1468736"/>
                  </a:lnTo>
                  <a:lnTo>
                    <a:pt x="984590" y="1461919"/>
                  </a:lnTo>
                  <a:lnTo>
                    <a:pt x="989050" y="1456456"/>
                  </a:lnTo>
                  <a:lnTo>
                    <a:pt x="996201" y="1454219"/>
                  </a:lnTo>
                  <a:lnTo>
                    <a:pt x="996201" y="1455034"/>
                  </a:lnTo>
                  <a:lnTo>
                    <a:pt x="1002927" y="1455034"/>
                  </a:lnTo>
                  <a:lnTo>
                    <a:pt x="1008844" y="1459830"/>
                  </a:lnTo>
                  <a:lnTo>
                    <a:pt x="1008844" y="1473786"/>
                  </a:lnTo>
                  <a:lnTo>
                    <a:pt x="1002699" y="1478798"/>
                  </a:lnTo>
                  <a:close/>
                </a:path>
                <a:path w="4122420" h="2482215">
                  <a:moveTo>
                    <a:pt x="850924" y="1478822"/>
                  </a:moveTo>
                  <a:lnTo>
                    <a:pt x="841188" y="1478822"/>
                  </a:lnTo>
                  <a:lnTo>
                    <a:pt x="837850" y="1477647"/>
                  </a:lnTo>
                  <a:lnTo>
                    <a:pt x="835069" y="1475033"/>
                  </a:lnTo>
                  <a:lnTo>
                    <a:pt x="831778" y="1468863"/>
                  </a:lnTo>
                  <a:lnTo>
                    <a:pt x="832758" y="1462327"/>
                  </a:lnTo>
                  <a:lnTo>
                    <a:pt x="837213" y="1457144"/>
                  </a:lnTo>
                  <a:lnTo>
                    <a:pt x="844349" y="1455034"/>
                  </a:lnTo>
                  <a:lnTo>
                    <a:pt x="845209" y="1455034"/>
                  </a:lnTo>
                  <a:lnTo>
                    <a:pt x="851935" y="1455825"/>
                  </a:lnTo>
                  <a:lnTo>
                    <a:pt x="857018" y="1460621"/>
                  </a:lnTo>
                  <a:lnTo>
                    <a:pt x="857018" y="1474002"/>
                  </a:lnTo>
                  <a:lnTo>
                    <a:pt x="850924" y="1478822"/>
                  </a:lnTo>
                  <a:close/>
                </a:path>
                <a:path w="4122420" h="2482215">
                  <a:moveTo>
                    <a:pt x="1381506" y="1478822"/>
                  </a:moveTo>
                  <a:lnTo>
                    <a:pt x="1371745" y="1478822"/>
                  </a:lnTo>
                  <a:lnTo>
                    <a:pt x="1368433" y="1477647"/>
                  </a:lnTo>
                  <a:lnTo>
                    <a:pt x="1365651" y="1475033"/>
                  </a:lnTo>
                  <a:lnTo>
                    <a:pt x="1362357" y="1468863"/>
                  </a:lnTo>
                  <a:lnTo>
                    <a:pt x="1363331" y="1462327"/>
                  </a:lnTo>
                  <a:lnTo>
                    <a:pt x="1367785" y="1457144"/>
                  </a:lnTo>
                  <a:lnTo>
                    <a:pt x="1374931" y="1455034"/>
                  </a:lnTo>
                  <a:lnTo>
                    <a:pt x="1381683" y="1455034"/>
                  </a:lnTo>
                  <a:lnTo>
                    <a:pt x="1387575" y="1460621"/>
                  </a:lnTo>
                  <a:lnTo>
                    <a:pt x="1387575" y="1474002"/>
                  </a:lnTo>
                  <a:lnTo>
                    <a:pt x="1381506" y="1478822"/>
                  </a:lnTo>
                  <a:close/>
                </a:path>
                <a:path w="4122420" h="2482215">
                  <a:moveTo>
                    <a:pt x="1532953" y="1478822"/>
                  </a:moveTo>
                  <a:lnTo>
                    <a:pt x="1523217" y="1478822"/>
                  </a:lnTo>
                  <a:lnTo>
                    <a:pt x="1519980" y="1477647"/>
                  </a:lnTo>
                  <a:lnTo>
                    <a:pt x="1517477" y="1475033"/>
                  </a:lnTo>
                  <a:lnTo>
                    <a:pt x="1514066" y="1468863"/>
                  </a:lnTo>
                  <a:lnTo>
                    <a:pt x="1514844" y="1462327"/>
                  </a:lnTo>
                  <a:lnTo>
                    <a:pt x="1519259" y="1457144"/>
                  </a:lnTo>
                  <a:lnTo>
                    <a:pt x="1526758" y="1455034"/>
                  </a:lnTo>
                  <a:lnTo>
                    <a:pt x="1533509" y="1455034"/>
                  </a:lnTo>
                  <a:lnTo>
                    <a:pt x="1539426" y="1460621"/>
                  </a:lnTo>
                  <a:lnTo>
                    <a:pt x="1539426" y="1474002"/>
                  </a:lnTo>
                  <a:lnTo>
                    <a:pt x="1532953" y="1478822"/>
                  </a:lnTo>
                  <a:close/>
                </a:path>
                <a:path w="4122420" h="2482215">
                  <a:moveTo>
                    <a:pt x="1760237" y="1478822"/>
                  </a:moveTo>
                  <a:lnTo>
                    <a:pt x="1750501" y="1478822"/>
                  </a:lnTo>
                  <a:lnTo>
                    <a:pt x="1747163" y="1477647"/>
                  </a:lnTo>
                  <a:lnTo>
                    <a:pt x="1744382" y="1475033"/>
                  </a:lnTo>
                  <a:lnTo>
                    <a:pt x="1741092" y="1468863"/>
                  </a:lnTo>
                  <a:lnTo>
                    <a:pt x="1742071" y="1462327"/>
                  </a:lnTo>
                  <a:lnTo>
                    <a:pt x="1746526" y="1457144"/>
                  </a:lnTo>
                  <a:lnTo>
                    <a:pt x="1753662" y="1455034"/>
                  </a:lnTo>
                  <a:lnTo>
                    <a:pt x="1760414" y="1455034"/>
                  </a:lnTo>
                  <a:lnTo>
                    <a:pt x="1766331" y="1460621"/>
                  </a:lnTo>
                  <a:lnTo>
                    <a:pt x="1766331" y="1474002"/>
                  </a:lnTo>
                  <a:lnTo>
                    <a:pt x="1760237" y="1478822"/>
                  </a:lnTo>
                  <a:close/>
                </a:path>
                <a:path w="4122420" h="2482215">
                  <a:moveTo>
                    <a:pt x="1836175" y="1478822"/>
                  </a:moveTo>
                  <a:lnTo>
                    <a:pt x="1826414" y="1478822"/>
                  </a:lnTo>
                  <a:lnTo>
                    <a:pt x="1823076" y="1477647"/>
                  </a:lnTo>
                  <a:lnTo>
                    <a:pt x="1820295" y="1475033"/>
                  </a:lnTo>
                  <a:lnTo>
                    <a:pt x="1816884" y="1468863"/>
                  </a:lnTo>
                  <a:lnTo>
                    <a:pt x="1817662" y="1462327"/>
                  </a:lnTo>
                  <a:lnTo>
                    <a:pt x="1822076" y="1457144"/>
                  </a:lnTo>
                  <a:lnTo>
                    <a:pt x="1829575" y="1455034"/>
                  </a:lnTo>
                  <a:lnTo>
                    <a:pt x="1836327" y="1455034"/>
                  </a:lnTo>
                  <a:lnTo>
                    <a:pt x="1841385" y="1460621"/>
                  </a:lnTo>
                  <a:lnTo>
                    <a:pt x="1842244" y="1467024"/>
                  </a:lnTo>
                  <a:lnTo>
                    <a:pt x="1842244" y="1474002"/>
                  </a:lnTo>
                  <a:lnTo>
                    <a:pt x="1836175" y="1478822"/>
                  </a:lnTo>
                  <a:close/>
                </a:path>
                <a:path w="4122420" h="2482215">
                  <a:moveTo>
                    <a:pt x="2063080" y="1478822"/>
                  </a:moveTo>
                  <a:lnTo>
                    <a:pt x="2053319" y="1478822"/>
                  </a:lnTo>
                  <a:lnTo>
                    <a:pt x="2049981" y="1477647"/>
                  </a:lnTo>
                  <a:lnTo>
                    <a:pt x="2047225" y="1475033"/>
                  </a:lnTo>
                  <a:lnTo>
                    <a:pt x="2043920" y="1468863"/>
                  </a:lnTo>
                  <a:lnTo>
                    <a:pt x="2044892" y="1462327"/>
                  </a:lnTo>
                  <a:lnTo>
                    <a:pt x="2049344" y="1457144"/>
                  </a:lnTo>
                  <a:lnTo>
                    <a:pt x="2056480" y="1455034"/>
                  </a:lnTo>
                  <a:lnTo>
                    <a:pt x="2063232" y="1455034"/>
                  </a:lnTo>
                  <a:lnTo>
                    <a:pt x="2069149" y="1460621"/>
                  </a:lnTo>
                  <a:lnTo>
                    <a:pt x="2069149" y="1474002"/>
                  </a:lnTo>
                  <a:lnTo>
                    <a:pt x="2063080" y="1478822"/>
                  </a:lnTo>
                  <a:close/>
                </a:path>
                <a:path w="4122420" h="2482215">
                  <a:moveTo>
                    <a:pt x="2214906" y="1478822"/>
                  </a:moveTo>
                  <a:lnTo>
                    <a:pt x="2205145" y="1478822"/>
                  </a:lnTo>
                  <a:lnTo>
                    <a:pt x="2201833" y="1477647"/>
                  </a:lnTo>
                  <a:lnTo>
                    <a:pt x="2199051" y="1475033"/>
                  </a:lnTo>
                  <a:lnTo>
                    <a:pt x="2195671" y="1468947"/>
                  </a:lnTo>
                  <a:lnTo>
                    <a:pt x="2196266" y="1462384"/>
                  </a:lnTo>
                  <a:lnTo>
                    <a:pt x="2200328" y="1457134"/>
                  </a:lnTo>
                  <a:lnTo>
                    <a:pt x="2207345" y="1454986"/>
                  </a:lnTo>
                  <a:lnTo>
                    <a:pt x="2207649" y="1454986"/>
                  </a:lnTo>
                  <a:lnTo>
                    <a:pt x="2208331" y="1455034"/>
                  </a:lnTo>
                  <a:lnTo>
                    <a:pt x="2215083" y="1455034"/>
                  </a:lnTo>
                  <a:lnTo>
                    <a:pt x="2220141" y="1460621"/>
                  </a:lnTo>
                  <a:lnTo>
                    <a:pt x="2220975" y="1467024"/>
                  </a:lnTo>
                  <a:lnTo>
                    <a:pt x="2220975" y="1474002"/>
                  </a:lnTo>
                  <a:lnTo>
                    <a:pt x="2214906" y="1478822"/>
                  </a:lnTo>
                  <a:close/>
                </a:path>
                <a:path w="4122420" h="2482215">
                  <a:moveTo>
                    <a:pt x="396406" y="1479062"/>
                  </a:moveTo>
                  <a:lnTo>
                    <a:pt x="386645" y="1479062"/>
                  </a:lnTo>
                  <a:lnTo>
                    <a:pt x="383636" y="1478079"/>
                  </a:lnTo>
                  <a:lnTo>
                    <a:pt x="381259" y="1475825"/>
                  </a:lnTo>
                  <a:lnTo>
                    <a:pt x="377848" y="1469197"/>
                  </a:lnTo>
                  <a:lnTo>
                    <a:pt x="378626" y="1462426"/>
                  </a:lnTo>
                  <a:lnTo>
                    <a:pt x="383041" y="1457156"/>
                  </a:lnTo>
                  <a:lnTo>
                    <a:pt x="390540" y="1455034"/>
                  </a:lnTo>
                  <a:lnTo>
                    <a:pt x="397291" y="1455034"/>
                  </a:lnTo>
                  <a:lnTo>
                    <a:pt x="403183" y="1460621"/>
                  </a:lnTo>
                  <a:lnTo>
                    <a:pt x="403183" y="1474194"/>
                  </a:lnTo>
                  <a:lnTo>
                    <a:pt x="396406" y="1479062"/>
                  </a:lnTo>
                  <a:close/>
                </a:path>
                <a:path w="4122420" h="2482215">
                  <a:moveTo>
                    <a:pt x="1684450" y="1479062"/>
                  </a:moveTo>
                  <a:lnTo>
                    <a:pt x="1674715" y="1479062"/>
                  </a:lnTo>
                  <a:lnTo>
                    <a:pt x="1671680" y="1478079"/>
                  </a:lnTo>
                  <a:lnTo>
                    <a:pt x="1669328" y="1475825"/>
                  </a:lnTo>
                  <a:lnTo>
                    <a:pt x="1665551" y="1469197"/>
                  </a:lnTo>
                  <a:lnTo>
                    <a:pt x="1666360" y="1462426"/>
                  </a:lnTo>
                  <a:lnTo>
                    <a:pt x="1670968" y="1457156"/>
                  </a:lnTo>
                  <a:lnTo>
                    <a:pt x="1678584" y="1455034"/>
                  </a:lnTo>
                  <a:lnTo>
                    <a:pt x="1685335" y="1455034"/>
                  </a:lnTo>
                  <a:lnTo>
                    <a:pt x="1691253" y="1460621"/>
                  </a:lnTo>
                  <a:lnTo>
                    <a:pt x="1691253" y="1474194"/>
                  </a:lnTo>
                  <a:lnTo>
                    <a:pt x="1684450" y="1479062"/>
                  </a:lnTo>
                  <a:close/>
                </a:path>
                <a:path w="4122420" h="2482215">
                  <a:moveTo>
                    <a:pt x="1986838" y="1479062"/>
                  </a:moveTo>
                  <a:lnTo>
                    <a:pt x="1977456" y="1479062"/>
                  </a:lnTo>
                  <a:lnTo>
                    <a:pt x="1974498" y="1478079"/>
                  </a:lnTo>
                  <a:lnTo>
                    <a:pt x="1972146" y="1475825"/>
                  </a:lnTo>
                  <a:lnTo>
                    <a:pt x="1968359" y="1469197"/>
                  </a:lnTo>
                  <a:lnTo>
                    <a:pt x="1969083" y="1462426"/>
                  </a:lnTo>
                  <a:lnTo>
                    <a:pt x="1973444" y="1457156"/>
                  </a:lnTo>
                  <a:lnTo>
                    <a:pt x="1980567" y="1455034"/>
                  </a:lnTo>
                  <a:lnTo>
                    <a:pt x="1988179" y="1455034"/>
                  </a:lnTo>
                  <a:lnTo>
                    <a:pt x="1993236" y="1460621"/>
                  </a:lnTo>
                  <a:lnTo>
                    <a:pt x="1993236" y="1474194"/>
                  </a:lnTo>
                  <a:lnTo>
                    <a:pt x="1986838" y="1479062"/>
                  </a:lnTo>
                  <a:close/>
                </a:path>
                <a:path w="4122420" h="2482215">
                  <a:moveTo>
                    <a:pt x="2289656" y="1479062"/>
                  </a:moveTo>
                  <a:lnTo>
                    <a:pt x="2280274" y="1479062"/>
                  </a:lnTo>
                  <a:lnTo>
                    <a:pt x="2277341" y="1478079"/>
                  </a:lnTo>
                  <a:lnTo>
                    <a:pt x="2274964" y="1475825"/>
                  </a:lnTo>
                  <a:lnTo>
                    <a:pt x="2271177" y="1469197"/>
                  </a:lnTo>
                  <a:lnTo>
                    <a:pt x="2271904" y="1462426"/>
                  </a:lnTo>
                  <a:lnTo>
                    <a:pt x="2276273" y="1457156"/>
                  </a:lnTo>
                  <a:lnTo>
                    <a:pt x="2283410" y="1455034"/>
                  </a:lnTo>
                  <a:lnTo>
                    <a:pt x="2290996" y="1455034"/>
                  </a:lnTo>
                  <a:lnTo>
                    <a:pt x="2296054" y="1460621"/>
                  </a:lnTo>
                  <a:lnTo>
                    <a:pt x="2296054" y="1474194"/>
                  </a:lnTo>
                  <a:lnTo>
                    <a:pt x="2289656" y="1479062"/>
                  </a:lnTo>
                  <a:close/>
                </a:path>
                <a:path w="4122420" h="2482215">
                  <a:moveTo>
                    <a:pt x="472117" y="1479230"/>
                  </a:moveTo>
                  <a:lnTo>
                    <a:pt x="462356" y="1479230"/>
                  </a:lnTo>
                  <a:lnTo>
                    <a:pt x="459069" y="1478151"/>
                  </a:lnTo>
                  <a:lnTo>
                    <a:pt x="456338" y="1475825"/>
                  </a:lnTo>
                  <a:lnTo>
                    <a:pt x="453044" y="1469197"/>
                  </a:lnTo>
                  <a:lnTo>
                    <a:pt x="454018" y="1462426"/>
                  </a:lnTo>
                  <a:lnTo>
                    <a:pt x="458471" y="1457156"/>
                  </a:lnTo>
                  <a:lnTo>
                    <a:pt x="465618" y="1455034"/>
                  </a:lnTo>
                  <a:lnTo>
                    <a:pt x="472370" y="1455034"/>
                  </a:lnTo>
                  <a:lnTo>
                    <a:pt x="478262" y="1460621"/>
                  </a:lnTo>
                  <a:lnTo>
                    <a:pt x="478262" y="1474602"/>
                  </a:lnTo>
                  <a:lnTo>
                    <a:pt x="472117" y="1479230"/>
                  </a:lnTo>
                  <a:close/>
                </a:path>
                <a:path w="4122420" h="2482215">
                  <a:moveTo>
                    <a:pt x="548030" y="1479230"/>
                  </a:moveTo>
                  <a:lnTo>
                    <a:pt x="538269" y="1479230"/>
                  </a:lnTo>
                  <a:lnTo>
                    <a:pt x="534982" y="1478151"/>
                  </a:lnTo>
                  <a:lnTo>
                    <a:pt x="532251" y="1475825"/>
                  </a:lnTo>
                  <a:lnTo>
                    <a:pt x="528840" y="1469197"/>
                  </a:lnTo>
                  <a:lnTo>
                    <a:pt x="529618" y="1462426"/>
                  </a:lnTo>
                  <a:lnTo>
                    <a:pt x="534032" y="1457156"/>
                  </a:lnTo>
                  <a:lnTo>
                    <a:pt x="541531" y="1455034"/>
                  </a:lnTo>
                  <a:lnTo>
                    <a:pt x="548283" y="1455034"/>
                  </a:lnTo>
                  <a:lnTo>
                    <a:pt x="554175" y="1460621"/>
                  </a:lnTo>
                  <a:lnTo>
                    <a:pt x="554175" y="1474602"/>
                  </a:lnTo>
                  <a:lnTo>
                    <a:pt x="548030" y="1479230"/>
                  </a:lnTo>
                  <a:close/>
                </a:path>
                <a:path w="4122420" h="2482215">
                  <a:moveTo>
                    <a:pt x="623943" y="1479230"/>
                  </a:moveTo>
                  <a:lnTo>
                    <a:pt x="614182" y="1479230"/>
                  </a:lnTo>
                  <a:lnTo>
                    <a:pt x="610920" y="1478151"/>
                  </a:lnTo>
                  <a:lnTo>
                    <a:pt x="608164" y="1475825"/>
                  </a:lnTo>
                  <a:lnTo>
                    <a:pt x="604874" y="1469197"/>
                  </a:lnTo>
                  <a:lnTo>
                    <a:pt x="605853" y="1462426"/>
                  </a:lnTo>
                  <a:lnTo>
                    <a:pt x="610308" y="1457156"/>
                  </a:lnTo>
                  <a:lnTo>
                    <a:pt x="617444" y="1455034"/>
                  </a:lnTo>
                  <a:lnTo>
                    <a:pt x="624196" y="1455034"/>
                  </a:lnTo>
                  <a:lnTo>
                    <a:pt x="630113" y="1460621"/>
                  </a:lnTo>
                  <a:lnTo>
                    <a:pt x="630113" y="1474602"/>
                  </a:lnTo>
                  <a:lnTo>
                    <a:pt x="623943" y="1479230"/>
                  </a:lnTo>
                  <a:close/>
                </a:path>
                <a:path w="4122420" h="2482215">
                  <a:moveTo>
                    <a:pt x="699856" y="1479230"/>
                  </a:moveTo>
                  <a:lnTo>
                    <a:pt x="690095" y="1479230"/>
                  </a:lnTo>
                  <a:lnTo>
                    <a:pt x="686833" y="1478151"/>
                  </a:lnTo>
                  <a:lnTo>
                    <a:pt x="684077" y="1475825"/>
                  </a:lnTo>
                  <a:lnTo>
                    <a:pt x="680787" y="1469541"/>
                  </a:lnTo>
                  <a:lnTo>
                    <a:pt x="681766" y="1462731"/>
                  </a:lnTo>
                  <a:lnTo>
                    <a:pt x="686221" y="1457271"/>
                  </a:lnTo>
                  <a:lnTo>
                    <a:pt x="693357" y="1455034"/>
                  </a:lnTo>
                  <a:lnTo>
                    <a:pt x="700109" y="1455034"/>
                  </a:lnTo>
                  <a:lnTo>
                    <a:pt x="706026" y="1460621"/>
                  </a:lnTo>
                  <a:lnTo>
                    <a:pt x="706026" y="1474602"/>
                  </a:lnTo>
                  <a:lnTo>
                    <a:pt x="699856" y="1479230"/>
                  </a:lnTo>
                  <a:close/>
                </a:path>
                <a:path w="4122420" h="2482215">
                  <a:moveTo>
                    <a:pt x="1456585" y="1479230"/>
                  </a:moveTo>
                  <a:lnTo>
                    <a:pt x="1447127" y="1479230"/>
                  </a:lnTo>
                  <a:lnTo>
                    <a:pt x="1444042" y="1478151"/>
                  </a:lnTo>
                  <a:lnTo>
                    <a:pt x="1441564" y="1475825"/>
                  </a:lnTo>
                  <a:lnTo>
                    <a:pt x="1437801" y="1469197"/>
                  </a:lnTo>
                  <a:lnTo>
                    <a:pt x="1438618" y="1462426"/>
                  </a:lnTo>
                  <a:lnTo>
                    <a:pt x="1443228" y="1457156"/>
                  </a:lnTo>
                  <a:lnTo>
                    <a:pt x="1450844" y="1455034"/>
                  </a:lnTo>
                  <a:lnTo>
                    <a:pt x="1457596" y="1455034"/>
                  </a:lnTo>
                  <a:lnTo>
                    <a:pt x="1463488" y="1460621"/>
                  </a:lnTo>
                  <a:lnTo>
                    <a:pt x="1463488" y="1467024"/>
                  </a:lnTo>
                  <a:lnTo>
                    <a:pt x="1462932" y="1474602"/>
                  </a:lnTo>
                  <a:lnTo>
                    <a:pt x="1456585" y="1479230"/>
                  </a:lnTo>
                  <a:close/>
                </a:path>
                <a:path w="4122420" h="2482215">
                  <a:moveTo>
                    <a:pt x="1608335" y="1479230"/>
                  </a:moveTo>
                  <a:lnTo>
                    <a:pt x="1598953" y="1479230"/>
                  </a:lnTo>
                  <a:lnTo>
                    <a:pt x="1595868" y="1478151"/>
                  </a:lnTo>
                  <a:lnTo>
                    <a:pt x="1593390" y="1475825"/>
                  </a:lnTo>
                  <a:lnTo>
                    <a:pt x="1589627" y="1469197"/>
                  </a:lnTo>
                  <a:lnTo>
                    <a:pt x="1590444" y="1462426"/>
                  </a:lnTo>
                  <a:lnTo>
                    <a:pt x="1595054" y="1457156"/>
                  </a:lnTo>
                  <a:lnTo>
                    <a:pt x="1602671" y="1455034"/>
                  </a:lnTo>
                  <a:lnTo>
                    <a:pt x="1609423" y="1455034"/>
                  </a:lnTo>
                  <a:lnTo>
                    <a:pt x="1614480" y="1460621"/>
                  </a:lnTo>
                  <a:lnTo>
                    <a:pt x="1614480" y="1474602"/>
                  </a:lnTo>
                  <a:lnTo>
                    <a:pt x="1608335" y="1479230"/>
                  </a:lnTo>
                  <a:close/>
                </a:path>
                <a:path w="4122420" h="2482215">
                  <a:moveTo>
                    <a:pt x="1154146" y="1479589"/>
                  </a:moveTo>
                  <a:lnTo>
                    <a:pt x="1144385" y="1479589"/>
                  </a:lnTo>
                  <a:lnTo>
                    <a:pt x="1141224" y="1478438"/>
                  </a:lnTo>
                  <a:lnTo>
                    <a:pt x="1138746" y="1475825"/>
                  </a:lnTo>
                  <a:lnTo>
                    <a:pt x="1135335" y="1469665"/>
                  </a:lnTo>
                  <a:lnTo>
                    <a:pt x="1136113" y="1463127"/>
                  </a:lnTo>
                  <a:lnTo>
                    <a:pt x="1140528" y="1457938"/>
                  </a:lnTo>
                  <a:lnTo>
                    <a:pt x="1148027" y="1455825"/>
                  </a:lnTo>
                  <a:lnTo>
                    <a:pt x="1148027" y="1455034"/>
                  </a:lnTo>
                  <a:lnTo>
                    <a:pt x="1154778" y="1455034"/>
                  </a:lnTo>
                  <a:lnTo>
                    <a:pt x="1160671" y="1460621"/>
                  </a:lnTo>
                  <a:lnTo>
                    <a:pt x="1160671" y="1474578"/>
                  </a:lnTo>
                  <a:lnTo>
                    <a:pt x="1154146" y="1479589"/>
                  </a:lnTo>
                  <a:close/>
                </a:path>
                <a:path w="4122420" h="2482215">
                  <a:moveTo>
                    <a:pt x="1229680" y="1479613"/>
                  </a:moveTo>
                  <a:lnTo>
                    <a:pt x="1220298" y="1479613"/>
                  </a:lnTo>
                  <a:lnTo>
                    <a:pt x="1217163" y="1478462"/>
                  </a:lnTo>
                  <a:lnTo>
                    <a:pt x="1214659" y="1475825"/>
                  </a:lnTo>
                  <a:lnTo>
                    <a:pt x="1210885" y="1469665"/>
                  </a:lnTo>
                  <a:lnTo>
                    <a:pt x="1211704" y="1463127"/>
                  </a:lnTo>
                  <a:lnTo>
                    <a:pt x="1216320" y="1457938"/>
                  </a:lnTo>
                  <a:lnTo>
                    <a:pt x="1223940" y="1455825"/>
                  </a:lnTo>
                  <a:lnTo>
                    <a:pt x="1223940" y="1455034"/>
                  </a:lnTo>
                  <a:lnTo>
                    <a:pt x="1230692" y="1455034"/>
                  </a:lnTo>
                  <a:lnTo>
                    <a:pt x="1236583" y="1460621"/>
                  </a:lnTo>
                  <a:lnTo>
                    <a:pt x="1235749" y="1467815"/>
                  </a:lnTo>
                  <a:lnTo>
                    <a:pt x="1235749" y="1474793"/>
                  </a:lnTo>
                  <a:lnTo>
                    <a:pt x="1229680" y="1479613"/>
                  </a:lnTo>
                  <a:close/>
                </a:path>
                <a:path w="4122420" h="2482215">
                  <a:moveTo>
                    <a:pt x="1911709" y="1479613"/>
                  </a:moveTo>
                  <a:lnTo>
                    <a:pt x="1901948" y="1479613"/>
                  </a:lnTo>
                  <a:lnTo>
                    <a:pt x="1898712" y="1478462"/>
                  </a:lnTo>
                  <a:lnTo>
                    <a:pt x="1896233" y="1475825"/>
                  </a:lnTo>
                  <a:lnTo>
                    <a:pt x="1892812" y="1469665"/>
                  </a:lnTo>
                  <a:lnTo>
                    <a:pt x="1893591" y="1463127"/>
                  </a:lnTo>
                  <a:lnTo>
                    <a:pt x="1898011" y="1457938"/>
                  </a:lnTo>
                  <a:lnTo>
                    <a:pt x="1905514" y="1455825"/>
                  </a:lnTo>
                  <a:lnTo>
                    <a:pt x="1905514" y="1455034"/>
                  </a:lnTo>
                  <a:lnTo>
                    <a:pt x="1912240" y="1455034"/>
                  </a:lnTo>
                  <a:lnTo>
                    <a:pt x="1918158" y="1460621"/>
                  </a:lnTo>
                  <a:lnTo>
                    <a:pt x="1918158" y="1474793"/>
                  </a:lnTo>
                  <a:lnTo>
                    <a:pt x="1911709" y="1479613"/>
                  </a:lnTo>
                  <a:close/>
                </a:path>
                <a:path w="4122420" h="2482215">
                  <a:moveTo>
                    <a:pt x="2365898" y="1479613"/>
                  </a:moveTo>
                  <a:lnTo>
                    <a:pt x="2356137" y="1479613"/>
                  </a:lnTo>
                  <a:lnTo>
                    <a:pt x="2352824" y="1478462"/>
                  </a:lnTo>
                  <a:lnTo>
                    <a:pt x="2350043" y="1475825"/>
                  </a:lnTo>
                  <a:lnTo>
                    <a:pt x="2346749" y="1469665"/>
                  </a:lnTo>
                  <a:lnTo>
                    <a:pt x="2347723" y="1463127"/>
                  </a:lnTo>
                  <a:lnTo>
                    <a:pt x="2352176" y="1457938"/>
                  </a:lnTo>
                  <a:lnTo>
                    <a:pt x="2359323" y="1455825"/>
                  </a:lnTo>
                  <a:lnTo>
                    <a:pt x="2359323" y="1455034"/>
                  </a:lnTo>
                  <a:lnTo>
                    <a:pt x="2366910" y="1455034"/>
                  </a:lnTo>
                  <a:lnTo>
                    <a:pt x="2371967" y="1460621"/>
                  </a:lnTo>
                  <a:lnTo>
                    <a:pt x="2371967" y="1474793"/>
                  </a:lnTo>
                  <a:lnTo>
                    <a:pt x="2365898" y="1479613"/>
                  </a:lnTo>
                  <a:close/>
                </a:path>
                <a:path w="4122420" h="2482215">
                  <a:moveTo>
                    <a:pt x="3843194" y="1513497"/>
                  </a:moveTo>
                  <a:lnTo>
                    <a:pt x="3833920" y="1509724"/>
                  </a:lnTo>
                  <a:lnTo>
                    <a:pt x="3830828" y="1501423"/>
                  </a:lnTo>
                  <a:lnTo>
                    <a:pt x="3833920" y="1493122"/>
                  </a:lnTo>
                  <a:lnTo>
                    <a:pt x="3843194" y="1489349"/>
                  </a:lnTo>
                  <a:lnTo>
                    <a:pt x="3843699" y="1489349"/>
                  </a:lnTo>
                  <a:lnTo>
                    <a:pt x="3844762" y="1489421"/>
                  </a:lnTo>
                  <a:lnTo>
                    <a:pt x="3853296" y="1493624"/>
                  </a:lnTo>
                  <a:lnTo>
                    <a:pt x="3856141" y="1501423"/>
                  </a:lnTo>
                  <a:lnTo>
                    <a:pt x="3853296" y="1509223"/>
                  </a:lnTo>
                  <a:lnTo>
                    <a:pt x="3844762" y="1513425"/>
                  </a:lnTo>
                  <a:lnTo>
                    <a:pt x="3844230" y="1513473"/>
                  </a:lnTo>
                  <a:lnTo>
                    <a:pt x="3843194" y="1513497"/>
                  </a:lnTo>
                  <a:close/>
                </a:path>
                <a:path w="4122420" h="2482215">
                  <a:moveTo>
                    <a:pt x="3919132" y="1513497"/>
                  </a:moveTo>
                  <a:lnTo>
                    <a:pt x="3909844" y="1509724"/>
                  </a:lnTo>
                  <a:lnTo>
                    <a:pt x="3906748" y="1501423"/>
                  </a:lnTo>
                  <a:lnTo>
                    <a:pt x="3909844" y="1493122"/>
                  </a:lnTo>
                  <a:lnTo>
                    <a:pt x="3919132" y="1489349"/>
                  </a:lnTo>
                  <a:lnTo>
                    <a:pt x="3919613" y="1489349"/>
                  </a:lnTo>
                  <a:lnTo>
                    <a:pt x="3920675" y="1489421"/>
                  </a:lnTo>
                  <a:lnTo>
                    <a:pt x="3924038" y="1489421"/>
                  </a:lnTo>
                  <a:lnTo>
                    <a:pt x="3928261" y="1491028"/>
                  </a:lnTo>
                  <a:lnTo>
                    <a:pt x="3930790" y="1494217"/>
                  </a:lnTo>
                  <a:lnTo>
                    <a:pt x="3928261" y="1511027"/>
                  </a:lnTo>
                  <a:lnTo>
                    <a:pt x="3925732" y="1512610"/>
                  </a:lnTo>
                  <a:lnTo>
                    <a:pt x="3923203" y="1513425"/>
                  </a:lnTo>
                  <a:lnTo>
                    <a:pt x="3920675" y="1513425"/>
                  </a:lnTo>
                  <a:lnTo>
                    <a:pt x="3920144" y="1513473"/>
                  </a:lnTo>
                  <a:lnTo>
                    <a:pt x="3919132" y="1513497"/>
                  </a:lnTo>
                  <a:close/>
                </a:path>
                <a:path w="4122420" h="2482215">
                  <a:moveTo>
                    <a:pt x="3699510" y="1514025"/>
                  </a:moveTo>
                  <a:lnTo>
                    <a:pt x="3690129" y="1514025"/>
                  </a:lnTo>
                  <a:lnTo>
                    <a:pt x="3686993" y="1512850"/>
                  </a:lnTo>
                  <a:lnTo>
                    <a:pt x="3684490" y="1510212"/>
                  </a:lnTo>
                  <a:lnTo>
                    <a:pt x="3680702" y="1504052"/>
                  </a:lnTo>
                  <a:lnTo>
                    <a:pt x="3681427" y="1497514"/>
                  </a:lnTo>
                  <a:lnTo>
                    <a:pt x="3685787" y="1492326"/>
                  </a:lnTo>
                  <a:lnTo>
                    <a:pt x="3692910" y="1490212"/>
                  </a:lnTo>
                  <a:lnTo>
                    <a:pt x="3692910" y="1489421"/>
                  </a:lnTo>
                  <a:lnTo>
                    <a:pt x="3700522" y="1489421"/>
                  </a:lnTo>
                  <a:lnTo>
                    <a:pt x="3705579" y="1495032"/>
                  </a:lnTo>
                  <a:lnTo>
                    <a:pt x="3705579" y="1509205"/>
                  </a:lnTo>
                  <a:lnTo>
                    <a:pt x="3699510" y="1514025"/>
                  </a:lnTo>
                  <a:close/>
                </a:path>
                <a:path w="4122420" h="2482215">
                  <a:moveTo>
                    <a:pt x="3775423" y="1514025"/>
                  </a:moveTo>
                  <a:lnTo>
                    <a:pt x="3765663" y="1514025"/>
                  </a:lnTo>
                  <a:lnTo>
                    <a:pt x="3762324" y="1512850"/>
                  </a:lnTo>
                  <a:lnTo>
                    <a:pt x="3759568" y="1510212"/>
                  </a:lnTo>
                  <a:lnTo>
                    <a:pt x="3756263" y="1504052"/>
                  </a:lnTo>
                  <a:lnTo>
                    <a:pt x="3757235" y="1497514"/>
                  </a:lnTo>
                  <a:lnTo>
                    <a:pt x="3761688" y="1492326"/>
                  </a:lnTo>
                  <a:lnTo>
                    <a:pt x="3768823" y="1490212"/>
                  </a:lnTo>
                  <a:lnTo>
                    <a:pt x="3768823" y="1489421"/>
                  </a:lnTo>
                  <a:lnTo>
                    <a:pt x="3775575" y="1489421"/>
                  </a:lnTo>
                  <a:lnTo>
                    <a:pt x="3781492" y="1495032"/>
                  </a:lnTo>
                  <a:lnTo>
                    <a:pt x="3781492" y="1509205"/>
                  </a:lnTo>
                  <a:lnTo>
                    <a:pt x="3775423" y="1514025"/>
                  </a:lnTo>
                  <a:close/>
                </a:path>
                <a:path w="4122420" h="2482215">
                  <a:moveTo>
                    <a:pt x="736726" y="1514264"/>
                  </a:moveTo>
                  <a:lnTo>
                    <a:pt x="726939" y="1514264"/>
                  </a:lnTo>
                  <a:lnTo>
                    <a:pt x="723829" y="1513257"/>
                  </a:lnTo>
                  <a:lnTo>
                    <a:pt x="721199" y="1511027"/>
                  </a:lnTo>
                  <a:lnTo>
                    <a:pt x="717788" y="1504396"/>
                  </a:lnTo>
                  <a:lnTo>
                    <a:pt x="718566" y="1497616"/>
                  </a:lnTo>
                  <a:lnTo>
                    <a:pt x="722981" y="1492338"/>
                  </a:lnTo>
                  <a:lnTo>
                    <a:pt x="730480" y="1490212"/>
                  </a:lnTo>
                  <a:lnTo>
                    <a:pt x="731314" y="1491028"/>
                  </a:lnTo>
                  <a:lnTo>
                    <a:pt x="737231" y="1491028"/>
                  </a:lnTo>
                  <a:lnTo>
                    <a:pt x="742289" y="1496615"/>
                  </a:lnTo>
                  <a:lnTo>
                    <a:pt x="743123" y="1502227"/>
                  </a:lnTo>
                  <a:lnTo>
                    <a:pt x="743123" y="1509372"/>
                  </a:lnTo>
                  <a:lnTo>
                    <a:pt x="736726" y="1514264"/>
                  </a:lnTo>
                  <a:close/>
                </a:path>
                <a:path w="4122420" h="2482215">
                  <a:moveTo>
                    <a:pt x="1259519" y="1514288"/>
                  </a:moveTo>
                  <a:lnTo>
                    <a:pt x="1250231" y="1510519"/>
                  </a:lnTo>
                  <a:lnTo>
                    <a:pt x="1247139" y="1502215"/>
                  </a:lnTo>
                  <a:lnTo>
                    <a:pt x="1250231" y="1493934"/>
                  </a:lnTo>
                  <a:lnTo>
                    <a:pt x="1259519" y="1490165"/>
                  </a:lnTo>
                  <a:lnTo>
                    <a:pt x="1260000" y="1490165"/>
                  </a:lnTo>
                  <a:lnTo>
                    <a:pt x="1261062" y="1490212"/>
                  </a:lnTo>
                  <a:lnTo>
                    <a:pt x="1269596" y="1494415"/>
                  </a:lnTo>
                  <a:lnTo>
                    <a:pt x="1272437" y="1502227"/>
                  </a:lnTo>
                  <a:lnTo>
                    <a:pt x="1269596" y="1510014"/>
                  </a:lnTo>
                  <a:lnTo>
                    <a:pt x="1261062" y="1514217"/>
                  </a:lnTo>
                  <a:lnTo>
                    <a:pt x="1260531" y="1514264"/>
                  </a:lnTo>
                  <a:lnTo>
                    <a:pt x="1259519" y="1514288"/>
                  </a:lnTo>
                  <a:close/>
                </a:path>
                <a:path w="4122420" h="2482215">
                  <a:moveTo>
                    <a:pt x="2244746" y="1514288"/>
                  </a:moveTo>
                  <a:lnTo>
                    <a:pt x="2235457" y="1510519"/>
                  </a:lnTo>
                  <a:lnTo>
                    <a:pt x="2232365" y="1502215"/>
                  </a:lnTo>
                  <a:lnTo>
                    <a:pt x="2235457" y="1493934"/>
                  </a:lnTo>
                  <a:lnTo>
                    <a:pt x="2244746" y="1490165"/>
                  </a:lnTo>
                  <a:lnTo>
                    <a:pt x="2245226" y="1490165"/>
                  </a:lnTo>
                  <a:lnTo>
                    <a:pt x="2246288" y="1490212"/>
                  </a:lnTo>
                  <a:lnTo>
                    <a:pt x="2254823" y="1494415"/>
                  </a:lnTo>
                  <a:lnTo>
                    <a:pt x="2257663" y="1502227"/>
                  </a:lnTo>
                  <a:lnTo>
                    <a:pt x="2254823" y="1510014"/>
                  </a:lnTo>
                  <a:lnTo>
                    <a:pt x="2246288" y="1514217"/>
                  </a:lnTo>
                  <a:lnTo>
                    <a:pt x="2245757" y="1514264"/>
                  </a:lnTo>
                  <a:lnTo>
                    <a:pt x="2244746" y="1514288"/>
                  </a:lnTo>
                  <a:close/>
                </a:path>
                <a:path w="4122420" h="2482215">
                  <a:moveTo>
                    <a:pt x="1032564" y="1514288"/>
                  </a:moveTo>
                  <a:lnTo>
                    <a:pt x="1023223" y="1510527"/>
                  </a:lnTo>
                  <a:lnTo>
                    <a:pt x="1020236" y="1502250"/>
                  </a:lnTo>
                  <a:lnTo>
                    <a:pt x="1023603" y="1493974"/>
                  </a:lnTo>
                  <a:lnTo>
                    <a:pt x="1033323" y="1490212"/>
                  </a:lnTo>
                  <a:lnTo>
                    <a:pt x="1034157" y="1490212"/>
                  </a:lnTo>
                  <a:lnTo>
                    <a:pt x="1042692" y="1494530"/>
                  </a:lnTo>
                  <a:lnTo>
                    <a:pt x="1045537" y="1502520"/>
                  </a:lnTo>
                  <a:lnTo>
                    <a:pt x="1042692" y="1510358"/>
                  </a:lnTo>
                  <a:lnTo>
                    <a:pt x="1034157" y="1514217"/>
                  </a:lnTo>
                  <a:lnTo>
                    <a:pt x="1033601" y="1514264"/>
                  </a:lnTo>
                  <a:lnTo>
                    <a:pt x="1032564" y="1514288"/>
                  </a:lnTo>
                  <a:close/>
                </a:path>
                <a:path w="4122420" h="2482215">
                  <a:moveTo>
                    <a:pt x="812133" y="1514432"/>
                  </a:moveTo>
                  <a:lnTo>
                    <a:pt x="802675" y="1514432"/>
                  </a:lnTo>
                  <a:lnTo>
                    <a:pt x="799590" y="1513353"/>
                  </a:lnTo>
                  <a:lnTo>
                    <a:pt x="797112" y="1511027"/>
                  </a:lnTo>
                  <a:lnTo>
                    <a:pt x="793349" y="1504396"/>
                  </a:lnTo>
                  <a:lnTo>
                    <a:pt x="794166" y="1497616"/>
                  </a:lnTo>
                  <a:lnTo>
                    <a:pt x="798776" y="1492338"/>
                  </a:lnTo>
                  <a:lnTo>
                    <a:pt x="806392" y="1490212"/>
                  </a:lnTo>
                  <a:lnTo>
                    <a:pt x="807252" y="1491028"/>
                  </a:lnTo>
                  <a:lnTo>
                    <a:pt x="813144" y="1491819"/>
                  </a:lnTo>
                  <a:lnTo>
                    <a:pt x="818202" y="1496615"/>
                  </a:lnTo>
                  <a:lnTo>
                    <a:pt x="819062" y="1502227"/>
                  </a:lnTo>
                  <a:lnTo>
                    <a:pt x="818480" y="1509780"/>
                  </a:lnTo>
                  <a:lnTo>
                    <a:pt x="812133" y="1514432"/>
                  </a:lnTo>
                  <a:close/>
                </a:path>
                <a:path w="4122420" h="2482215">
                  <a:moveTo>
                    <a:pt x="356174" y="1514600"/>
                  </a:moveTo>
                  <a:lnTo>
                    <a:pt x="347450" y="1514600"/>
                  </a:lnTo>
                  <a:lnTo>
                    <a:pt x="342671" y="1511938"/>
                  </a:lnTo>
                  <a:lnTo>
                    <a:pt x="340774" y="1507022"/>
                  </a:lnTo>
                  <a:lnTo>
                    <a:pt x="343303" y="1503018"/>
                  </a:lnTo>
                  <a:lnTo>
                    <a:pt x="350054" y="1491819"/>
                  </a:lnTo>
                  <a:lnTo>
                    <a:pt x="350889" y="1491028"/>
                  </a:lnTo>
                  <a:lnTo>
                    <a:pt x="352583" y="1491028"/>
                  </a:lnTo>
                  <a:lnTo>
                    <a:pt x="359263" y="1492776"/>
                  </a:lnTo>
                  <a:lnTo>
                    <a:pt x="363653" y="1497221"/>
                  </a:lnTo>
                  <a:lnTo>
                    <a:pt x="365036" y="1503168"/>
                  </a:lnTo>
                  <a:lnTo>
                    <a:pt x="362698" y="1509420"/>
                  </a:lnTo>
                  <a:lnTo>
                    <a:pt x="360094" y="1512945"/>
                  </a:lnTo>
                  <a:lnTo>
                    <a:pt x="356174" y="1514600"/>
                  </a:lnTo>
                  <a:close/>
                </a:path>
                <a:path w="4122420" h="2482215">
                  <a:moveTo>
                    <a:pt x="888830" y="1514792"/>
                  </a:moveTo>
                  <a:lnTo>
                    <a:pt x="879069" y="1514792"/>
                  </a:lnTo>
                  <a:lnTo>
                    <a:pt x="875781" y="1513617"/>
                  </a:lnTo>
                  <a:lnTo>
                    <a:pt x="873025" y="1511027"/>
                  </a:lnTo>
                  <a:lnTo>
                    <a:pt x="869735" y="1504740"/>
                  </a:lnTo>
                  <a:lnTo>
                    <a:pt x="870715" y="1497922"/>
                  </a:lnTo>
                  <a:lnTo>
                    <a:pt x="875170" y="1492453"/>
                  </a:lnTo>
                  <a:lnTo>
                    <a:pt x="882306" y="1490212"/>
                  </a:lnTo>
                  <a:lnTo>
                    <a:pt x="882306" y="1491028"/>
                  </a:lnTo>
                  <a:lnTo>
                    <a:pt x="889057" y="1491028"/>
                  </a:lnTo>
                  <a:lnTo>
                    <a:pt x="894975" y="1496615"/>
                  </a:lnTo>
                  <a:lnTo>
                    <a:pt x="894975" y="1509780"/>
                  </a:lnTo>
                  <a:lnTo>
                    <a:pt x="888830" y="1514792"/>
                  </a:lnTo>
                  <a:close/>
                </a:path>
                <a:path w="4122420" h="2482215">
                  <a:moveTo>
                    <a:pt x="964743" y="1514792"/>
                  </a:moveTo>
                  <a:lnTo>
                    <a:pt x="955361" y="1514792"/>
                  </a:lnTo>
                  <a:lnTo>
                    <a:pt x="952276" y="1513617"/>
                  </a:lnTo>
                  <a:lnTo>
                    <a:pt x="949798" y="1511027"/>
                  </a:lnTo>
                  <a:lnTo>
                    <a:pt x="946011" y="1504740"/>
                  </a:lnTo>
                  <a:lnTo>
                    <a:pt x="946735" y="1497922"/>
                  </a:lnTo>
                  <a:lnTo>
                    <a:pt x="951096" y="1492453"/>
                  </a:lnTo>
                  <a:lnTo>
                    <a:pt x="958219" y="1490212"/>
                  </a:lnTo>
                  <a:lnTo>
                    <a:pt x="958219" y="1491028"/>
                  </a:lnTo>
                  <a:lnTo>
                    <a:pt x="964971" y="1491028"/>
                  </a:lnTo>
                  <a:lnTo>
                    <a:pt x="970888" y="1495824"/>
                  </a:lnTo>
                  <a:lnTo>
                    <a:pt x="970888" y="1509780"/>
                  </a:lnTo>
                  <a:lnTo>
                    <a:pt x="964743" y="1514792"/>
                  </a:lnTo>
                  <a:close/>
                </a:path>
                <a:path w="4122420" h="2482215">
                  <a:moveTo>
                    <a:pt x="1343474" y="1514792"/>
                  </a:moveTo>
                  <a:lnTo>
                    <a:pt x="1334092" y="1514792"/>
                  </a:lnTo>
                  <a:lnTo>
                    <a:pt x="1331007" y="1513617"/>
                  </a:lnTo>
                  <a:lnTo>
                    <a:pt x="1328529" y="1511027"/>
                  </a:lnTo>
                  <a:lnTo>
                    <a:pt x="1324753" y="1504740"/>
                  </a:lnTo>
                  <a:lnTo>
                    <a:pt x="1325479" y="1497922"/>
                  </a:lnTo>
                  <a:lnTo>
                    <a:pt x="1329841" y="1492453"/>
                  </a:lnTo>
                  <a:lnTo>
                    <a:pt x="1336975" y="1490212"/>
                  </a:lnTo>
                  <a:lnTo>
                    <a:pt x="1336975" y="1491028"/>
                  </a:lnTo>
                  <a:lnTo>
                    <a:pt x="1343727" y="1491028"/>
                  </a:lnTo>
                  <a:lnTo>
                    <a:pt x="1349619" y="1495824"/>
                  </a:lnTo>
                  <a:lnTo>
                    <a:pt x="1349619" y="1509780"/>
                  </a:lnTo>
                  <a:lnTo>
                    <a:pt x="1343474" y="1514792"/>
                  </a:lnTo>
                  <a:close/>
                </a:path>
                <a:path w="4122420" h="2482215">
                  <a:moveTo>
                    <a:pt x="1722230" y="1514792"/>
                  </a:moveTo>
                  <a:lnTo>
                    <a:pt x="1712848" y="1514792"/>
                  </a:lnTo>
                  <a:lnTo>
                    <a:pt x="1709738" y="1513617"/>
                  </a:lnTo>
                  <a:lnTo>
                    <a:pt x="1707285" y="1511027"/>
                  </a:lnTo>
                  <a:lnTo>
                    <a:pt x="1703498" y="1504740"/>
                  </a:lnTo>
                  <a:lnTo>
                    <a:pt x="1704222" y="1497922"/>
                  </a:lnTo>
                  <a:lnTo>
                    <a:pt x="1708583" y="1492453"/>
                  </a:lnTo>
                  <a:lnTo>
                    <a:pt x="1715706" y="1490212"/>
                  </a:lnTo>
                  <a:lnTo>
                    <a:pt x="1715706" y="1491028"/>
                  </a:lnTo>
                  <a:lnTo>
                    <a:pt x="1722458" y="1491028"/>
                  </a:lnTo>
                  <a:lnTo>
                    <a:pt x="1728375" y="1495824"/>
                  </a:lnTo>
                  <a:lnTo>
                    <a:pt x="1728375" y="1509780"/>
                  </a:lnTo>
                  <a:lnTo>
                    <a:pt x="1722230" y="1514792"/>
                  </a:lnTo>
                  <a:close/>
                </a:path>
                <a:path w="4122420" h="2482215">
                  <a:moveTo>
                    <a:pt x="1798143" y="1514792"/>
                  </a:moveTo>
                  <a:lnTo>
                    <a:pt x="1788382" y="1514792"/>
                  </a:lnTo>
                  <a:lnTo>
                    <a:pt x="1785095" y="1513617"/>
                  </a:lnTo>
                  <a:lnTo>
                    <a:pt x="1782338" y="1511027"/>
                  </a:lnTo>
                  <a:lnTo>
                    <a:pt x="1779048" y="1504740"/>
                  </a:lnTo>
                  <a:lnTo>
                    <a:pt x="1780028" y="1497922"/>
                  </a:lnTo>
                  <a:lnTo>
                    <a:pt x="1784483" y="1492453"/>
                  </a:lnTo>
                  <a:lnTo>
                    <a:pt x="1791619" y="1490212"/>
                  </a:lnTo>
                  <a:lnTo>
                    <a:pt x="1791619" y="1491028"/>
                  </a:lnTo>
                  <a:lnTo>
                    <a:pt x="1798371" y="1491028"/>
                  </a:lnTo>
                  <a:lnTo>
                    <a:pt x="1804288" y="1495824"/>
                  </a:lnTo>
                  <a:lnTo>
                    <a:pt x="1804288" y="1509780"/>
                  </a:lnTo>
                  <a:lnTo>
                    <a:pt x="1798143" y="1514792"/>
                  </a:lnTo>
                  <a:close/>
                </a:path>
                <a:path w="4122420" h="2482215">
                  <a:moveTo>
                    <a:pt x="1874056" y="1514792"/>
                  </a:moveTo>
                  <a:lnTo>
                    <a:pt x="1864295" y="1514792"/>
                  </a:lnTo>
                  <a:lnTo>
                    <a:pt x="1861008" y="1513617"/>
                  </a:lnTo>
                  <a:lnTo>
                    <a:pt x="1858277" y="1511027"/>
                  </a:lnTo>
                  <a:lnTo>
                    <a:pt x="1854851" y="1504740"/>
                  </a:lnTo>
                  <a:lnTo>
                    <a:pt x="1855622" y="1497922"/>
                  </a:lnTo>
                  <a:lnTo>
                    <a:pt x="1860033" y="1492453"/>
                  </a:lnTo>
                  <a:lnTo>
                    <a:pt x="1867532" y="1490212"/>
                  </a:lnTo>
                  <a:lnTo>
                    <a:pt x="1867532" y="1491028"/>
                  </a:lnTo>
                  <a:lnTo>
                    <a:pt x="1874284" y="1491028"/>
                  </a:lnTo>
                  <a:lnTo>
                    <a:pt x="1879341" y="1495824"/>
                  </a:lnTo>
                  <a:lnTo>
                    <a:pt x="1880201" y="1502227"/>
                  </a:lnTo>
                  <a:lnTo>
                    <a:pt x="1880201" y="1509780"/>
                  </a:lnTo>
                  <a:lnTo>
                    <a:pt x="1874056" y="1514792"/>
                  </a:lnTo>
                  <a:close/>
                </a:path>
                <a:path w="4122420" h="2482215">
                  <a:moveTo>
                    <a:pt x="1949590" y="1514792"/>
                  </a:moveTo>
                  <a:lnTo>
                    <a:pt x="1939829" y="1514792"/>
                  </a:lnTo>
                  <a:lnTo>
                    <a:pt x="1936643" y="1513617"/>
                  </a:lnTo>
                  <a:lnTo>
                    <a:pt x="1934190" y="1511027"/>
                  </a:lnTo>
                  <a:lnTo>
                    <a:pt x="1930416" y="1504740"/>
                  </a:lnTo>
                  <a:lnTo>
                    <a:pt x="1931234" y="1497922"/>
                  </a:lnTo>
                  <a:lnTo>
                    <a:pt x="1935851" y="1492453"/>
                  </a:lnTo>
                  <a:lnTo>
                    <a:pt x="1943470" y="1490212"/>
                  </a:lnTo>
                  <a:lnTo>
                    <a:pt x="1943470" y="1491028"/>
                  </a:lnTo>
                  <a:lnTo>
                    <a:pt x="1950197" y="1491028"/>
                  </a:lnTo>
                  <a:lnTo>
                    <a:pt x="1955280" y="1495824"/>
                  </a:lnTo>
                  <a:lnTo>
                    <a:pt x="1956114" y="1502227"/>
                  </a:lnTo>
                  <a:lnTo>
                    <a:pt x="1956114" y="1509780"/>
                  </a:lnTo>
                  <a:lnTo>
                    <a:pt x="1949590" y="1514792"/>
                  </a:lnTo>
                  <a:close/>
                </a:path>
                <a:path w="4122420" h="2482215">
                  <a:moveTo>
                    <a:pt x="1570910" y="1514816"/>
                  </a:moveTo>
                  <a:lnTo>
                    <a:pt x="1561174" y="1514816"/>
                  </a:lnTo>
                  <a:lnTo>
                    <a:pt x="1557937" y="1513665"/>
                  </a:lnTo>
                  <a:lnTo>
                    <a:pt x="1555433" y="1511027"/>
                  </a:lnTo>
                  <a:lnTo>
                    <a:pt x="1551670" y="1504867"/>
                  </a:lnTo>
                  <a:lnTo>
                    <a:pt x="1552488" y="1498330"/>
                  </a:lnTo>
                  <a:lnTo>
                    <a:pt x="1557098" y="1493141"/>
                  </a:lnTo>
                  <a:lnTo>
                    <a:pt x="1564714" y="1491028"/>
                  </a:lnTo>
                  <a:lnTo>
                    <a:pt x="1571466" y="1491028"/>
                  </a:lnTo>
                  <a:lnTo>
                    <a:pt x="1576523" y="1496615"/>
                  </a:lnTo>
                  <a:lnTo>
                    <a:pt x="1577383" y="1503018"/>
                  </a:lnTo>
                  <a:lnTo>
                    <a:pt x="1577383" y="1509996"/>
                  </a:lnTo>
                  <a:lnTo>
                    <a:pt x="1570910" y="1514816"/>
                  </a:lnTo>
                  <a:close/>
                </a:path>
                <a:path w="4122420" h="2482215">
                  <a:moveTo>
                    <a:pt x="585759" y="1515056"/>
                  </a:moveTo>
                  <a:lnTo>
                    <a:pt x="576352" y="1515056"/>
                  </a:lnTo>
                  <a:lnTo>
                    <a:pt x="573419" y="1514073"/>
                  </a:lnTo>
                  <a:lnTo>
                    <a:pt x="571067" y="1511819"/>
                  </a:lnTo>
                  <a:lnTo>
                    <a:pt x="567276" y="1505201"/>
                  </a:lnTo>
                  <a:lnTo>
                    <a:pt x="567995" y="1498429"/>
                  </a:lnTo>
                  <a:lnTo>
                    <a:pt x="572354" y="1493154"/>
                  </a:lnTo>
                  <a:lnTo>
                    <a:pt x="579488" y="1491028"/>
                  </a:lnTo>
                  <a:lnTo>
                    <a:pt x="586240" y="1491028"/>
                  </a:lnTo>
                  <a:lnTo>
                    <a:pt x="592131" y="1496615"/>
                  </a:lnTo>
                  <a:lnTo>
                    <a:pt x="592131" y="1510188"/>
                  </a:lnTo>
                  <a:lnTo>
                    <a:pt x="585759" y="1515056"/>
                  </a:lnTo>
                  <a:close/>
                </a:path>
                <a:path w="4122420" h="2482215">
                  <a:moveTo>
                    <a:pt x="1116316" y="1515056"/>
                  </a:moveTo>
                  <a:lnTo>
                    <a:pt x="1106530" y="1515056"/>
                  </a:lnTo>
                  <a:lnTo>
                    <a:pt x="1103419" y="1514073"/>
                  </a:lnTo>
                  <a:lnTo>
                    <a:pt x="1100790" y="1511819"/>
                  </a:lnTo>
                  <a:lnTo>
                    <a:pt x="1097379" y="1505201"/>
                  </a:lnTo>
                  <a:lnTo>
                    <a:pt x="1098157" y="1498429"/>
                  </a:lnTo>
                  <a:lnTo>
                    <a:pt x="1102571" y="1493154"/>
                  </a:lnTo>
                  <a:lnTo>
                    <a:pt x="1110070" y="1491028"/>
                  </a:lnTo>
                  <a:lnTo>
                    <a:pt x="1116822" y="1491028"/>
                  </a:lnTo>
                  <a:lnTo>
                    <a:pt x="1122714" y="1496615"/>
                  </a:lnTo>
                  <a:lnTo>
                    <a:pt x="1122714" y="1510188"/>
                  </a:lnTo>
                  <a:lnTo>
                    <a:pt x="1116316" y="1515056"/>
                  </a:lnTo>
                  <a:close/>
                </a:path>
                <a:path w="4122420" h="2482215">
                  <a:moveTo>
                    <a:pt x="1494668" y="1515056"/>
                  </a:moveTo>
                  <a:lnTo>
                    <a:pt x="1484907" y="1515056"/>
                  </a:lnTo>
                  <a:lnTo>
                    <a:pt x="1481898" y="1514073"/>
                  </a:lnTo>
                  <a:lnTo>
                    <a:pt x="1479521" y="1511819"/>
                  </a:lnTo>
                  <a:lnTo>
                    <a:pt x="1475758" y="1505201"/>
                  </a:lnTo>
                  <a:lnTo>
                    <a:pt x="1476575" y="1498429"/>
                  </a:lnTo>
                  <a:lnTo>
                    <a:pt x="1481185" y="1493154"/>
                  </a:lnTo>
                  <a:lnTo>
                    <a:pt x="1488801" y="1491028"/>
                  </a:lnTo>
                  <a:lnTo>
                    <a:pt x="1495553" y="1491028"/>
                  </a:lnTo>
                  <a:lnTo>
                    <a:pt x="1501445" y="1496615"/>
                  </a:lnTo>
                  <a:lnTo>
                    <a:pt x="1501445" y="1510188"/>
                  </a:lnTo>
                  <a:lnTo>
                    <a:pt x="1494668" y="1515056"/>
                  </a:lnTo>
                  <a:close/>
                </a:path>
                <a:path w="4122420" h="2482215">
                  <a:moveTo>
                    <a:pt x="2100708" y="1515056"/>
                  </a:moveTo>
                  <a:lnTo>
                    <a:pt x="2091326" y="1515056"/>
                  </a:lnTo>
                  <a:lnTo>
                    <a:pt x="2088393" y="1514073"/>
                  </a:lnTo>
                  <a:lnTo>
                    <a:pt x="2086016" y="1511819"/>
                  </a:lnTo>
                  <a:lnTo>
                    <a:pt x="2082229" y="1505201"/>
                  </a:lnTo>
                  <a:lnTo>
                    <a:pt x="2082956" y="1498429"/>
                  </a:lnTo>
                  <a:lnTo>
                    <a:pt x="2087325" y="1493154"/>
                  </a:lnTo>
                  <a:lnTo>
                    <a:pt x="2094462" y="1491028"/>
                  </a:lnTo>
                  <a:lnTo>
                    <a:pt x="2101188" y="1491028"/>
                  </a:lnTo>
                  <a:lnTo>
                    <a:pt x="2107106" y="1496615"/>
                  </a:lnTo>
                  <a:lnTo>
                    <a:pt x="2107106" y="1510188"/>
                  </a:lnTo>
                  <a:lnTo>
                    <a:pt x="2100708" y="1515056"/>
                  </a:lnTo>
                  <a:close/>
                </a:path>
                <a:path w="4122420" h="2482215">
                  <a:moveTo>
                    <a:pt x="2176621" y="1515056"/>
                  </a:moveTo>
                  <a:lnTo>
                    <a:pt x="2166835" y="1515056"/>
                  </a:lnTo>
                  <a:lnTo>
                    <a:pt x="2163724" y="1514073"/>
                  </a:lnTo>
                  <a:lnTo>
                    <a:pt x="2161094" y="1511819"/>
                  </a:lnTo>
                  <a:lnTo>
                    <a:pt x="2157801" y="1505201"/>
                  </a:lnTo>
                  <a:lnTo>
                    <a:pt x="2158774" y="1498429"/>
                  </a:lnTo>
                  <a:lnTo>
                    <a:pt x="2163228" y="1493154"/>
                  </a:lnTo>
                  <a:lnTo>
                    <a:pt x="2170375" y="1491028"/>
                  </a:lnTo>
                  <a:lnTo>
                    <a:pt x="2177127" y="1491028"/>
                  </a:lnTo>
                  <a:lnTo>
                    <a:pt x="2183019" y="1496615"/>
                  </a:lnTo>
                  <a:lnTo>
                    <a:pt x="2183019" y="1510188"/>
                  </a:lnTo>
                  <a:lnTo>
                    <a:pt x="2176621" y="1515056"/>
                  </a:lnTo>
                  <a:close/>
                </a:path>
                <a:path w="4122420" h="2482215">
                  <a:moveTo>
                    <a:pt x="2327613" y="1515056"/>
                  </a:moveTo>
                  <a:lnTo>
                    <a:pt x="2317826" y="1515056"/>
                  </a:lnTo>
                  <a:lnTo>
                    <a:pt x="2314716" y="1514073"/>
                  </a:lnTo>
                  <a:lnTo>
                    <a:pt x="2312086" y="1511819"/>
                  </a:lnTo>
                  <a:lnTo>
                    <a:pt x="2308782" y="1505201"/>
                  </a:lnTo>
                  <a:lnTo>
                    <a:pt x="2309757" y="1498429"/>
                  </a:lnTo>
                  <a:lnTo>
                    <a:pt x="2314216" y="1493154"/>
                  </a:lnTo>
                  <a:lnTo>
                    <a:pt x="2321367" y="1491028"/>
                  </a:lnTo>
                  <a:lnTo>
                    <a:pt x="2328093" y="1491028"/>
                  </a:lnTo>
                  <a:lnTo>
                    <a:pt x="2334010" y="1496615"/>
                  </a:lnTo>
                  <a:lnTo>
                    <a:pt x="2334010" y="1510188"/>
                  </a:lnTo>
                  <a:lnTo>
                    <a:pt x="2327613" y="1515056"/>
                  </a:lnTo>
                  <a:close/>
                </a:path>
                <a:path w="4122420" h="2482215">
                  <a:moveTo>
                    <a:pt x="426954" y="1515080"/>
                  </a:moveTo>
                  <a:lnTo>
                    <a:pt x="417680" y="1511311"/>
                  </a:lnTo>
                  <a:lnTo>
                    <a:pt x="414588" y="1503018"/>
                  </a:lnTo>
                  <a:lnTo>
                    <a:pt x="417680" y="1494725"/>
                  </a:lnTo>
                  <a:lnTo>
                    <a:pt x="426954" y="1490956"/>
                  </a:lnTo>
                  <a:lnTo>
                    <a:pt x="427459" y="1490956"/>
                  </a:lnTo>
                  <a:lnTo>
                    <a:pt x="428496" y="1491028"/>
                  </a:lnTo>
                  <a:lnTo>
                    <a:pt x="437045" y="1495231"/>
                  </a:lnTo>
                  <a:lnTo>
                    <a:pt x="439895" y="1503030"/>
                  </a:lnTo>
                  <a:lnTo>
                    <a:pt x="437045" y="1510829"/>
                  </a:lnTo>
                  <a:lnTo>
                    <a:pt x="428496" y="1515032"/>
                  </a:lnTo>
                  <a:lnTo>
                    <a:pt x="426954" y="1515080"/>
                  </a:lnTo>
                  <a:close/>
                </a:path>
                <a:path w="4122420" h="2482215">
                  <a:moveTo>
                    <a:pt x="653858" y="1515080"/>
                  </a:moveTo>
                  <a:lnTo>
                    <a:pt x="644584" y="1511311"/>
                  </a:lnTo>
                  <a:lnTo>
                    <a:pt x="641493" y="1503018"/>
                  </a:lnTo>
                  <a:lnTo>
                    <a:pt x="644584" y="1494725"/>
                  </a:lnTo>
                  <a:lnTo>
                    <a:pt x="653858" y="1490956"/>
                  </a:lnTo>
                  <a:lnTo>
                    <a:pt x="654364" y="1490956"/>
                  </a:lnTo>
                  <a:lnTo>
                    <a:pt x="655401" y="1491028"/>
                  </a:lnTo>
                  <a:lnTo>
                    <a:pt x="663950" y="1495231"/>
                  </a:lnTo>
                  <a:lnTo>
                    <a:pt x="666799" y="1503030"/>
                  </a:lnTo>
                  <a:lnTo>
                    <a:pt x="663950" y="1510829"/>
                  </a:lnTo>
                  <a:lnTo>
                    <a:pt x="655401" y="1515032"/>
                  </a:lnTo>
                  <a:lnTo>
                    <a:pt x="653858" y="1515080"/>
                  </a:lnTo>
                  <a:close/>
                </a:path>
                <a:path w="4122420" h="2482215">
                  <a:moveTo>
                    <a:pt x="1411346" y="1515080"/>
                  </a:moveTo>
                  <a:lnTo>
                    <a:pt x="1402057" y="1511311"/>
                  </a:lnTo>
                  <a:lnTo>
                    <a:pt x="1398961" y="1503018"/>
                  </a:lnTo>
                  <a:lnTo>
                    <a:pt x="1402057" y="1494725"/>
                  </a:lnTo>
                  <a:lnTo>
                    <a:pt x="1411346" y="1490956"/>
                  </a:lnTo>
                  <a:lnTo>
                    <a:pt x="1411851" y="1490956"/>
                  </a:lnTo>
                  <a:lnTo>
                    <a:pt x="1412888" y="1491028"/>
                  </a:lnTo>
                  <a:lnTo>
                    <a:pt x="1421423" y="1495231"/>
                  </a:lnTo>
                  <a:lnTo>
                    <a:pt x="1424267" y="1503030"/>
                  </a:lnTo>
                  <a:lnTo>
                    <a:pt x="1421423" y="1510829"/>
                  </a:lnTo>
                  <a:lnTo>
                    <a:pt x="1412888" y="1515032"/>
                  </a:lnTo>
                  <a:lnTo>
                    <a:pt x="1411346" y="1515080"/>
                  </a:lnTo>
                  <a:close/>
                </a:path>
                <a:path w="4122420" h="2482215">
                  <a:moveTo>
                    <a:pt x="2017057" y="1515080"/>
                  </a:moveTo>
                  <a:lnTo>
                    <a:pt x="2008195" y="1511311"/>
                  </a:lnTo>
                  <a:lnTo>
                    <a:pt x="2005241" y="1503018"/>
                  </a:lnTo>
                  <a:lnTo>
                    <a:pt x="2008195" y="1494725"/>
                  </a:lnTo>
                  <a:lnTo>
                    <a:pt x="2017057" y="1490956"/>
                  </a:lnTo>
                  <a:lnTo>
                    <a:pt x="2017537" y="1490956"/>
                  </a:lnTo>
                  <a:lnTo>
                    <a:pt x="2018524" y="1491028"/>
                  </a:lnTo>
                  <a:lnTo>
                    <a:pt x="2027542" y="1495231"/>
                  </a:lnTo>
                  <a:lnTo>
                    <a:pt x="2030548" y="1503030"/>
                  </a:lnTo>
                  <a:lnTo>
                    <a:pt x="2027542" y="1510829"/>
                  </a:lnTo>
                  <a:lnTo>
                    <a:pt x="2018524" y="1515032"/>
                  </a:lnTo>
                  <a:lnTo>
                    <a:pt x="2017057" y="1515080"/>
                  </a:lnTo>
                  <a:close/>
                </a:path>
                <a:path w="4122420" h="2482215">
                  <a:moveTo>
                    <a:pt x="510074" y="1515224"/>
                  </a:moveTo>
                  <a:lnTo>
                    <a:pt x="500313" y="1515224"/>
                  </a:lnTo>
                  <a:lnTo>
                    <a:pt x="497025" y="1514169"/>
                  </a:lnTo>
                  <a:lnTo>
                    <a:pt x="494294" y="1511819"/>
                  </a:lnTo>
                  <a:lnTo>
                    <a:pt x="491001" y="1505201"/>
                  </a:lnTo>
                  <a:lnTo>
                    <a:pt x="491974" y="1498429"/>
                  </a:lnTo>
                  <a:lnTo>
                    <a:pt x="496428" y="1493154"/>
                  </a:lnTo>
                  <a:lnTo>
                    <a:pt x="503575" y="1491028"/>
                  </a:lnTo>
                  <a:lnTo>
                    <a:pt x="511161" y="1491028"/>
                  </a:lnTo>
                  <a:lnTo>
                    <a:pt x="516219" y="1496615"/>
                  </a:lnTo>
                  <a:lnTo>
                    <a:pt x="516219" y="1510595"/>
                  </a:lnTo>
                  <a:lnTo>
                    <a:pt x="510074" y="1515224"/>
                  </a:lnTo>
                  <a:close/>
                </a:path>
                <a:path w="4122420" h="2482215">
                  <a:moveTo>
                    <a:pt x="1191623" y="1515224"/>
                  </a:moveTo>
                  <a:lnTo>
                    <a:pt x="1182240" y="1515224"/>
                  </a:lnTo>
                  <a:lnTo>
                    <a:pt x="1179156" y="1514169"/>
                  </a:lnTo>
                  <a:lnTo>
                    <a:pt x="1176703" y="1511819"/>
                  </a:lnTo>
                  <a:lnTo>
                    <a:pt x="1172929" y="1505201"/>
                  </a:lnTo>
                  <a:lnTo>
                    <a:pt x="1173747" y="1498429"/>
                  </a:lnTo>
                  <a:lnTo>
                    <a:pt x="1178363" y="1493154"/>
                  </a:lnTo>
                  <a:lnTo>
                    <a:pt x="1185983" y="1491028"/>
                  </a:lnTo>
                  <a:lnTo>
                    <a:pt x="1192735" y="1491028"/>
                  </a:lnTo>
                  <a:lnTo>
                    <a:pt x="1198627" y="1496615"/>
                  </a:lnTo>
                  <a:lnTo>
                    <a:pt x="1197792" y="1503018"/>
                  </a:lnTo>
                  <a:lnTo>
                    <a:pt x="1197792" y="1510595"/>
                  </a:lnTo>
                  <a:lnTo>
                    <a:pt x="1191623" y="1515224"/>
                  </a:lnTo>
                  <a:close/>
                </a:path>
                <a:path w="4122420" h="2482215">
                  <a:moveTo>
                    <a:pt x="2403779" y="1515224"/>
                  </a:moveTo>
                  <a:lnTo>
                    <a:pt x="2394397" y="1515224"/>
                  </a:lnTo>
                  <a:lnTo>
                    <a:pt x="2391312" y="1514169"/>
                  </a:lnTo>
                  <a:lnTo>
                    <a:pt x="2388834" y="1511819"/>
                  </a:lnTo>
                  <a:lnTo>
                    <a:pt x="2385058" y="1505201"/>
                  </a:lnTo>
                  <a:lnTo>
                    <a:pt x="2385784" y="1498429"/>
                  </a:lnTo>
                  <a:lnTo>
                    <a:pt x="2390146" y="1493154"/>
                  </a:lnTo>
                  <a:lnTo>
                    <a:pt x="2397280" y="1491028"/>
                  </a:lnTo>
                  <a:lnTo>
                    <a:pt x="2404866" y="1491028"/>
                  </a:lnTo>
                  <a:lnTo>
                    <a:pt x="2409924" y="1496615"/>
                  </a:lnTo>
                  <a:lnTo>
                    <a:pt x="2409924" y="1510595"/>
                  </a:lnTo>
                  <a:lnTo>
                    <a:pt x="2403779" y="1515224"/>
                  </a:lnTo>
                  <a:close/>
                </a:path>
                <a:path w="4122420" h="2482215">
                  <a:moveTo>
                    <a:pt x="1639818" y="1515847"/>
                  </a:moveTo>
                  <a:lnTo>
                    <a:pt x="1630095" y="1512082"/>
                  </a:lnTo>
                  <a:lnTo>
                    <a:pt x="1626722" y="1503797"/>
                  </a:lnTo>
                  <a:lnTo>
                    <a:pt x="1629708" y="1495513"/>
                  </a:lnTo>
                  <a:lnTo>
                    <a:pt x="1639059" y="1491747"/>
                  </a:lnTo>
                  <a:lnTo>
                    <a:pt x="1639565" y="1491747"/>
                  </a:lnTo>
                  <a:lnTo>
                    <a:pt x="1640627" y="1491819"/>
                  </a:lnTo>
                  <a:lnTo>
                    <a:pt x="1649176" y="1495688"/>
                  </a:lnTo>
                  <a:lnTo>
                    <a:pt x="1652026" y="1503525"/>
                  </a:lnTo>
                  <a:lnTo>
                    <a:pt x="1649176" y="1511510"/>
                  </a:lnTo>
                  <a:lnTo>
                    <a:pt x="1640627" y="1515823"/>
                  </a:lnTo>
                  <a:lnTo>
                    <a:pt x="1639818" y="1515847"/>
                  </a:lnTo>
                  <a:close/>
                </a:path>
                <a:path w="4122420" h="2482215">
                  <a:moveTo>
                    <a:pt x="3889293" y="1549203"/>
                  </a:moveTo>
                  <a:lnTo>
                    <a:pt x="3879532" y="1549203"/>
                  </a:lnTo>
                  <a:lnTo>
                    <a:pt x="3876219" y="1548052"/>
                  </a:lnTo>
                  <a:lnTo>
                    <a:pt x="3873438" y="1545414"/>
                  </a:lnTo>
                  <a:lnTo>
                    <a:pt x="3870027" y="1539255"/>
                  </a:lnTo>
                  <a:lnTo>
                    <a:pt x="3870804" y="1532717"/>
                  </a:lnTo>
                  <a:lnTo>
                    <a:pt x="3875219" y="1527528"/>
                  </a:lnTo>
                  <a:lnTo>
                    <a:pt x="3882718" y="1525415"/>
                  </a:lnTo>
                  <a:lnTo>
                    <a:pt x="3889470" y="1525415"/>
                  </a:lnTo>
                  <a:lnTo>
                    <a:pt x="3895362" y="1531027"/>
                  </a:lnTo>
                  <a:lnTo>
                    <a:pt x="3895362" y="1544383"/>
                  </a:lnTo>
                  <a:lnTo>
                    <a:pt x="3889293" y="1549203"/>
                  </a:lnTo>
                  <a:close/>
                </a:path>
                <a:path w="4122420" h="2482215">
                  <a:moveTo>
                    <a:pt x="3737365" y="1549635"/>
                  </a:moveTo>
                  <a:lnTo>
                    <a:pt x="3727984" y="1549635"/>
                  </a:lnTo>
                  <a:lnTo>
                    <a:pt x="3724899" y="1548556"/>
                  </a:lnTo>
                  <a:lnTo>
                    <a:pt x="3722446" y="1546206"/>
                  </a:lnTo>
                  <a:lnTo>
                    <a:pt x="3718659" y="1539922"/>
                  </a:lnTo>
                  <a:lnTo>
                    <a:pt x="3719383" y="1533113"/>
                  </a:lnTo>
                  <a:lnTo>
                    <a:pt x="3723744" y="1527652"/>
                  </a:lnTo>
                  <a:lnTo>
                    <a:pt x="3730866" y="1525415"/>
                  </a:lnTo>
                  <a:lnTo>
                    <a:pt x="3738478" y="1525415"/>
                  </a:lnTo>
                  <a:lnTo>
                    <a:pt x="3743536" y="1531027"/>
                  </a:lnTo>
                  <a:lnTo>
                    <a:pt x="3743536" y="1544983"/>
                  </a:lnTo>
                  <a:lnTo>
                    <a:pt x="3737365" y="1549635"/>
                  </a:lnTo>
                  <a:close/>
                </a:path>
                <a:path w="4122420" h="2482215">
                  <a:moveTo>
                    <a:pt x="3813279" y="1549635"/>
                  </a:moveTo>
                  <a:lnTo>
                    <a:pt x="3803518" y="1549635"/>
                  </a:lnTo>
                  <a:lnTo>
                    <a:pt x="3800255" y="1548556"/>
                  </a:lnTo>
                  <a:lnTo>
                    <a:pt x="3797525" y="1546206"/>
                  </a:lnTo>
                  <a:lnTo>
                    <a:pt x="3794221" y="1539589"/>
                  </a:lnTo>
                  <a:lnTo>
                    <a:pt x="3795195" y="1532816"/>
                  </a:lnTo>
                  <a:lnTo>
                    <a:pt x="3799655" y="1527541"/>
                  </a:lnTo>
                  <a:lnTo>
                    <a:pt x="3806805" y="1525415"/>
                  </a:lnTo>
                  <a:lnTo>
                    <a:pt x="3813531" y="1525415"/>
                  </a:lnTo>
                  <a:lnTo>
                    <a:pt x="3819449" y="1531027"/>
                  </a:lnTo>
                  <a:lnTo>
                    <a:pt x="3819449" y="1544983"/>
                  </a:lnTo>
                  <a:lnTo>
                    <a:pt x="3813279" y="1549635"/>
                  </a:lnTo>
                  <a:close/>
                </a:path>
                <a:path w="4122420" h="2482215">
                  <a:moveTo>
                    <a:pt x="1078688" y="1550019"/>
                  </a:moveTo>
                  <a:lnTo>
                    <a:pt x="1068927" y="1550019"/>
                  </a:lnTo>
                  <a:lnTo>
                    <a:pt x="1065615" y="1548844"/>
                  </a:lnTo>
                  <a:lnTo>
                    <a:pt x="1062833" y="1546206"/>
                  </a:lnTo>
                  <a:lnTo>
                    <a:pt x="1059539" y="1540050"/>
                  </a:lnTo>
                  <a:lnTo>
                    <a:pt x="1060513" y="1533520"/>
                  </a:lnTo>
                  <a:lnTo>
                    <a:pt x="1064967" y="1528340"/>
                  </a:lnTo>
                  <a:lnTo>
                    <a:pt x="1072113" y="1526230"/>
                  </a:lnTo>
                  <a:lnTo>
                    <a:pt x="1072113" y="1527022"/>
                  </a:lnTo>
                  <a:lnTo>
                    <a:pt x="1078865" y="1527022"/>
                  </a:lnTo>
                  <a:lnTo>
                    <a:pt x="1083923" y="1531818"/>
                  </a:lnTo>
                  <a:lnTo>
                    <a:pt x="1084757" y="1538220"/>
                  </a:lnTo>
                  <a:lnTo>
                    <a:pt x="1084757" y="1545199"/>
                  </a:lnTo>
                  <a:lnTo>
                    <a:pt x="1078688" y="1550019"/>
                  </a:lnTo>
                  <a:close/>
                </a:path>
                <a:path w="4122420" h="2482215">
                  <a:moveTo>
                    <a:pt x="322213" y="1550211"/>
                  </a:moveTo>
                  <a:lnTo>
                    <a:pt x="316321" y="1550211"/>
                  </a:lnTo>
                  <a:lnTo>
                    <a:pt x="326436" y="1533424"/>
                  </a:lnTo>
                  <a:lnTo>
                    <a:pt x="327270" y="1535007"/>
                  </a:lnTo>
                  <a:lnTo>
                    <a:pt x="327270" y="1544623"/>
                  </a:lnTo>
                  <a:lnTo>
                    <a:pt x="322213" y="1550211"/>
                  </a:lnTo>
                  <a:close/>
                </a:path>
                <a:path w="4122420" h="2482215">
                  <a:moveTo>
                    <a:pt x="926533" y="1550258"/>
                  </a:moveTo>
                  <a:lnTo>
                    <a:pt x="916747" y="1550258"/>
                  </a:lnTo>
                  <a:lnTo>
                    <a:pt x="913612" y="1549251"/>
                  </a:lnTo>
                  <a:lnTo>
                    <a:pt x="910981" y="1547021"/>
                  </a:lnTo>
                  <a:lnTo>
                    <a:pt x="907571" y="1540394"/>
                  </a:lnTo>
                  <a:lnTo>
                    <a:pt x="908349" y="1533622"/>
                  </a:lnTo>
                  <a:lnTo>
                    <a:pt x="912763" y="1528353"/>
                  </a:lnTo>
                  <a:lnTo>
                    <a:pt x="920262" y="1526230"/>
                  </a:lnTo>
                  <a:lnTo>
                    <a:pt x="920262" y="1527022"/>
                  </a:lnTo>
                  <a:lnTo>
                    <a:pt x="927014" y="1527022"/>
                  </a:lnTo>
                  <a:lnTo>
                    <a:pt x="932071" y="1531818"/>
                  </a:lnTo>
                  <a:lnTo>
                    <a:pt x="932931" y="1538220"/>
                  </a:lnTo>
                  <a:lnTo>
                    <a:pt x="932931" y="1545367"/>
                  </a:lnTo>
                  <a:lnTo>
                    <a:pt x="926533" y="1550258"/>
                  </a:lnTo>
                  <a:close/>
                </a:path>
                <a:path w="4122420" h="2482215">
                  <a:moveTo>
                    <a:pt x="1305264" y="1550258"/>
                  </a:moveTo>
                  <a:lnTo>
                    <a:pt x="1295478" y="1550258"/>
                  </a:lnTo>
                  <a:lnTo>
                    <a:pt x="1292368" y="1549251"/>
                  </a:lnTo>
                  <a:lnTo>
                    <a:pt x="1289738" y="1547021"/>
                  </a:lnTo>
                  <a:lnTo>
                    <a:pt x="1286327" y="1540394"/>
                  </a:lnTo>
                  <a:lnTo>
                    <a:pt x="1287105" y="1533622"/>
                  </a:lnTo>
                  <a:lnTo>
                    <a:pt x="1291519" y="1528353"/>
                  </a:lnTo>
                  <a:lnTo>
                    <a:pt x="1299018" y="1526230"/>
                  </a:lnTo>
                  <a:lnTo>
                    <a:pt x="1299018" y="1527022"/>
                  </a:lnTo>
                  <a:lnTo>
                    <a:pt x="1305770" y="1527022"/>
                  </a:lnTo>
                  <a:lnTo>
                    <a:pt x="1310828" y="1531818"/>
                  </a:lnTo>
                  <a:lnTo>
                    <a:pt x="1311662" y="1538220"/>
                  </a:lnTo>
                  <a:lnTo>
                    <a:pt x="1311662" y="1545367"/>
                  </a:lnTo>
                  <a:lnTo>
                    <a:pt x="1305264" y="1550258"/>
                  </a:lnTo>
                  <a:close/>
                </a:path>
                <a:path w="4122420" h="2482215">
                  <a:moveTo>
                    <a:pt x="850848" y="1550426"/>
                  </a:moveTo>
                  <a:lnTo>
                    <a:pt x="841087" y="1550426"/>
                  </a:lnTo>
                  <a:lnTo>
                    <a:pt x="837825" y="1549347"/>
                  </a:lnTo>
                  <a:lnTo>
                    <a:pt x="835069" y="1547021"/>
                  </a:lnTo>
                  <a:lnTo>
                    <a:pt x="831778" y="1540394"/>
                  </a:lnTo>
                  <a:lnTo>
                    <a:pt x="832758" y="1533622"/>
                  </a:lnTo>
                  <a:lnTo>
                    <a:pt x="837213" y="1528353"/>
                  </a:lnTo>
                  <a:lnTo>
                    <a:pt x="844349" y="1526230"/>
                  </a:lnTo>
                  <a:lnTo>
                    <a:pt x="845209" y="1527022"/>
                  </a:lnTo>
                  <a:lnTo>
                    <a:pt x="851935" y="1527022"/>
                  </a:lnTo>
                  <a:lnTo>
                    <a:pt x="857018" y="1532609"/>
                  </a:lnTo>
                  <a:lnTo>
                    <a:pt x="857018" y="1545774"/>
                  </a:lnTo>
                  <a:lnTo>
                    <a:pt x="850848" y="1550426"/>
                  </a:lnTo>
                  <a:close/>
                </a:path>
                <a:path w="4122420" h="2482215">
                  <a:moveTo>
                    <a:pt x="1002674" y="1550426"/>
                  </a:moveTo>
                  <a:lnTo>
                    <a:pt x="992913" y="1550426"/>
                  </a:lnTo>
                  <a:lnTo>
                    <a:pt x="989651" y="1549347"/>
                  </a:lnTo>
                  <a:lnTo>
                    <a:pt x="986920" y="1547021"/>
                  </a:lnTo>
                  <a:lnTo>
                    <a:pt x="983616" y="1540394"/>
                  </a:lnTo>
                  <a:lnTo>
                    <a:pt x="984590" y="1533622"/>
                  </a:lnTo>
                  <a:lnTo>
                    <a:pt x="989050" y="1528353"/>
                  </a:lnTo>
                  <a:lnTo>
                    <a:pt x="996201" y="1526230"/>
                  </a:lnTo>
                  <a:lnTo>
                    <a:pt x="996201" y="1527022"/>
                  </a:lnTo>
                  <a:lnTo>
                    <a:pt x="1002927" y="1527022"/>
                  </a:lnTo>
                  <a:lnTo>
                    <a:pt x="1008844" y="1531818"/>
                  </a:lnTo>
                  <a:lnTo>
                    <a:pt x="1008844" y="1545774"/>
                  </a:lnTo>
                  <a:lnTo>
                    <a:pt x="1002674" y="1550426"/>
                  </a:lnTo>
                  <a:close/>
                </a:path>
                <a:path w="4122420" h="2482215">
                  <a:moveTo>
                    <a:pt x="1381430" y="1550426"/>
                  </a:moveTo>
                  <a:lnTo>
                    <a:pt x="1371669" y="1550426"/>
                  </a:lnTo>
                  <a:lnTo>
                    <a:pt x="1368382" y="1549347"/>
                  </a:lnTo>
                  <a:lnTo>
                    <a:pt x="1365651" y="1547021"/>
                  </a:lnTo>
                  <a:lnTo>
                    <a:pt x="1362357" y="1540738"/>
                  </a:lnTo>
                  <a:lnTo>
                    <a:pt x="1363331" y="1533928"/>
                  </a:lnTo>
                  <a:lnTo>
                    <a:pt x="1367785" y="1528467"/>
                  </a:lnTo>
                  <a:lnTo>
                    <a:pt x="1374931" y="1526230"/>
                  </a:lnTo>
                  <a:lnTo>
                    <a:pt x="1374931" y="1527022"/>
                  </a:lnTo>
                  <a:lnTo>
                    <a:pt x="1381683" y="1527022"/>
                  </a:lnTo>
                  <a:lnTo>
                    <a:pt x="1387575" y="1531818"/>
                  </a:lnTo>
                  <a:lnTo>
                    <a:pt x="1387575" y="1545774"/>
                  </a:lnTo>
                  <a:lnTo>
                    <a:pt x="1381430" y="1550426"/>
                  </a:lnTo>
                  <a:close/>
                </a:path>
                <a:path w="4122420" h="2482215">
                  <a:moveTo>
                    <a:pt x="1760161" y="1550426"/>
                  </a:moveTo>
                  <a:lnTo>
                    <a:pt x="1750400" y="1550426"/>
                  </a:lnTo>
                  <a:lnTo>
                    <a:pt x="1747138" y="1549347"/>
                  </a:lnTo>
                  <a:lnTo>
                    <a:pt x="1744382" y="1547021"/>
                  </a:lnTo>
                  <a:lnTo>
                    <a:pt x="1741092" y="1540738"/>
                  </a:lnTo>
                  <a:lnTo>
                    <a:pt x="1742071" y="1533928"/>
                  </a:lnTo>
                  <a:lnTo>
                    <a:pt x="1746526" y="1528467"/>
                  </a:lnTo>
                  <a:lnTo>
                    <a:pt x="1753662" y="1526230"/>
                  </a:lnTo>
                  <a:lnTo>
                    <a:pt x="1753662" y="1527022"/>
                  </a:lnTo>
                  <a:lnTo>
                    <a:pt x="1760414" y="1527022"/>
                  </a:lnTo>
                  <a:lnTo>
                    <a:pt x="1766331" y="1531818"/>
                  </a:lnTo>
                  <a:lnTo>
                    <a:pt x="1766331" y="1545774"/>
                  </a:lnTo>
                  <a:lnTo>
                    <a:pt x="1760161" y="1550426"/>
                  </a:lnTo>
                  <a:close/>
                </a:path>
                <a:path w="4122420" h="2482215">
                  <a:moveTo>
                    <a:pt x="1836074" y="1550426"/>
                  </a:moveTo>
                  <a:lnTo>
                    <a:pt x="1826313" y="1550426"/>
                  </a:lnTo>
                  <a:lnTo>
                    <a:pt x="1823051" y="1549347"/>
                  </a:lnTo>
                  <a:lnTo>
                    <a:pt x="1820295" y="1547021"/>
                  </a:lnTo>
                  <a:lnTo>
                    <a:pt x="1816884" y="1540394"/>
                  </a:lnTo>
                  <a:lnTo>
                    <a:pt x="1817662" y="1533622"/>
                  </a:lnTo>
                  <a:lnTo>
                    <a:pt x="1822076" y="1528353"/>
                  </a:lnTo>
                  <a:lnTo>
                    <a:pt x="1829575" y="1526230"/>
                  </a:lnTo>
                  <a:lnTo>
                    <a:pt x="1829575" y="1527022"/>
                  </a:lnTo>
                  <a:lnTo>
                    <a:pt x="1836327" y="1527022"/>
                  </a:lnTo>
                  <a:lnTo>
                    <a:pt x="1841385" y="1531818"/>
                  </a:lnTo>
                  <a:lnTo>
                    <a:pt x="1842244" y="1538220"/>
                  </a:lnTo>
                  <a:lnTo>
                    <a:pt x="1842244" y="1545774"/>
                  </a:lnTo>
                  <a:lnTo>
                    <a:pt x="1836074" y="1550426"/>
                  </a:lnTo>
                  <a:close/>
                </a:path>
                <a:path w="4122420" h="2482215">
                  <a:moveTo>
                    <a:pt x="2138892" y="1550426"/>
                  </a:moveTo>
                  <a:lnTo>
                    <a:pt x="2129131" y="1550426"/>
                  </a:lnTo>
                  <a:lnTo>
                    <a:pt x="2125869" y="1549347"/>
                  </a:lnTo>
                  <a:lnTo>
                    <a:pt x="2123138" y="1547021"/>
                  </a:lnTo>
                  <a:lnTo>
                    <a:pt x="2119834" y="1540738"/>
                  </a:lnTo>
                  <a:lnTo>
                    <a:pt x="2120808" y="1533928"/>
                  </a:lnTo>
                  <a:lnTo>
                    <a:pt x="2125268" y="1528467"/>
                  </a:lnTo>
                  <a:lnTo>
                    <a:pt x="2132419" y="1526230"/>
                  </a:lnTo>
                  <a:lnTo>
                    <a:pt x="2132419" y="1527022"/>
                  </a:lnTo>
                  <a:lnTo>
                    <a:pt x="2139145" y="1527022"/>
                  </a:lnTo>
                  <a:lnTo>
                    <a:pt x="2145062" y="1531818"/>
                  </a:lnTo>
                  <a:lnTo>
                    <a:pt x="2145062" y="1545774"/>
                  </a:lnTo>
                  <a:lnTo>
                    <a:pt x="2138892" y="1550426"/>
                  </a:lnTo>
                  <a:close/>
                </a:path>
                <a:path w="4122420" h="2482215">
                  <a:moveTo>
                    <a:pt x="2214830" y="1550426"/>
                  </a:moveTo>
                  <a:lnTo>
                    <a:pt x="2205044" y="1550426"/>
                  </a:lnTo>
                  <a:lnTo>
                    <a:pt x="2201782" y="1549347"/>
                  </a:lnTo>
                  <a:lnTo>
                    <a:pt x="2199051" y="1547021"/>
                  </a:lnTo>
                  <a:lnTo>
                    <a:pt x="2195640" y="1540394"/>
                  </a:lnTo>
                  <a:lnTo>
                    <a:pt x="2196418" y="1533622"/>
                  </a:lnTo>
                  <a:lnTo>
                    <a:pt x="2200833" y="1528353"/>
                  </a:lnTo>
                  <a:lnTo>
                    <a:pt x="2208331" y="1526230"/>
                  </a:lnTo>
                  <a:lnTo>
                    <a:pt x="2208331" y="1527022"/>
                  </a:lnTo>
                  <a:lnTo>
                    <a:pt x="2215083" y="1527022"/>
                  </a:lnTo>
                  <a:lnTo>
                    <a:pt x="2220141" y="1531818"/>
                  </a:lnTo>
                  <a:lnTo>
                    <a:pt x="2220975" y="1538220"/>
                  </a:lnTo>
                  <a:lnTo>
                    <a:pt x="2220975" y="1545774"/>
                  </a:lnTo>
                  <a:lnTo>
                    <a:pt x="2214830" y="1550426"/>
                  </a:lnTo>
                  <a:close/>
                </a:path>
                <a:path w="4122420" h="2482215">
                  <a:moveTo>
                    <a:pt x="2290744" y="1550426"/>
                  </a:moveTo>
                  <a:lnTo>
                    <a:pt x="2281362" y="1550426"/>
                  </a:lnTo>
                  <a:lnTo>
                    <a:pt x="2278277" y="1549347"/>
                  </a:lnTo>
                  <a:lnTo>
                    <a:pt x="2275799" y="1547021"/>
                  </a:lnTo>
                  <a:lnTo>
                    <a:pt x="2272023" y="1540738"/>
                  </a:lnTo>
                  <a:lnTo>
                    <a:pt x="2272748" y="1533928"/>
                  </a:lnTo>
                  <a:lnTo>
                    <a:pt x="2277111" y="1528467"/>
                  </a:lnTo>
                  <a:lnTo>
                    <a:pt x="2284245" y="1526230"/>
                  </a:lnTo>
                  <a:lnTo>
                    <a:pt x="2284245" y="1527022"/>
                  </a:lnTo>
                  <a:lnTo>
                    <a:pt x="2290996" y="1527022"/>
                  </a:lnTo>
                  <a:lnTo>
                    <a:pt x="2296888" y="1531818"/>
                  </a:lnTo>
                  <a:lnTo>
                    <a:pt x="2296888" y="1545774"/>
                  </a:lnTo>
                  <a:lnTo>
                    <a:pt x="2290744" y="1550426"/>
                  </a:lnTo>
                  <a:close/>
                </a:path>
                <a:path w="4122420" h="2482215">
                  <a:moveTo>
                    <a:pt x="775491" y="1550450"/>
                  </a:moveTo>
                  <a:lnTo>
                    <a:pt x="766388" y="1550450"/>
                  </a:lnTo>
                  <a:lnTo>
                    <a:pt x="763353" y="1549395"/>
                  </a:lnTo>
                  <a:lnTo>
                    <a:pt x="760850" y="1547021"/>
                  </a:lnTo>
                  <a:lnTo>
                    <a:pt x="756929" y="1540849"/>
                  </a:lnTo>
                  <a:lnTo>
                    <a:pt x="757360" y="1534225"/>
                  </a:lnTo>
                  <a:lnTo>
                    <a:pt x="761433" y="1528801"/>
                  </a:lnTo>
                  <a:lnTo>
                    <a:pt x="768436" y="1526230"/>
                  </a:lnTo>
                  <a:lnTo>
                    <a:pt x="769271" y="1527022"/>
                  </a:lnTo>
                  <a:lnTo>
                    <a:pt x="776022" y="1527022"/>
                  </a:lnTo>
                  <a:lnTo>
                    <a:pt x="781940" y="1531818"/>
                  </a:lnTo>
                  <a:lnTo>
                    <a:pt x="781940" y="1539012"/>
                  </a:lnTo>
                  <a:lnTo>
                    <a:pt x="781358" y="1545990"/>
                  </a:lnTo>
                  <a:lnTo>
                    <a:pt x="775491" y="1550450"/>
                  </a:lnTo>
                  <a:close/>
                </a:path>
                <a:path w="4122420" h="2482215">
                  <a:moveTo>
                    <a:pt x="396735" y="1550810"/>
                  </a:moveTo>
                  <a:lnTo>
                    <a:pt x="386999" y="1550810"/>
                  </a:lnTo>
                  <a:lnTo>
                    <a:pt x="383763" y="1549659"/>
                  </a:lnTo>
                  <a:lnTo>
                    <a:pt x="381259" y="1547021"/>
                  </a:lnTo>
                  <a:lnTo>
                    <a:pt x="377848" y="1540861"/>
                  </a:lnTo>
                  <a:lnTo>
                    <a:pt x="378626" y="1534324"/>
                  </a:lnTo>
                  <a:lnTo>
                    <a:pt x="383041" y="1529135"/>
                  </a:lnTo>
                  <a:lnTo>
                    <a:pt x="390540" y="1527022"/>
                  </a:lnTo>
                  <a:lnTo>
                    <a:pt x="397291" y="1527022"/>
                  </a:lnTo>
                  <a:lnTo>
                    <a:pt x="403183" y="1532609"/>
                  </a:lnTo>
                  <a:lnTo>
                    <a:pt x="403183" y="1545990"/>
                  </a:lnTo>
                  <a:lnTo>
                    <a:pt x="396735" y="1550810"/>
                  </a:lnTo>
                  <a:close/>
                </a:path>
                <a:path w="4122420" h="2482215">
                  <a:moveTo>
                    <a:pt x="1456661" y="1550810"/>
                  </a:moveTo>
                  <a:lnTo>
                    <a:pt x="1447203" y="1550810"/>
                  </a:lnTo>
                  <a:lnTo>
                    <a:pt x="1444067" y="1549659"/>
                  </a:lnTo>
                  <a:lnTo>
                    <a:pt x="1441564" y="1547021"/>
                  </a:lnTo>
                  <a:lnTo>
                    <a:pt x="1437801" y="1540861"/>
                  </a:lnTo>
                  <a:lnTo>
                    <a:pt x="1438618" y="1534324"/>
                  </a:lnTo>
                  <a:lnTo>
                    <a:pt x="1443228" y="1529135"/>
                  </a:lnTo>
                  <a:lnTo>
                    <a:pt x="1450844" y="1527022"/>
                  </a:lnTo>
                  <a:lnTo>
                    <a:pt x="1457596" y="1527022"/>
                  </a:lnTo>
                  <a:lnTo>
                    <a:pt x="1463488" y="1532609"/>
                  </a:lnTo>
                  <a:lnTo>
                    <a:pt x="1463488" y="1539012"/>
                  </a:lnTo>
                  <a:lnTo>
                    <a:pt x="1462932" y="1545990"/>
                  </a:lnTo>
                  <a:lnTo>
                    <a:pt x="1456661" y="1550810"/>
                  </a:lnTo>
                  <a:close/>
                </a:path>
                <a:path w="4122420" h="2482215">
                  <a:moveTo>
                    <a:pt x="1532953" y="1550810"/>
                  </a:moveTo>
                  <a:lnTo>
                    <a:pt x="1523217" y="1550810"/>
                  </a:lnTo>
                  <a:lnTo>
                    <a:pt x="1519980" y="1549659"/>
                  </a:lnTo>
                  <a:lnTo>
                    <a:pt x="1517477" y="1547021"/>
                  </a:lnTo>
                  <a:lnTo>
                    <a:pt x="1514066" y="1540861"/>
                  </a:lnTo>
                  <a:lnTo>
                    <a:pt x="1514844" y="1534324"/>
                  </a:lnTo>
                  <a:lnTo>
                    <a:pt x="1519259" y="1529135"/>
                  </a:lnTo>
                  <a:lnTo>
                    <a:pt x="1526758" y="1527022"/>
                  </a:lnTo>
                  <a:lnTo>
                    <a:pt x="1533509" y="1527022"/>
                  </a:lnTo>
                  <a:lnTo>
                    <a:pt x="1539426" y="1531818"/>
                  </a:lnTo>
                  <a:lnTo>
                    <a:pt x="1539426" y="1545990"/>
                  </a:lnTo>
                  <a:lnTo>
                    <a:pt x="1532953" y="1550810"/>
                  </a:lnTo>
                  <a:close/>
                </a:path>
                <a:path w="4122420" h="2482215">
                  <a:moveTo>
                    <a:pt x="1608512" y="1550810"/>
                  </a:moveTo>
                  <a:lnTo>
                    <a:pt x="1599029" y="1550810"/>
                  </a:lnTo>
                  <a:lnTo>
                    <a:pt x="1595894" y="1549659"/>
                  </a:lnTo>
                  <a:lnTo>
                    <a:pt x="1593390" y="1547021"/>
                  </a:lnTo>
                  <a:lnTo>
                    <a:pt x="1589627" y="1540861"/>
                  </a:lnTo>
                  <a:lnTo>
                    <a:pt x="1590444" y="1534324"/>
                  </a:lnTo>
                  <a:lnTo>
                    <a:pt x="1595054" y="1529135"/>
                  </a:lnTo>
                  <a:lnTo>
                    <a:pt x="1602671" y="1527022"/>
                  </a:lnTo>
                  <a:lnTo>
                    <a:pt x="1609423" y="1527022"/>
                  </a:lnTo>
                  <a:lnTo>
                    <a:pt x="1615340" y="1532609"/>
                  </a:lnTo>
                  <a:lnTo>
                    <a:pt x="1615340" y="1539012"/>
                  </a:lnTo>
                  <a:lnTo>
                    <a:pt x="1614758" y="1545990"/>
                  </a:lnTo>
                  <a:lnTo>
                    <a:pt x="1608512" y="1550810"/>
                  </a:lnTo>
                  <a:close/>
                </a:path>
                <a:path w="4122420" h="2482215">
                  <a:moveTo>
                    <a:pt x="1684805" y="1550810"/>
                  </a:moveTo>
                  <a:lnTo>
                    <a:pt x="1675044" y="1550810"/>
                  </a:lnTo>
                  <a:lnTo>
                    <a:pt x="1671806" y="1549659"/>
                  </a:lnTo>
                  <a:lnTo>
                    <a:pt x="1669328" y="1547021"/>
                  </a:lnTo>
                  <a:lnTo>
                    <a:pt x="1665551" y="1540861"/>
                  </a:lnTo>
                  <a:lnTo>
                    <a:pt x="1666360" y="1534324"/>
                  </a:lnTo>
                  <a:lnTo>
                    <a:pt x="1670968" y="1529135"/>
                  </a:lnTo>
                  <a:lnTo>
                    <a:pt x="1678584" y="1527022"/>
                  </a:lnTo>
                  <a:lnTo>
                    <a:pt x="1685335" y="1527022"/>
                  </a:lnTo>
                  <a:lnTo>
                    <a:pt x="1691253" y="1532609"/>
                  </a:lnTo>
                  <a:lnTo>
                    <a:pt x="1691253" y="1545990"/>
                  </a:lnTo>
                  <a:lnTo>
                    <a:pt x="1684805" y="1550810"/>
                  </a:lnTo>
                  <a:close/>
                </a:path>
                <a:path w="4122420" h="2482215">
                  <a:moveTo>
                    <a:pt x="1987167" y="1550810"/>
                  </a:moveTo>
                  <a:lnTo>
                    <a:pt x="1977785" y="1550810"/>
                  </a:lnTo>
                  <a:lnTo>
                    <a:pt x="1974650" y="1549659"/>
                  </a:lnTo>
                  <a:lnTo>
                    <a:pt x="1972146" y="1547021"/>
                  </a:lnTo>
                  <a:lnTo>
                    <a:pt x="1968359" y="1540861"/>
                  </a:lnTo>
                  <a:lnTo>
                    <a:pt x="1969083" y="1534324"/>
                  </a:lnTo>
                  <a:lnTo>
                    <a:pt x="1973444" y="1529135"/>
                  </a:lnTo>
                  <a:lnTo>
                    <a:pt x="1980567" y="1527022"/>
                  </a:lnTo>
                  <a:lnTo>
                    <a:pt x="1988179" y="1527022"/>
                  </a:lnTo>
                  <a:lnTo>
                    <a:pt x="1993236" y="1532609"/>
                  </a:lnTo>
                  <a:lnTo>
                    <a:pt x="1993236" y="1545990"/>
                  </a:lnTo>
                  <a:lnTo>
                    <a:pt x="1987167" y="1550810"/>
                  </a:lnTo>
                  <a:close/>
                </a:path>
                <a:path w="4122420" h="2482215">
                  <a:moveTo>
                    <a:pt x="2063080" y="1550810"/>
                  </a:moveTo>
                  <a:lnTo>
                    <a:pt x="2053319" y="1550810"/>
                  </a:lnTo>
                  <a:lnTo>
                    <a:pt x="2049981" y="1549659"/>
                  </a:lnTo>
                  <a:lnTo>
                    <a:pt x="2047225" y="1547021"/>
                  </a:lnTo>
                  <a:lnTo>
                    <a:pt x="2043920" y="1540861"/>
                  </a:lnTo>
                  <a:lnTo>
                    <a:pt x="2044892" y="1534324"/>
                  </a:lnTo>
                  <a:lnTo>
                    <a:pt x="2049344" y="1529135"/>
                  </a:lnTo>
                  <a:lnTo>
                    <a:pt x="2056480" y="1527022"/>
                  </a:lnTo>
                  <a:lnTo>
                    <a:pt x="2063232" y="1527022"/>
                  </a:lnTo>
                  <a:lnTo>
                    <a:pt x="2069149" y="1532609"/>
                  </a:lnTo>
                  <a:lnTo>
                    <a:pt x="2069149" y="1545990"/>
                  </a:lnTo>
                  <a:lnTo>
                    <a:pt x="2063080" y="1550810"/>
                  </a:lnTo>
                  <a:close/>
                </a:path>
                <a:path w="4122420" h="2482215">
                  <a:moveTo>
                    <a:pt x="547777" y="1551050"/>
                  </a:moveTo>
                  <a:lnTo>
                    <a:pt x="537991" y="1551050"/>
                  </a:lnTo>
                  <a:lnTo>
                    <a:pt x="534881" y="1550067"/>
                  </a:lnTo>
                  <a:lnTo>
                    <a:pt x="532251" y="1547812"/>
                  </a:lnTo>
                  <a:lnTo>
                    <a:pt x="528840" y="1541195"/>
                  </a:lnTo>
                  <a:lnTo>
                    <a:pt x="529618" y="1534423"/>
                  </a:lnTo>
                  <a:lnTo>
                    <a:pt x="534032" y="1529148"/>
                  </a:lnTo>
                  <a:lnTo>
                    <a:pt x="541531" y="1527022"/>
                  </a:lnTo>
                  <a:lnTo>
                    <a:pt x="548283" y="1527022"/>
                  </a:lnTo>
                  <a:lnTo>
                    <a:pt x="554175" y="1532609"/>
                  </a:lnTo>
                  <a:lnTo>
                    <a:pt x="554175" y="1546182"/>
                  </a:lnTo>
                  <a:lnTo>
                    <a:pt x="547777" y="1551050"/>
                  </a:lnTo>
                  <a:close/>
                </a:path>
                <a:path w="4122420" h="2482215">
                  <a:moveTo>
                    <a:pt x="699629" y="1551050"/>
                  </a:moveTo>
                  <a:lnTo>
                    <a:pt x="689842" y="1551050"/>
                  </a:lnTo>
                  <a:lnTo>
                    <a:pt x="686707" y="1550067"/>
                  </a:lnTo>
                  <a:lnTo>
                    <a:pt x="684077" y="1547812"/>
                  </a:lnTo>
                  <a:lnTo>
                    <a:pt x="680787" y="1541195"/>
                  </a:lnTo>
                  <a:lnTo>
                    <a:pt x="681766" y="1534423"/>
                  </a:lnTo>
                  <a:lnTo>
                    <a:pt x="686221" y="1529148"/>
                  </a:lnTo>
                  <a:lnTo>
                    <a:pt x="693357" y="1527022"/>
                  </a:lnTo>
                  <a:lnTo>
                    <a:pt x="700109" y="1527022"/>
                  </a:lnTo>
                  <a:lnTo>
                    <a:pt x="706026" y="1532609"/>
                  </a:lnTo>
                  <a:lnTo>
                    <a:pt x="706026" y="1546182"/>
                  </a:lnTo>
                  <a:lnTo>
                    <a:pt x="699629" y="1551050"/>
                  </a:lnTo>
                  <a:close/>
                </a:path>
                <a:path w="4122420" h="2482215">
                  <a:moveTo>
                    <a:pt x="1911355" y="1551050"/>
                  </a:moveTo>
                  <a:lnTo>
                    <a:pt x="1901619" y="1551050"/>
                  </a:lnTo>
                  <a:lnTo>
                    <a:pt x="1898585" y="1550067"/>
                  </a:lnTo>
                  <a:lnTo>
                    <a:pt x="1896233" y="1547812"/>
                  </a:lnTo>
                  <a:lnTo>
                    <a:pt x="1892812" y="1541195"/>
                  </a:lnTo>
                  <a:lnTo>
                    <a:pt x="1893591" y="1534423"/>
                  </a:lnTo>
                  <a:lnTo>
                    <a:pt x="1898011" y="1529148"/>
                  </a:lnTo>
                  <a:lnTo>
                    <a:pt x="1905514" y="1527022"/>
                  </a:lnTo>
                  <a:lnTo>
                    <a:pt x="1912240" y="1527022"/>
                  </a:lnTo>
                  <a:lnTo>
                    <a:pt x="1918158" y="1532609"/>
                  </a:lnTo>
                  <a:lnTo>
                    <a:pt x="1918158" y="1546182"/>
                  </a:lnTo>
                  <a:lnTo>
                    <a:pt x="1911355" y="1551050"/>
                  </a:lnTo>
                  <a:close/>
                </a:path>
                <a:path w="4122420" h="2482215">
                  <a:moveTo>
                    <a:pt x="2365569" y="1551050"/>
                  </a:moveTo>
                  <a:lnTo>
                    <a:pt x="2356188" y="1551050"/>
                  </a:lnTo>
                  <a:lnTo>
                    <a:pt x="2353254" y="1550067"/>
                  </a:lnTo>
                  <a:lnTo>
                    <a:pt x="2350877" y="1547812"/>
                  </a:lnTo>
                  <a:lnTo>
                    <a:pt x="2347101" y="1541195"/>
                  </a:lnTo>
                  <a:lnTo>
                    <a:pt x="2347827" y="1534423"/>
                  </a:lnTo>
                  <a:lnTo>
                    <a:pt x="2352189" y="1529148"/>
                  </a:lnTo>
                  <a:lnTo>
                    <a:pt x="2359323" y="1527022"/>
                  </a:lnTo>
                  <a:lnTo>
                    <a:pt x="2366910" y="1527022"/>
                  </a:lnTo>
                  <a:lnTo>
                    <a:pt x="2372801" y="1532609"/>
                  </a:lnTo>
                  <a:lnTo>
                    <a:pt x="2371967" y="1539012"/>
                  </a:lnTo>
                  <a:lnTo>
                    <a:pt x="2371967" y="1546182"/>
                  </a:lnTo>
                  <a:lnTo>
                    <a:pt x="2365569" y="1551050"/>
                  </a:lnTo>
                  <a:close/>
                </a:path>
                <a:path w="4122420" h="2482215">
                  <a:moveTo>
                    <a:pt x="2441483" y="1551050"/>
                  </a:moveTo>
                  <a:lnTo>
                    <a:pt x="2431696" y="1551050"/>
                  </a:lnTo>
                  <a:lnTo>
                    <a:pt x="2428586" y="1550067"/>
                  </a:lnTo>
                  <a:lnTo>
                    <a:pt x="2425956" y="1547812"/>
                  </a:lnTo>
                  <a:lnTo>
                    <a:pt x="2422662" y="1541195"/>
                  </a:lnTo>
                  <a:lnTo>
                    <a:pt x="2423636" y="1534423"/>
                  </a:lnTo>
                  <a:lnTo>
                    <a:pt x="2428089" y="1529148"/>
                  </a:lnTo>
                  <a:lnTo>
                    <a:pt x="2435236" y="1527022"/>
                  </a:lnTo>
                  <a:lnTo>
                    <a:pt x="2436930" y="1527022"/>
                  </a:lnTo>
                  <a:lnTo>
                    <a:pt x="2437765" y="1527813"/>
                  </a:lnTo>
                  <a:lnTo>
                    <a:pt x="2438600" y="1527813"/>
                  </a:lnTo>
                  <a:lnTo>
                    <a:pt x="2447880" y="1537429"/>
                  </a:lnTo>
                  <a:lnTo>
                    <a:pt x="2447880" y="1546182"/>
                  </a:lnTo>
                  <a:lnTo>
                    <a:pt x="2441483" y="1551050"/>
                  </a:lnTo>
                  <a:close/>
                </a:path>
                <a:path w="4122420" h="2482215">
                  <a:moveTo>
                    <a:pt x="472117" y="1551218"/>
                  </a:moveTo>
                  <a:lnTo>
                    <a:pt x="462356" y="1551218"/>
                  </a:lnTo>
                  <a:lnTo>
                    <a:pt x="459069" y="1550162"/>
                  </a:lnTo>
                  <a:lnTo>
                    <a:pt x="456338" y="1547812"/>
                  </a:lnTo>
                  <a:lnTo>
                    <a:pt x="453044" y="1541195"/>
                  </a:lnTo>
                  <a:lnTo>
                    <a:pt x="454018" y="1534423"/>
                  </a:lnTo>
                  <a:lnTo>
                    <a:pt x="458471" y="1529148"/>
                  </a:lnTo>
                  <a:lnTo>
                    <a:pt x="465618" y="1527022"/>
                  </a:lnTo>
                  <a:lnTo>
                    <a:pt x="472370" y="1527022"/>
                  </a:lnTo>
                  <a:lnTo>
                    <a:pt x="478262" y="1532609"/>
                  </a:lnTo>
                  <a:lnTo>
                    <a:pt x="478262" y="1546589"/>
                  </a:lnTo>
                  <a:lnTo>
                    <a:pt x="472117" y="1551218"/>
                  </a:lnTo>
                  <a:close/>
                </a:path>
                <a:path w="4122420" h="2482215">
                  <a:moveTo>
                    <a:pt x="623943" y="1551218"/>
                  </a:moveTo>
                  <a:lnTo>
                    <a:pt x="614182" y="1551218"/>
                  </a:lnTo>
                  <a:lnTo>
                    <a:pt x="610920" y="1550162"/>
                  </a:lnTo>
                  <a:lnTo>
                    <a:pt x="608164" y="1547812"/>
                  </a:lnTo>
                  <a:lnTo>
                    <a:pt x="604874" y="1541195"/>
                  </a:lnTo>
                  <a:lnTo>
                    <a:pt x="605853" y="1534423"/>
                  </a:lnTo>
                  <a:lnTo>
                    <a:pt x="610308" y="1529148"/>
                  </a:lnTo>
                  <a:lnTo>
                    <a:pt x="617444" y="1527022"/>
                  </a:lnTo>
                  <a:lnTo>
                    <a:pt x="624196" y="1527022"/>
                  </a:lnTo>
                  <a:lnTo>
                    <a:pt x="630113" y="1532609"/>
                  </a:lnTo>
                  <a:lnTo>
                    <a:pt x="630113" y="1546589"/>
                  </a:lnTo>
                  <a:lnTo>
                    <a:pt x="623943" y="1551218"/>
                  </a:lnTo>
                  <a:close/>
                </a:path>
                <a:path w="4122420" h="2482215">
                  <a:moveTo>
                    <a:pt x="1154121" y="1551218"/>
                  </a:moveTo>
                  <a:lnTo>
                    <a:pt x="1144385" y="1551218"/>
                  </a:lnTo>
                  <a:lnTo>
                    <a:pt x="1141199" y="1550162"/>
                  </a:lnTo>
                  <a:lnTo>
                    <a:pt x="1138746" y="1547812"/>
                  </a:lnTo>
                  <a:lnTo>
                    <a:pt x="1135335" y="1541195"/>
                  </a:lnTo>
                  <a:lnTo>
                    <a:pt x="1136113" y="1534423"/>
                  </a:lnTo>
                  <a:lnTo>
                    <a:pt x="1140528" y="1529148"/>
                  </a:lnTo>
                  <a:lnTo>
                    <a:pt x="1148027" y="1527022"/>
                  </a:lnTo>
                  <a:lnTo>
                    <a:pt x="1154778" y="1527022"/>
                  </a:lnTo>
                  <a:lnTo>
                    <a:pt x="1160671" y="1532609"/>
                  </a:lnTo>
                  <a:lnTo>
                    <a:pt x="1160671" y="1546589"/>
                  </a:lnTo>
                  <a:lnTo>
                    <a:pt x="1154121" y="1551218"/>
                  </a:lnTo>
                  <a:close/>
                </a:path>
                <a:path w="4122420" h="2482215">
                  <a:moveTo>
                    <a:pt x="1229579" y="1551218"/>
                  </a:moveTo>
                  <a:lnTo>
                    <a:pt x="1220223" y="1551218"/>
                  </a:lnTo>
                  <a:lnTo>
                    <a:pt x="1217112" y="1550162"/>
                  </a:lnTo>
                  <a:lnTo>
                    <a:pt x="1214659" y="1547812"/>
                  </a:lnTo>
                  <a:lnTo>
                    <a:pt x="1210885" y="1541195"/>
                  </a:lnTo>
                  <a:lnTo>
                    <a:pt x="1211704" y="1534423"/>
                  </a:lnTo>
                  <a:lnTo>
                    <a:pt x="1216320" y="1529148"/>
                  </a:lnTo>
                  <a:lnTo>
                    <a:pt x="1223940" y="1527022"/>
                  </a:lnTo>
                  <a:lnTo>
                    <a:pt x="1230692" y="1527022"/>
                  </a:lnTo>
                  <a:lnTo>
                    <a:pt x="1236583" y="1532609"/>
                  </a:lnTo>
                  <a:lnTo>
                    <a:pt x="1235749" y="1539012"/>
                  </a:lnTo>
                  <a:lnTo>
                    <a:pt x="1235749" y="1546589"/>
                  </a:lnTo>
                  <a:lnTo>
                    <a:pt x="1229579" y="1551218"/>
                  </a:lnTo>
                  <a:close/>
                </a:path>
                <a:path w="4122420" h="2482215">
                  <a:moveTo>
                    <a:pt x="1646367" y="1587212"/>
                  </a:moveTo>
                  <a:lnTo>
                    <a:pt x="1636910" y="1587212"/>
                  </a:lnTo>
                  <a:lnTo>
                    <a:pt x="1633825" y="1586156"/>
                  </a:lnTo>
                  <a:lnTo>
                    <a:pt x="1631347" y="1583806"/>
                  </a:lnTo>
                  <a:lnTo>
                    <a:pt x="1627602" y="1577273"/>
                  </a:lnTo>
                  <a:lnTo>
                    <a:pt x="1628338" y="1570570"/>
                  </a:lnTo>
                  <a:lnTo>
                    <a:pt x="1632791" y="1565287"/>
                  </a:lnTo>
                  <a:lnTo>
                    <a:pt x="1640197" y="1563016"/>
                  </a:lnTo>
                  <a:lnTo>
                    <a:pt x="1647606" y="1563232"/>
                  </a:lnTo>
                  <a:lnTo>
                    <a:pt x="1653296" y="1568723"/>
                  </a:lnTo>
                  <a:lnTo>
                    <a:pt x="1653296" y="1575006"/>
                  </a:lnTo>
                  <a:lnTo>
                    <a:pt x="1652715" y="1582583"/>
                  </a:lnTo>
                  <a:lnTo>
                    <a:pt x="1646367" y="1587212"/>
                  </a:lnTo>
                  <a:close/>
                </a:path>
                <a:path w="4122420" h="2482215">
                  <a:moveTo>
                    <a:pt x="3851337" y="1585197"/>
                  </a:moveTo>
                  <a:lnTo>
                    <a:pt x="3841576" y="1585197"/>
                  </a:lnTo>
                  <a:lnTo>
                    <a:pt x="3838263" y="1584046"/>
                  </a:lnTo>
                  <a:lnTo>
                    <a:pt x="3835481" y="1581408"/>
                  </a:lnTo>
                  <a:lnTo>
                    <a:pt x="3832059" y="1575249"/>
                  </a:lnTo>
                  <a:lnTo>
                    <a:pt x="3832839" y="1568711"/>
                  </a:lnTo>
                  <a:lnTo>
                    <a:pt x="3837259" y="1563522"/>
                  </a:lnTo>
                  <a:lnTo>
                    <a:pt x="3844762" y="1561409"/>
                  </a:lnTo>
                  <a:lnTo>
                    <a:pt x="3851488" y="1561409"/>
                  </a:lnTo>
                  <a:lnTo>
                    <a:pt x="3857405" y="1567020"/>
                  </a:lnTo>
                  <a:lnTo>
                    <a:pt x="3857405" y="1580401"/>
                  </a:lnTo>
                  <a:lnTo>
                    <a:pt x="3851337" y="1585197"/>
                  </a:lnTo>
                  <a:close/>
                </a:path>
                <a:path w="4122420" h="2482215">
                  <a:moveTo>
                    <a:pt x="3918146" y="1585413"/>
                  </a:moveTo>
                  <a:lnTo>
                    <a:pt x="3910086" y="1580334"/>
                  </a:lnTo>
                  <a:lnTo>
                    <a:pt x="3907987" y="1572221"/>
                  </a:lnTo>
                  <a:lnTo>
                    <a:pt x="3911396" y="1564698"/>
                  </a:lnTo>
                  <a:lnTo>
                    <a:pt x="3919865" y="1561385"/>
                  </a:lnTo>
                  <a:lnTo>
                    <a:pt x="3920675" y="1561409"/>
                  </a:lnTo>
                  <a:lnTo>
                    <a:pt x="3918146" y="1585413"/>
                  </a:lnTo>
                  <a:close/>
                </a:path>
                <a:path w="4122420" h="2482215">
                  <a:moveTo>
                    <a:pt x="3770391" y="1585485"/>
                  </a:moveTo>
                  <a:lnTo>
                    <a:pt x="3769885" y="1585485"/>
                  </a:lnTo>
                  <a:lnTo>
                    <a:pt x="3768823" y="1585413"/>
                  </a:lnTo>
                  <a:lnTo>
                    <a:pt x="3760289" y="1581555"/>
                  </a:lnTo>
                  <a:lnTo>
                    <a:pt x="3757444" y="1573717"/>
                  </a:lnTo>
                  <a:lnTo>
                    <a:pt x="3760289" y="1565726"/>
                  </a:lnTo>
                  <a:lnTo>
                    <a:pt x="3768823" y="1561409"/>
                  </a:lnTo>
                  <a:lnTo>
                    <a:pt x="3769355" y="1561361"/>
                  </a:lnTo>
                  <a:lnTo>
                    <a:pt x="3770391" y="1561337"/>
                  </a:lnTo>
                  <a:lnTo>
                    <a:pt x="3779665" y="1565110"/>
                  </a:lnTo>
                  <a:lnTo>
                    <a:pt x="3782757" y="1573411"/>
                  </a:lnTo>
                  <a:lnTo>
                    <a:pt x="3779665" y="1581712"/>
                  </a:lnTo>
                  <a:lnTo>
                    <a:pt x="3770391" y="1585485"/>
                  </a:lnTo>
                  <a:close/>
                </a:path>
                <a:path w="4122420" h="2482215">
                  <a:moveTo>
                    <a:pt x="737054" y="1586013"/>
                  </a:moveTo>
                  <a:lnTo>
                    <a:pt x="727293" y="1586013"/>
                  </a:lnTo>
                  <a:lnTo>
                    <a:pt x="723981" y="1584838"/>
                  </a:lnTo>
                  <a:lnTo>
                    <a:pt x="721199" y="1582224"/>
                  </a:lnTo>
                  <a:lnTo>
                    <a:pt x="717788" y="1576054"/>
                  </a:lnTo>
                  <a:lnTo>
                    <a:pt x="718566" y="1569517"/>
                  </a:lnTo>
                  <a:lnTo>
                    <a:pt x="722981" y="1564334"/>
                  </a:lnTo>
                  <a:lnTo>
                    <a:pt x="730480" y="1562224"/>
                  </a:lnTo>
                  <a:lnTo>
                    <a:pt x="731314" y="1563016"/>
                  </a:lnTo>
                  <a:lnTo>
                    <a:pt x="737231" y="1563016"/>
                  </a:lnTo>
                  <a:lnTo>
                    <a:pt x="742289" y="1567812"/>
                  </a:lnTo>
                  <a:lnTo>
                    <a:pt x="743123" y="1574214"/>
                  </a:lnTo>
                  <a:lnTo>
                    <a:pt x="743123" y="1581193"/>
                  </a:lnTo>
                  <a:lnTo>
                    <a:pt x="737054" y="1586013"/>
                  </a:lnTo>
                  <a:close/>
                </a:path>
                <a:path w="4122420" h="2482215">
                  <a:moveTo>
                    <a:pt x="812234" y="1586013"/>
                  </a:moveTo>
                  <a:lnTo>
                    <a:pt x="802751" y="1586013"/>
                  </a:lnTo>
                  <a:lnTo>
                    <a:pt x="799615" y="1584838"/>
                  </a:lnTo>
                  <a:lnTo>
                    <a:pt x="797112" y="1582224"/>
                  </a:lnTo>
                  <a:lnTo>
                    <a:pt x="793349" y="1576054"/>
                  </a:lnTo>
                  <a:lnTo>
                    <a:pt x="794166" y="1569517"/>
                  </a:lnTo>
                  <a:lnTo>
                    <a:pt x="798776" y="1564334"/>
                  </a:lnTo>
                  <a:lnTo>
                    <a:pt x="806392" y="1562224"/>
                  </a:lnTo>
                  <a:lnTo>
                    <a:pt x="807252" y="1563016"/>
                  </a:lnTo>
                  <a:lnTo>
                    <a:pt x="813144" y="1563016"/>
                  </a:lnTo>
                  <a:lnTo>
                    <a:pt x="818202" y="1567812"/>
                  </a:lnTo>
                  <a:lnTo>
                    <a:pt x="819062" y="1574214"/>
                  </a:lnTo>
                  <a:lnTo>
                    <a:pt x="818480" y="1581193"/>
                  </a:lnTo>
                  <a:lnTo>
                    <a:pt x="812234" y="1586013"/>
                  </a:lnTo>
                  <a:close/>
                </a:path>
                <a:path w="4122420" h="2482215">
                  <a:moveTo>
                    <a:pt x="1267637" y="1586013"/>
                  </a:moveTo>
                  <a:lnTo>
                    <a:pt x="1257876" y="1586013"/>
                  </a:lnTo>
                  <a:lnTo>
                    <a:pt x="1254563" y="1584838"/>
                  </a:lnTo>
                  <a:lnTo>
                    <a:pt x="1251781" y="1582224"/>
                  </a:lnTo>
                  <a:lnTo>
                    <a:pt x="1248370" y="1576054"/>
                  </a:lnTo>
                  <a:lnTo>
                    <a:pt x="1249148" y="1569517"/>
                  </a:lnTo>
                  <a:lnTo>
                    <a:pt x="1253563" y="1564334"/>
                  </a:lnTo>
                  <a:lnTo>
                    <a:pt x="1261062" y="1562224"/>
                  </a:lnTo>
                  <a:lnTo>
                    <a:pt x="1261062" y="1563016"/>
                  </a:lnTo>
                  <a:lnTo>
                    <a:pt x="1267813" y="1563016"/>
                  </a:lnTo>
                  <a:lnTo>
                    <a:pt x="1272871" y="1567812"/>
                  </a:lnTo>
                  <a:lnTo>
                    <a:pt x="1273706" y="1574214"/>
                  </a:lnTo>
                  <a:lnTo>
                    <a:pt x="1273706" y="1581193"/>
                  </a:lnTo>
                  <a:lnTo>
                    <a:pt x="1267637" y="1586013"/>
                  </a:lnTo>
                  <a:close/>
                </a:path>
                <a:path w="4122420" h="2482215">
                  <a:moveTo>
                    <a:pt x="2252863" y="1586013"/>
                  </a:moveTo>
                  <a:lnTo>
                    <a:pt x="2243102" y="1586013"/>
                  </a:lnTo>
                  <a:lnTo>
                    <a:pt x="2239789" y="1584838"/>
                  </a:lnTo>
                  <a:lnTo>
                    <a:pt x="2237008" y="1582224"/>
                  </a:lnTo>
                  <a:lnTo>
                    <a:pt x="2233714" y="1576054"/>
                  </a:lnTo>
                  <a:lnTo>
                    <a:pt x="2234688" y="1569517"/>
                  </a:lnTo>
                  <a:lnTo>
                    <a:pt x="2239141" y="1564334"/>
                  </a:lnTo>
                  <a:lnTo>
                    <a:pt x="2246288" y="1562224"/>
                  </a:lnTo>
                  <a:lnTo>
                    <a:pt x="2246288" y="1563016"/>
                  </a:lnTo>
                  <a:lnTo>
                    <a:pt x="2253040" y="1563016"/>
                  </a:lnTo>
                  <a:lnTo>
                    <a:pt x="2258932" y="1567812"/>
                  </a:lnTo>
                  <a:lnTo>
                    <a:pt x="2258932" y="1581193"/>
                  </a:lnTo>
                  <a:lnTo>
                    <a:pt x="2252863" y="1586013"/>
                  </a:lnTo>
                  <a:close/>
                </a:path>
                <a:path w="4122420" h="2482215">
                  <a:moveTo>
                    <a:pt x="888805" y="1586420"/>
                  </a:moveTo>
                  <a:lnTo>
                    <a:pt x="879044" y="1586420"/>
                  </a:lnTo>
                  <a:lnTo>
                    <a:pt x="875781" y="1585341"/>
                  </a:lnTo>
                  <a:lnTo>
                    <a:pt x="873025" y="1583015"/>
                  </a:lnTo>
                  <a:lnTo>
                    <a:pt x="869735" y="1576388"/>
                  </a:lnTo>
                  <a:lnTo>
                    <a:pt x="870715" y="1569616"/>
                  </a:lnTo>
                  <a:lnTo>
                    <a:pt x="875170" y="1564347"/>
                  </a:lnTo>
                  <a:lnTo>
                    <a:pt x="882306" y="1562224"/>
                  </a:lnTo>
                  <a:lnTo>
                    <a:pt x="882306" y="1563016"/>
                  </a:lnTo>
                  <a:lnTo>
                    <a:pt x="889057" y="1563016"/>
                  </a:lnTo>
                  <a:lnTo>
                    <a:pt x="894975" y="1567812"/>
                  </a:lnTo>
                  <a:lnTo>
                    <a:pt x="894975" y="1581768"/>
                  </a:lnTo>
                  <a:lnTo>
                    <a:pt x="888805" y="1586420"/>
                  </a:lnTo>
                  <a:close/>
                </a:path>
                <a:path w="4122420" h="2482215">
                  <a:moveTo>
                    <a:pt x="964717" y="1586420"/>
                  </a:moveTo>
                  <a:lnTo>
                    <a:pt x="955336" y="1586420"/>
                  </a:lnTo>
                  <a:lnTo>
                    <a:pt x="952251" y="1585341"/>
                  </a:lnTo>
                  <a:lnTo>
                    <a:pt x="949798" y="1583015"/>
                  </a:lnTo>
                  <a:lnTo>
                    <a:pt x="946011" y="1576388"/>
                  </a:lnTo>
                  <a:lnTo>
                    <a:pt x="946735" y="1569616"/>
                  </a:lnTo>
                  <a:lnTo>
                    <a:pt x="951096" y="1564347"/>
                  </a:lnTo>
                  <a:lnTo>
                    <a:pt x="958219" y="1562224"/>
                  </a:lnTo>
                  <a:lnTo>
                    <a:pt x="958219" y="1563016"/>
                  </a:lnTo>
                  <a:lnTo>
                    <a:pt x="964971" y="1563016"/>
                  </a:lnTo>
                  <a:lnTo>
                    <a:pt x="970888" y="1567812"/>
                  </a:lnTo>
                  <a:lnTo>
                    <a:pt x="970888" y="1581768"/>
                  </a:lnTo>
                  <a:lnTo>
                    <a:pt x="964717" y="1586420"/>
                  </a:lnTo>
                  <a:close/>
                </a:path>
                <a:path w="4122420" h="2482215">
                  <a:moveTo>
                    <a:pt x="1040631" y="1586420"/>
                  </a:moveTo>
                  <a:lnTo>
                    <a:pt x="1030870" y="1586420"/>
                  </a:lnTo>
                  <a:lnTo>
                    <a:pt x="1027608" y="1585341"/>
                  </a:lnTo>
                  <a:lnTo>
                    <a:pt x="1024876" y="1583015"/>
                  </a:lnTo>
                  <a:lnTo>
                    <a:pt x="1021572" y="1576388"/>
                  </a:lnTo>
                  <a:lnTo>
                    <a:pt x="1022547" y="1569616"/>
                  </a:lnTo>
                  <a:lnTo>
                    <a:pt x="1027007" y="1564347"/>
                  </a:lnTo>
                  <a:lnTo>
                    <a:pt x="1034157" y="1562224"/>
                  </a:lnTo>
                  <a:lnTo>
                    <a:pt x="1034157" y="1563016"/>
                  </a:lnTo>
                  <a:lnTo>
                    <a:pt x="1040883" y="1563016"/>
                  </a:lnTo>
                  <a:lnTo>
                    <a:pt x="1046801" y="1567812"/>
                  </a:lnTo>
                  <a:lnTo>
                    <a:pt x="1046801" y="1581768"/>
                  </a:lnTo>
                  <a:lnTo>
                    <a:pt x="1040631" y="1586420"/>
                  </a:lnTo>
                  <a:close/>
                </a:path>
                <a:path w="4122420" h="2482215">
                  <a:moveTo>
                    <a:pt x="1343474" y="1586420"/>
                  </a:moveTo>
                  <a:lnTo>
                    <a:pt x="1334092" y="1586420"/>
                  </a:lnTo>
                  <a:lnTo>
                    <a:pt x="1331007" y="1585341"/>
                  </a:lnTo>
                  <a:lnTo>
                    <a:pt x="1328529" y="1583015"/>
                  </a:lnTo>
                  <a:lnTo>
                    <a:pt x="1324753" y="1576388"/>
                  </a:lnTo>
                  <a:lnTo>
                    <a:pt x="1325479" y="1569616"/>
                  </a:lnTo>
                  <a:lnTo>
                    <a:pt x="1329841" y="1564347"/>
                  </a:lnTo>
                  <a:lnTo>
                    <a:pt x="1336975" y="1562224"/>
                  </a:lnTo>
                  <a:lnTo>
                    <a:pt x="1336975" y="1563016"/>
                  </a:lnTo>
                  <a:lnTo>
                    <a:pt x="1343727" y="1563016"/>
                  </a:lnTo>
                  <a:lnTo>
                    <a:pt x="1349619" y="1567812"/>
                  </a:lnTo>
                  <a:lnTo>
                    <a:pt x="1349619" y="1581768"/>
                  </a:lnTo>
                  <a:lnTo>
                    <a:pt x="1343474" y="1586420"/>
                  </a:lnTo>
                  <a:close/>
                </a:path>
                <a:path w="4122420" h="2482215">
                  <a:moveTo>
                    <a:pt x="1722205" y="1586420"/>
                  </a:moveTo>
                  <a:lnTo>
                    <a:pt x="1712823" y="1586420"/>
                  </a:lnTo>
                  <a:lnTo>
                    <a:pt x="1709738" y="1585341"/>
                  </a:lnTo>
                  <a:lnTo>
                    <a:pt x="1707285" y="1583015"/>
                  </a:lnTo>
                  <a:lnTo>
                    <a:pt x="1703498" y="1576388"/>
                  </a:lnTo>
                  <a:lnTo>
                    <a:pt x="1704222" y="1569616"/>
                  </a:lnTo>
                  <a:lnTo>
                    <a:pt x="1708583" y="1564347"/>
                  </a:lnTo>
                  <a:lnTo>
                    <a:pt x="1715706" y="1562224"/>
                  </a:lnTo>
                  <a:lnTo>
                    <a:pt x="1715706" y="1563016"/>
                  </a:lnTo>
                  <a:lnTo>
                    <a:pt x="1722458" y="1563016"/>
                  </a:lnTo>
                  <a:lnTo>
                    <a:pt x="1728375" y="1567812"/>
                  </a:lnTo>
                  <a:lnTo>
                    <a:pt x="1728375" y="1581768"/>
                  </a:lnTo>
                  <a:lnTo>
                    <a:pt x="1722205" y="1586420"/>
                  </a:lnTo>
                  <a:close/>
                </a:path>
                <a:path w="4122420" h="2482215">
                  <a:moveTo>
                    <a:pt x="1798118" y="1586420"/>
                  </a:moveTo>
                  <a:lnTo>
                    <a:pt x="1788357" y="1586420"/>
                  </a:lnTo>
                  <a:lnTo>
                    <a:pt x="1785095" y="1585341"/>
                  </a:lnTo>
                  <a:lnTo>
                    <a:pt x="1782338" y="1583015"/>
                  </a:lnTo>
                  <a:lnTo>
                    <a:pt x="1779048" y="1576388"/>
                  </a:lnTo>
                  <a:lnTo>
                    <a:pt x="1780028" y="1569616"/>
                  </a:lnTo>
                  <a:lnTo>
                    <a:pt x="1784483" y="1564347"/>
                  </a:lnTo>
                  <a:lnTo>
                    <a:pt x="1791619" y="1562224"/>
                  </a:lnTo>
                  <a:lnTo>
                    <a:pt x="1791619" y="1563016"/>
                  </a:lnTo>
                  <a:lnTo>
                    <a:pt x="1798371" y="1563016"/>
                  </a:lnTo>
                  <a:lnTo>
                    <a:pt x="1804288" y="1567812"/>
                  </a:lnTo>
                  <a:lnTo>
                    <a:pt x="1804288" y="1581768"/>
                  </a:lnTo>
                  <a:lnTo>
                    <a:pt x="1798118" y="1586420"/>
                  </a:lnTo>
                  <a:close/>
                </a:path>
                <a:path w="4122420" h="2482215">
                  <a:moveTo>
                    <a:pt x="1570378" y="1586780"/>
                  </a:moveTo>
                  <a:lnTo>
                    <a:pt x="1560997" y="1586780"/>
                  </a:lnTo>
                  <a:lnTo>
                    <a:pt x="1557912" y="1585605"/>
                  </a:lnTo>
                  <a:lnTo>
                    <a:pt x="1555433" y="1583015"/>
                  </a:lnTo>
                  <a:lnTo>
                    <a:pt x="1551670" y="1576732"/>
                  </a:lnTo>
                  <a:lnTo>
                    <a:pt x="1552488" y="1569922"/>
                  </a:lnTo>
                  <a:lnTo>
                    <a:pt x="1557098" y="1564461"/>
                  </a:lnTo>
                  <a:lnTo>
                    <a:pt x="1564714" y="1562224"/>
                  </a:lnTo>
                  <a:lnTo>
                    <a:pt x="1564714" y="1563016"/>
                  </a:lnTo>
                  <a:lnTo>
                    <a:pt x="1571466" y="1563016"/>
                  </a:lnTo>
                  <a:lnTo>
                    <a:pt x="1576523" y="1567812"/>
                  </a:lnTo>
                  <a:lnTo>
                    <a:pt x="1576523" y="1581768"/>
                  </a:lnTo>
                  <a:lnTo>
                    <a:pt x="1570378" y="1586780"/>
                  </a:lnTo>
                  <a:close/>
                </a:path>
                <a:path w="4122420" h="2482215">
                  <a:moveTo>
                    <a:pt x="1874056" y="1586780"/>
                  </a:moveTo>
                  <a:lnTo>
                    <a:pt x="1864295" y="1586780"/>
                  </a:lnTo>
                  <a:lnTo>
                    <a:pt x="1861008" y="1585605"/>
                  </a:lnTo>
                  <a:lnTo>
                    <a:pt x="1858277" y="1583015"/>
                  </a:lnTo>
                  <a:lnTo>
                    <a:pt x="1854851" y="1576855"/>
                  </a:lnTo>
                  <a:lnTo>
                    <a:pt x="1855622" y="1570318"/>
                  </a:lnTo>
                  <a:lnTo>
                    <a:pt x="1860033" y="1565129"/>
                  </a:lnTo>
                  <a:lnTo>
                    <a:pt x="1867532" y="1563016"/>
                  </a:lnTo>
                  <a:lnTo>
                    <a:pt x="1874284" y="1563016"/>
                  </a:lnTo>
                  <a:lnTo>
                    <a:pt x="1880201" y="1567812"/>
                  </a:lnTo>
                  <a:lnTo>
                    <a:pt x="1880201" y="1581768"/>
                  </a:lnTo>
                  <a:lnTo>
                    <a:pt x="1874056" y="1586780"/>
                  </a:lnTo>
                  <a:close/>
                </a:path>
                <a:path w="4122420" h="2482215">
                  <a:moveTo>
                    <a:pt x="359158" y="1586804"/>
                  </a:moveTo>
                  <a:lnTo>
                    <a:pt x="349397" y="1586804"/>
                  </a:lnTo>
                  <a:lnTo>
                    <a:pt x="346084" y="1585653"/>
                  </a:lnTo>
                  <a:lnTo>
                    <a:pt x="343303" y="1583015"/>
                  </a:lnTo>
                  <a:lnTo>
                    <a:pt x="339892" y="1576855"/>
                  </a:lnTo>
                  <a:lnTo>
                    <a:pt x="340669" y="1570318"/>
                  </a:lnTo>
                  <a:lnTo>
                    <a:pt x="345084" y="1565129"/>
                  </a:lnTo>
                  <a:lnTo>
                    <a:pt x="352583" y="1563016"/>
                  </a:lnTo>
                  <a:lnTo>
                    <a:pt x="359335" y="1563016"/>
                  </a:lnTo>
                  <a:lnTo>
                    <a:pt x="365227" y="1567812"/>
                  </a:lnTo>
                  <a:lnTo>
                    <a:pt x="365227" y="1581984"/>
                  </a:lnTo>
                  <a:lnTo>
                    <a:pt x="359158" y="1586804"/>
                  </a:lnTo>
                  <a:close/>
                </a:path>
                <a:path w="4122420" h="2482215">
                  <a:moveTo>
                    <a:pt x="434338" y="1586804"/>
                  </a:moveTo>
                  <a:lnTo>
                    <a:pt x="424855" y="1586804"/>
                  </a:lnTo>
                  <a:lnTo>
                    <a:pt x="421719" y="1585653"/>
                  </a:lnTo>
                  <a:lnTo>
                    <a:pt x="419215" y="1583015"/>
                  </a:lnTo>
                  <a:lnTo>
                    <a:pt x="415452" y="1576855"/>
                  </a:lnTo>
                  <a:lnTo>
                    <a:pt x="416270" y="1570318"/>
                  </a:lnTo>
                  <a:lnTo>
                    <a:pt x="420880" y="1565129"/>
                  </a:lnTo>
                  <a:lnTo>
                    <a:pt x="428496" y="1563016"/>
                  </a:lnTo>
                  <a:lnTo>
                    <a:pt x="435248" y="1563016"/>
                  </a:lnTo>
                  <a:lnTo>
                    <a:pt x="441165" y="1568603"/>
                  </a:lnTo>
                  <a:lnTo>
                    <a:pt x="441165" y="1575006"/>
                  </a:lnTo>
                  <a:lnTo>
                    <a:pt x="440583" y="1581984"/>
                  </a:lnTo>
                  <a:lnTo>
                    <a:pt x="434338" y="1586804"/>
                  </a:lnTo>
                  <a:close/>
                </a:path>
                <a:path w="4122420" h="2482215">
                  <a:moveTo>
                    <a:pt x="586063" y="1586804"/>
                  </a:moveTo>
                  <a:lnTo>
                    <a:pt x="576681" y="1586804"/>
                  </a:lnTo>
                  <a:lnTo>
                    <a:pt x="573545" y="1585653"/>
                  </a:lnTo>
                  <a:lnTo>
                    <a:pt x="571067" y="1583015"/>
                  </a:lnTo>
                  <a:lnTo>
                    <a:pt x="567276" y="1576855"/>
                  </a:lnTo>
                  <a:lnTo>
                    <a:pt x="567995" y="1570318"/>
                  </a:lnTo>
                  <a:lnTo>
                    <a:pt x="572354" y="1565129"/>
                  </a:lnTo>
                  <a:lnTo>
                    <a:pt x="579488" y="1563016"/>
                  </a:lnTo>
                  <a:lnTo>
                    <a:pt x="586240" y="1563016"/>
                  </a:lnTo>
                  <a:lnTo>
                    <a:pt x="592131" y="1567812"/>
                  </a:lnTo>
                  <a:lnTo>
                    <a:pt x="592131" y="1581984"/>
                  </a:lnTo>
                  <a:lnTo>
                    <a:pt x="586063" y="1586804"/>
                  </a:lnTo>
                  <a:close/>
                </a:path>
                <a:path w="4122420" h="2482215">
                  <a:moveTo>
                    <a:pt x="1116645" y="1586804"/>
                  </a:moveTo>
                  <a:lnTo>
                    <a:pt x="1106884" y="1586804"/>
                  </a:lnTo>
                  <a:lnTo>
                    <a:pt x="1103571" y="1585653"/>
                  </a:lnTo>
                  <a:lnTo>
                    <a:pt x="1100790" y="1583015"/>
                  </a:lnTo>
                  <a:lnTo>
                    <a:pt x="1097379" y="1576855"/>
                  </a:lnTo>
                  <a:lnTo>
                    <a:pt x="1098157" y="1570318"/>
                  </a:lnTo>
                  <a:lnTo>
                    <a:pt x="1102571" y="1565129"/>
                  </a:lnTo>
                  <a:lnTo>
                    <a:pt x="1110070" y="1563016"/>
                  </a:lnTo>
                  <a:lnTo>
                    <a:pt x="1116822" y="1563016"/>
                  </a:lnTo>
                  <a:lnTo>
                    <a:pt x="1122714" y="1567812"/>
                  </a:lnTo>
                  <a:lnTo>
                    <a:pt x="1122714" y="1581984"/>
                  </a:lnTo>
                  <a:lnTo>
                    <a:pt x="1116645" y="1586804"/>
                  </a:lnTo>
                  <a:close/>
                </a:path>
                <a:path w="4122420" h="2482215">
                  <a:moveTo>
                    <a:pt x="1418628" y="1586804"/>
                  </a:moveTo>
                  <a:lnTo>
                    <a:pt x="1409247" y="1586804"/>
                  </a:lnTo>
                  <a:lnTo>
                    <a:pt x="1406111" y="1585653"/>
                  </a:lnTo>
                  <a:lnTo>
                    <a:pt x="1403607" y="1583015"/>
                  </a:lnTo>
                  <a:lnTo>
                    <a:pt x="1399834" y="1576855"/>
                  </a:lnTo>
                  <a:lnTo>
                    <a:pt x="1400652" y="1570318"/>
                  </a:lnTo>
                  <a:lnTo>
                    <a:pt x="1405268" y="1565129"/>
                  </a:lnTo>
                  <a:lnTo>
                    <a:pt x="1412888" y="1563016"/>
                  </a:lnTo>
                  <a:lnTo>
                    <a:pt x="1419640" y="1563016"/>
                  </a:lnTo>
                  <a:lnTo>
                    <a:pt x="1424697" y="1568603"/>
                  </a:lnTo>
                  <a:lnTo>
                    <a:pt x="1424697" y="1581984"/>
                  </a:lnTo>
                  <a:lnTo>
                    <a:pt x="1418628" y="1586804"/>
                  </a:lnTo>
                  <a:close/>
                </a:path>
                <a:path w="4122420" h="2482215">
                  <a:moveTo>
                    <a:pt x="1494996" y="1586804"/>
                  </a:moveTo>
                  <a:lnTo>
                    <a:pt x="1485261" y="1586804"/>
                  </a:lnTo>
                  <a:lnTo>
                    <a:pt x="1482024" y="1585653"/>
                  </a:lnTo>
                  <a:lnTo>
                    <a:pt x="1479521" y="1583015"/>
                  </a:lnTo>
                  <a:lnTo>
                    <a:pt x="1475758" y="1576855"/>
                  </a:lnTo>
                  <a:lnTo>
                    <a:pt x="1476575" y="1570318"/>
                  </a:lnTo>
                  <a:lnTo>
                    <a:pt x="1481185" y="1565129"/>
                  </a:lnTo>
                  <a:lnTo>
                    <a:pt x="1488801" y="1563016"/>
                  </a:lnTo>
                  <a:lnTo>
                    <a:pt x="1495553" y="1563016"/>
                  </a:lnTo>
                  <a:lnTo>
                    <a:pt x="1500610" y="1567812"/>
                  </a:lnTo>
                  <a:lnTo>
                    <a:pt x="1501445" y="1575006"/>
                  </a:lnTo>
                  <a:lnTo>
                    <a:pt x="1501445" y="1581984"/>
                  </a:lnTo>
                  <a:lnTo>
                    <a:pt x="1494996" y="1586804"/>
                  </a:lnTo>
                  <a:close/>
                </a:path>
                <a:path w="4122420" h="2482215">
                  <a:moveTo>
                    <a:pt x="2025124" y="1586804"/>
                  </a:moveTo>
                  <a:lnTo>
                    <a:pt x="2015742" y="1586804"/>
                  </a:lnTo>
                  <a:lnTo>
                    <a:pt x="2012606" y="1585653"/>
                  </a:lnTo>
                  <a:lnTo>
                    <a:pt x="2010103" y="1583015"/>
                  </a:lnTo>
                  <a:lnTo>
                    <a:pt x="2006316" y="1576855"/>
                  </a:lnTo>
                  <a:lnTo>
                    <a:pt x="2007040" y="1570318"/>
                  </a:lnTo>
                  <a:lnTo>
                    <a:pt x="2011401" y="1565129"/>
                  </a:lnTo>
                  <a:lnTo>
                    <a:pt x="2018524" y="1563016"/>
                  </a:lnTo>
                  <a:lnTo>
                    <a:pt x="2026135" y="1563016"/>
                  </a:lnTo>
                  <a:lnTo>
                    <a:pt x="2031192" y="1568603"/>
                  </a:lnTo>
                  <a:lnTo>
                    <a:pt x="2031192" y="1581984"/>
                  </a:lnTo>
                  <a:lnTo>
                    <a:pt x="2025124" y="1586804"/>
                  </a:lnTo>
                  <a:close/>
                </a:path>
                <a:path w="4122420" h="2482215">
                  <a:moveTo>
                    <a:pt x="2101037" y="1586804"/>
                  </a:moveTo>
                  <a:lnTo>
                    <a:pt x="2091655" y="1586804"/>
                  </a:lnTo>
                  <a:lnTo>
                    <a:pt x="2088519" y="1585653"/>
                  </a:lnTo>
                  <a:lnTo>
                    <a:pt x="2086016" y="1583015"/>
                  </a:lnTo>
                  <a:lnTo>
                    <a:pt x="2082229" y="1576855"/>
                  </a:lnTo>
                  <a:lnTo>
                    <a:pt x="2082956" y="1570318"/>
                  </a:lnTo>
                  <a:lnTo>
                    <a:pt x="2087325" y="1565129"/>
                  </a:lnTo>
                  <a:lnTo>
                    <a:pt x="2094462" y="1563016"/>
                  </a:lnTo>
                  <a:lnTo>
                    <a:pt x="2101188" y="1563016"/>
                  </a:lnTo>
                  <a:lnTo>
                    <a:pt x="2107106" y="1567812"/>
                  </a:lnTo>
                  <a:lnTo>
                    <a:pt x="2107106" y="1581984"/>
                  </a:lnTo>
                  <a:lnTo>
                    <a:pt x="2101037" y="1586804"/>
                  </a:lnTo>
                  <a:close/>
                </a:path>
                <a:path w="4122420" h="2482215">
                  <a:moveTo>
                    <a:pt x="2176950" y="1586804"/>
                  </a:moveTo>
                  <a:lnTo>
                    <a:pt x="2167189" y="1586804"/>
                  </a:lnTo>
                  <a:lnTo>
                    <a:pt x="2163876" y="1585653"/>
                  </a:lnTo>
                  <a:lnTo>
                    <a:pt x="2161094" y="1583015"/>
                  </a:lnTo>
                  <a:lnTo>
                    <a:pt x="2157801" y="1576855"/>
                  </a:lnTo>
                  <a:lnTo>
                    <a:pt x="2158774" y="1570318"/>
                  </a:lnTo>
                  <a:lnTo>
                    <a:pt x="2163228" y="1565129"/>
                  </a:lnTo>
                  <a:lnTo>
                    <a:pt x="2170375" y="1563016"/>
                  </a:lnTo>
                  <a:lnTo>
                    <a:pt x="2177127" y="1563016"/>
                  </a:lnTo>
                  <a:lnTo>
                    <a:pt x="2183019" y="1567812"/>
                  </a:lnTo>
                  <a:lnTo>
                    <a:pt x="2183019" y="1581984"/>
                  </a:lnTo>
                  <a:lnTo>
                    <a:pt x="2176950" y="1586804"/>
                  </a:lnTo>
                  <a:close/>
                </a:path>
                <a:path w="4122420" h="2482215">
                  <a:moveTo>
                    <a:pt x="2479085" y="1587020"/>
                  </a:moveTo>
                  <a:lnTo>
                    <a:pt x="2465607" y="1587020"/>
                  </a:lnTo>
                  <a:lnTo>
                    <a:pt x="2459689" y="1581408"/>
                  </a:lnTo>
                  <a:lnTo>
                    <a:pt x="2459689" y="1568603"/>
                  </a:lnTo>
                  <a:lnTo>
                    <a:pt x="2464747" y="1563016"/>
                  </a:lnTo>
                  <a:lnTo>
                    <a:pt x="2471498" y="1563016"/>
                  </a:lnTo>
                  <a:lnTo>
                    <a:pt x="2472358" y="1563807"/>
                  </a:lnTo>
                  <a:lnTo>
                    <a:pt x="2483308" y="1575006"/>
                  </a:lnTo>
                  <a:lnTo>
                    <a:pt x="2485002" y="1576612"/>
                  </a:lnTo>
                  <a:lnTo>
                    <a:pt x="2484168" y="1582224"/>
                  </a:lnTo>
                  <a:lnTo>
                    <a:pt x="2479085" y="1587020"/>
                  </a:lnTo>
                  <a:close/>
                </a:path>
                <a:path w="4122420" h="2482215">
                  <a:moveTo>
                    <a:pt x="509821" y="1587068"/>
                  </a:moveTo>
                  <a:lnTo>
                    <a:pt x="500035" y="1587068"/>
                  </a:lnTo>
                  <a:lnTo>
                    <a:pt x="496924" y="1586061"/>
                  </a:lnTo>
                  <a:lnTo>
                    <a:pt x="494294" y="1583806"/>
                  </a:lnTo>
                  <a:lnTo>
                    <a:pt x="491001" y="1577189"/>
                  </a:lnTo>
                  <a:lnTo>
                    <a:pt x="491974" y="1570417"/>
                  </a:lnTo>
                  <a:lnTo>
                    <a:pt x="496428" y="1565142"/>
                  </a:lnTo>
                  <a:lnTo>
                    <a:pt x="503575" y="1563016"/>
                  </a:lnTo>
                  <a:lnTo>
                    <a:pt x="511161" y="1563016"/>
                  </a:lnTo>
                  <a:lnTo>
                    <a:pt x="516219" y="1568603"/>
                  </a:lnTo>
                  <a:lnTo>
                    <a:pt x="516219" y="1582176"/>
                  </a:lnTo>
                  <a:lnTo>
                    <a:pt x="509821" y="1587068"/>
                  </a:lnTo>
                  <a:close/>
                </a:path>
                <a:path w="4122420" h="2482215">
                  <a:moveTo>
                    <a:pt x="661672" y="1587068"/>
                  </a:moveTo>
                  <a:lnTo>
                    <a:pt x="651886" y="1587068"/>
                  </a:lnTo>
                  <a:lnTo>
                    <a:pt x="648750" y="1586061"/>
                  </a:lnTo>
                  <a:lnTo>
                    <a:pt x="646121" y="1583806"/>
                  </a:lnTo>
                  <a:lnTo>
                    <a:pt x="642830" y="1577189"/>
                  </a:lnTo>
                  <a:lnTo>
                    <a:pt x="643810" y="1570417"/>
                  </a:lnTo>
                  <a:lnTo>
                    <a:pt x="648265" y="1565142"/>
                  </a:lnTo>
                  <a:lnTo>
                    <a:pt x="655401" y="1563016"/>
                  </a:lnTo>
                  <a:lnTo>
                    <a:pt x="662153" y="1563016"/>
                  </a:lnTo>
                  <a:lnTo>
                    <a:pt x="668070" y="1568603"/>
                  </a:lnTo>
                  <a:lnTo>
                    <a:pt x="668070" y="1582176"/>
                  </a:lnTo>
                  <a:lnTo>
                    <a:pt x="661672" y="1587068"/>
                  </a:lnTo>
                  <a:close/>
                </a:path>
                <a:path w="4122420" h="2482215">
                  <a:moveTo>
                    <a:pt x="1191395" y="1587068"/>
                  </a:moveTo>
                  <a:lnTo>
                    <a:pt x="1182013" y="1587068"/>
                  </a:lnTo>
                  <a:lnTo>
                    <a:pt x="1179055" y="1586061"/>
                  </a:lnTo>
                  <a:lnTo>
                    <a:pt x="1176703" y="1583806"/>
                  </a:lnTo>
                  <a:lnTo>
                    <a:pt x="1172929" y="1577189"/>
                  </a:lnTo>
                  <a:lnTo>
                    <a:pt x="1173747" y="1570417"/>
                  </a:lnTo>
                  <a:lnTo>
                    <a:pt x="1178363" y="1565142"/>
                  </a:lnTo>
                  <a:lnTo>
                    <a:pt x="1185983" y="1563016"/>
                  </a:lnTo>
                  <a:lnTo>
                    <a:pt x="1192735" y="1563016"/>
                  </a:lnTo>
                  <a:lnTo>
                    <a:pt x="1198627" y="1568603"/>
                  </a:lnTo>
                  <a:lnTo>
                    <a:pt x="1197792" y="1575006"/>
                  </a:lnTo>
                  <a:lnTo>
                    <a:pt x="1197792" y="1582176"/>
                  </a:lnTo>
                  <a:lnTo>
                    <a:pt x="1191395" y="1587068"/>
                  </a:lnTo>
                  <a:close/>
                </a:path>
                <a:path w="4122420" h="2482215">
                  <a:moveTo>
                    <a:pt x="1949312" y="1587068"/>
                  </a:moveTo>
                  <a:lnTo>
                    <a:pt x="1939576" y="1587068"/>
                  </a:lnTo>
                  <a:lnTo>
                    <a:pt x="1936542" y="1586061"/>
                  </a:lnTo>
                  <a:lnTo>
                    <a:pt x="1934190" y="1583806"/>
                  </a:lnTo>
                  <a:lnTo>
                    <a:pt x="1930416" y="1577189"/>
                  </a:lnTo>
                  <a:lnTo>
                    <a:pt x="1931234" y="1570417"/>
                  </a:lnTo>
                  <a:lnTo>
                    <a:pt x="1935851" y="1565142"/>
                  </a:lnTo>
                  <a:lnTo>
                    <a:pt x="1943470" y="1563016"/>
                  </a:lnTo>
                  <a:lnTo>
                    <a:pt x="1950197" y="1563016"/>
                  </a:lnTo>
                  <a:lnTo>
                    <a:pt x="1956114" y="1568603"/>
                  </a:lnTo>
                  <a:lnTo>
                    <a:pt x="1956114" y="1582176"/>
                  </a:lnTo>
                  <a:lnTo>
                    <a:pt x="1949312" y="1587068"/>
                  </a:lnTo>
                  <a:close/>
                </a:path>
                <a:path w="4122420" h="2482215">
                  <a:moveTo>
                    <a:pt x="2403526" y="1587068"/>
                  </a:moveTo>
                  <a:lnTo>
                    <a:pt x="2394144" y="1587068"/>
                  </a:lnTo>
                  <a:lnTo>
                    <a:pt x="2391211" y="1586061"/>
                  </a:lnTo>
                  <a:lnTo>
                    <a:pt x="2388834" y="1583806"/>
                  </a:lnTo>
                  <a:lnTo>
                    <a:pt x="2385058" y="1577189"/>
                  </a:lnTo>
                  <a:lnTo>
                    <a:pt x="2385784" y="1570417"/>
                  </a:lnTo>
                  <a:lnTo>
                    <a:pt x="2390146" y="1565142"/>
                  </a:lnTo>
                  <a:lnTo>
                    <a:pt x="2397280" y="1563016"/>
                  </a:lnTo>
                  <a:lnTo>
                    <a:pt x="2404866" y="1563016"/>
                  </a:lnTo>
                  <a:lnTo>
                    <a:pt x="2409924" y="1568603"/>
                  </a:lnTo>
                  <a:lnTo>
                    <a:pt x="2409924" y="1582176"/>
                  </a:lnTo>
                  <a:lnTo>
                    <a:pt x="2403526" y="1587068"/>
                  </a:lnTo>
                  <a:close/>
                </a:path>
                <a:path w="4122420" h="2482215">
                  <a:moveTo>
                    <a:pt x="2327840" y="1587212"/>
                  </a:moveTo>
                  <a:lnTo>
                    <a:pt x="2318079" y="1587212"/>
                  </a:lnTo>
                  <a:lnTo>
                    <a:pt x="2314817" y="1586156"/>
                  </a:lnTo>
                  <a:lnTo>
                    <a:pt x="2312086" y="1583806"/>
                  </a:lnTo>
                  <a:lnTo>
                    <a:pt x="2308782" y="1577189"/>
                  </a:lnTo>
                  <a:lnTo>
                    <a:pt x="2309757" y="1570417"/>
                  </a:lnTo>
                  <a:lnTo>
                    <a:pt x="2314216" y="1565142"/>
                  </a:lnTo>
                  <a:lnTo>
                    <a:pt x="2321367" y="1563016"/>
                  </a:lnTo>
                  <a:lnTo>
                    <a:pt x="2328953" y="1563016"/>
                  </a:lnTo>
                  <a:lnTo>
                    <a:pt x="2334010" y="1568603"/>
                  </a:lnTo>
                  <a:lnTo>
                    <a:pt x="2334010" y="1582583"/>
                  </a:lnTo>
                  <a:lnTo>
                    <a:pt x="2327840" y="1587212"/>
                  </a:lnTo>
                  <a:close/>
                </a:path>
                <a:path w="4122420" h="2482215">
                  <a:moveTo>
                    <a:pt x="3889293" y="1621191"/>
                  </a:moveTo>
                  <a:lnTo>
                    <a:pt x="3879532" y="1621191"/>
                  </a:lnTo>
                  <a:lnTo>
                    <a:pt x="3876219" y="1620040"/>
                  </a:lnTo>
                  <a:lnTo>
                    <a:pt x="3873438" y="1617403"/>
                  </a:lnTo>
                  <a:lnTo>
                    <a:pt x="3870027" y="1611243"/>
                  </a:lnTo>
                  <a:lnTo>
                    <a:pt x="3870804" y="1604705"/>
                  </a:lnTo>
                  <a:lnTo>
                    <a:pt x="3875219" y="1599516"/>
                  </a:lnTo>
                  <a:lnTo>
                    <a:pt x="3882718" y="1597403"/>
                  </a:lnTo>
                  <a:lnTo>
                    <a:pt x="3889470" y="1597403"/>
                  </a:lnTo>
                  <a:lnTo>
                    <a:pt x="3895362" y="1602199"/>
                  </a:lnTo>
                  <a:lnTo>
                    <a:pt x="3895362" y="1616395"/>
                  </a:lnTo>
                  <a:lnTo>
                    <a:pt x="3889293" y="1621191"/>
                  </a:lnTo>
                  <a:close/>
                </a:path>
                <a:path w="4122420" h="2482215">
                  <a:moveTo>
                    <a:pt x="3813279" y="1621623"/>
                  </a:moveTo>
                  <a:lnTo>
                    <a:pt x="3803518" y="1621623"/>
                  </a:lnTo>
                  <a:lnTo>
                    <a:pt x="3800255" y="1620544"/>
                  </a:lnTo>
                  <a:lnTo>
                    <a:pt x="3797525" y="1618218"/>
                  </a:lnTo>
                  <a:lnTo>
                    <a:pt x="3794221" y="1611587"/>
                  </a:lnTo>
                  <a:lnTo>
                    <a:pt x="3795195" y="1604807"/>
                  </a:lnTo>
                  <a:lnTo>
                    <a:pt x="3799655" y="1599529"/>
                  </a:lnTo>
                  <a:lnTo>
                    <a:pt x="3806805" y="1597403"/>
                  </a:lnTo>
                  <a:lnTo>
                    <a:pt x="3813531" y="1597403"/>
                  </a:lnTo>
                  <a:lnTo>
                    <a:pt x="3819449" y="1603014"/>
                  </a:lnTo>
                  <a:lnTo>
                    <a:pt x="3819449" y="1616971"/>
                  </a:lnTo>
                  <a:lnTo>
                    <a:pt x="3813279" y="1621623"/>
                  </a:lnTo>
                  <a:close/>
                </a:path>
                <a:path w="4122420" h="2482215">
                  <a:moveTo>
                    <a:pt x="1078688" y="1622007"/>
                  </a:moveTo>
                  <a:lnTo>
                    <a:pt x="1068927" y="1622007"/>
                  </a:lnTo>
                  <a:lnTo>
                    <a:pt x="1065615" y="1620832"/>
                  </a:lnTo>
                  <a:lnTo>
                    <a:pt x="1062833" y="1618218"/>
                  </a:lnTo>
                  <a:lnTo>
                    <a:pt x="1059422" y="1612048"/>
                  </a:lnTo>
                  <a:lnTo>
                    <a:pt x="1060200" y="1605511"/>
                  </a:lnTo>
                  <a:lnTo>
                    <a:pt x="1064615" y="1600328"/>
                  </a:lnTo>
                  <a:lnTo>
                    <a:pt x="1072113" y="1598218"/>
                  </a:lnTo>
                  <a:lnTo>
                    <a:pt x="1072113" y="1599010"/>
                  </a:lnTo>
                  <a:lnTo>
                    <a:pt x="1078865" y="1599010"/>
                  </a:lnTo>
                  <a:lnTo>
                    <a:pt x="1083923" y="1603806"/>
                  </a:lnTo>
                  <a:lnTo>
                    <a:pt x="1084757" y="1610208"/>
                  </a:lnTo>
                  <a:lnTo>
                    <a:pt x="1084757" y="1617187"/>
                  </a:lnTo>
                  <a:lnTo>
                    <a:pt x="1078688" y="1622007"/>
                  </a:lnTo>
                  <a:close/>
                </a:path>
                <a:path w="4122420" h="2482215">
                  <a:moveTo>
                    <a:pt x="2214906" y="1622007"/>
                  </a:moveTo>
                  <a:lnTo>
                    <a:pt x="2205145" y="1622007"/>
                  </a:lnTo>
                  <a:lnTo>
                    <a:pt x="2201833" y="1620832"/>
                  </a:lnTo>
                  <a:lnTo>
                    <a:pt x="2199051" y="1618218"/>
                  </a:lnTo>
                  <a:lnTo>
                    <a:pt x="2195640" y="1612048"/>
                  </a:lnTo>
                  <a:lnTo>
                    <a:pt x="2196418" y="1605511"/>
                  </a:lnTo>
                  <a:lnTo>
                    <a:pt x="2200833" y="1600328"/>
                  </a:lnTo>
                  <a:lnTo>
                    <a:pt x="2208331" y="1598218"/>
                  </a:lnTo>
                  <a:lnTo>
                    <a:pt x="2208331" y="1599010"/>
                  </a:lnTo>
                  <a:lnTo>
                    <a:pt x="2215083" y="1599010"/>
                  </a:lnTo>
                  <a:lnTo>
                    <a:pt x="2220141" y="1603806"/>
                  </a:lnTo>
                  <a:lnTo>
                    <a:pt x="2220975" y="1610208"/>
                  </a:lnTo>
                  <a:lnTo>
                    <a:pt x="2220975" y="1617187"/>
                  </a:lnTo>
                  <a:lnTo>
                    <a:pt x="2214906" y="1622007"/>
                  </a:lnTo>
                  <a:close/>
                </a:path>
                <a:path w="4122420" h="2482215">
                  <a:moveTo>
                    <a:pt x="2290819" y="1622007"/>
                  </a:moveTo>
                  <a:lnTo>
                    <a:pt x="2281438" y="1622007"/>
                  </a:lnTo>
                  <a:lnTo>
                    <a:pt x="2278302" y="1620832"/>
                  </a:lnTo>
                  <a:lnTo>
                    <a:pt x="2275799" y="1618218"/>
                  </a:lnTo>
                  <a:lnTo>
                    <a:pt x="2272023" y="1612048"/>
                  </a:lnTo>
                  <a:lnTo>
                    <a:pt x="2272748" y="1605511"/>
                  </a:lnTo>
                  <a:lnTo>
                    <a:pt x="2277111" y="1600328"/>
                  </a:lnTo>
                  <a:lnTo>
                    <a:pt x="2284245" y="1598218"/>
                  </a:lnTo>
                  <a:lnTo>
                    <a:pt x="2284245" y="1599010"/>
                  </a:lnTo>
                  <a:lnTo>
                    <a:pt x="2290996" y="1599010"/>
                  </a:lnTo>
                  <a:lnTo>
                    <a:pt x="2296054" y="1603806"/>
                  </a:lnTo>
                  <a:lnTo>
                    <a:pt x="2296888" y="1610208"/>
                  </a:lnTo>
                  <a:lnTo>
                    <a:pt x="2296888" y="1617187"/>
                  </a:lnTo>
                  <a:lnTo>
                    <a:pt x="2290819" y="1622007"/>
                  </a:lnTo>
                  <a:close/>
                </a:path>
                <a:path w="4122420" h="2482215">
                  <a:moveTo>
                    <a:pt x="1002447" y="1622246"/>
                  </a:moveTo>
                  <a:lnTo>
                    <a:pt x="992660" y="1622246"/>
                  </a:lnTo>
                  <a:lnTo>
                    <a:pt x="989550" y="1621263"/>
                  </a:lnTo>
                  <a:lnTo>
                    <a:pt x="986920" y="1619009"/>
                  </a:lnTo>
                  <a:lnTo>
                    <a:pt x="983616" y="1612382"/>
                  </a:lnTo>
                  <a:lnTo>
                    <a:pt x="984590" y="1605610"/>
                  </a:lnTo>
                  <a:lnTo>
                    <a:pt x="989050" y="1600341"/>
                  </a:lnTo>
                  <a:lnTo>
                    <a:pt x="996201" y="1598218"/>
                  </a:lnTo>
                  <a:lnTo>
                    <a:pt x="996201" y="1599010"/>
                  </a:lnTo>
                  <a:lnTo>
                    <a:pt x="1002927" y="1599010"/>
                  </a:lnTo>
                  <a:lnTo>
                    <a:pt x="1008844" y="1603806"/>
                  </a:lnTo>
                  <a:lnTo>
                    <a:pt x="1008844" y="1617379"/>
                  </a:lnTo>
                  <a:lnTo>
                    <a:pt x="1002447" y="1622246"/>
                  </a:lnTo>
                  <a:close/>
                </a:path>
                <a:path w="4122420" h="2482215">
                  <a:moveTo>
                    <a:pt x="1305264" y="1622246"/>
                  </a:moveTo>
                  <a:lnTo>
                    <a:pt x="1295478" y="1622246"/>
                  </a:lnTo>
                  <a:lnTo>
                    <a:pt x="1292368" y="1621263"/>
                  </a:lnTo>
                  <a:lnTo>
                    <a:pt x="1289738" y="1619009"/>
                  </a:lnTo>
                  <a:lnTo>
                    <a:pt x="1286327" y="1612382"/>
                  </a:lnTo>
                  <a:lnTo>
                    <a:pt x="1287105" y="1605610"/>
                  </a:lnTo>
                  <a:lnTo>
                    <a:pt x="1291519" y="1600341"/>
                  </a:lnTo>
                  <a:lnTo>
                    <a:pt x="1299018" y="1598218"/>
                  </a:lnTo>
                  <a:lnTo>
                    <a:pt x="1299018" y="1599010"/>
                  </a:lnTo>
                  <a:lnTo>
                    <a:pt x="1305770" y="1599010"/>
                  </a:lnTo>
                  <a:lnTo>
                    <a:pt x="1310828" y="1603806"/>
                  </a:lnTo>
                  <a:lnTo>
                    <a:pt x="1311662" y="1610208"/>
                  </a:lnTo>
                  <a:lnTo>
                    <a:pt x="1311662" y="1617379"/>
                  </a:lnTo>
                  <a:lnTo>
                    <a:pt x="1305264" y="1622246"/>
                  </a:lnTo>
                  <a:close/>
                </a:path>
                <a:path w="4122420" h="2482215">
                  <a:moveTo>
                    <a:pt x="769903" y="1622270"/>
                  </a:moveTo>
                  <a:lnTo>
                    <a:pt x="769448" y="1622270"/>
                  </a:lnTo>
                  <a:lnTo>
                    <a:pt x="768436" y="1622198"/>
                  </a:lnTo>
                  <a:lnTo>
                    <a:pt x="759418" y="1618007"/>
                  </a:lnTo>
                  <a:lnTo>
                    <a:pt x="756412" y="1610208"/>
                  </a:lnTo>
                  <a:lnTo>
                    <a:pt x="759418" y="1602411"/>
                  </a:lnTo>
                  <a:lnTo>
                    <a:pt x="768436" y="1598218"/>
                  </a:lnTo>
                  <a:lnTo>
                    <a:pt x="768942" y="1598170"/>
                  </a:lnTo>
                  <a:lnTo>
                    <a:pt x="769903" y="1598146"/>
                  </a:lnTo>
                  <a:lnTo>
                    <a:pt x="778765" y="1601916"/>
                  </a:lnTo>
                  <a:lnTo>
                    <a:pt x="781718" y="1610209"/>
                  </a:lnTo>
                  <a:lnTo>
                    <a:pt x="778765" y="1618501"/>
                  </a:lnTo>
                  <a:lnTo>
                    <a:pt x="769903" y="1622270"/>
                  </a:lnTo>
                  <a:close/>
                </a:path>
                <a:path w="4122420" h="2482215">
                  <a:moveTo>
                    <a:pt x="921830" y="1622270"/>
                  </a:moveTo>
                  <a:lnTo>
                    <a:pt x="921324" y="1622270"/>
                  </a:lnTo>
                  <a:lnTo>
                    <a:pt x="920262" y="1622198"/>
                  </a:lnTo>
                  <a:lnTo>
                    <a:pt x="911728" y="1618007"/>
                  </a:lnTo>
                  <a:lnTo>
                    <a:pt x="908883" y="1610208"/>
                  </a:lnTo>
                  <a:lnTo>
                    <a:pt x="911728" y="1602411"/>
                  </a:lnTo>
                  <a:lnTo>
                    <a:pt x="920262" y="1598218"/>
                  </a:lnTo>
                  <a:lnTo>
                    <a:pt x="920793" y="1598170"/>
                  </a:lnTo>
                  <a:lnTo>
                    <a:pt x="921830" y="1598146"/>
                  </a:lnTo>
                  <a:lnTo>
                    <a:pt x="931104" y="1601916"/>
                  </a:lnTo>
                  <a:lnTo>
                    <a:pt x="934196" y="1610209"/>
                  </a:lnTo>
                  <a:lnTo>
                    <a:pt x="931104" y="1618501"/>
                  </a:lnTo>
                  <a:lnTo>
                    <a:pt x="921830" y="1622270"/>
                  </a:lnTo>
                  <a:close/>
                </a:path>
                <a:path w="4122420" h="2482215">
                  <a:moveTo>
                    <a:pt x="1376474" y="1622270"/>
                  </a:moveTo>
                  <a:lnTo>
                    <a:pt x="1375968" y="1622270"/>
                  </a:lnTo>
                  <a:lnTo>
                    <a:pt x="1374931" y="1622198"/>
                  </a:lnTo>
                  <a:lnTo>
                    <a:pt x="1366383" y="1618007"/>
                  </a:lnTo>
                  <a:lnTo>
                    <a:pt x="1363533" y="1610208"/>
                  </a:lnTo>
                  <a:lnTo>
                    <a:pt x="1366383" y="1602411"/>
                  </a:lnTo>
                  <a:lnTo>
                    <a:pt x="1374931" y="1598218"/>
                  </a:lnTo>
                  <a:lnTo>
                    <a:pt x="1375462" y="1598170"/>
                  </a:lnTo>
                  <a:lnTo>
                    <a:pt x="1376474" y="1598146"/>
                  </a:lnTo>
                  <a:lnTo>
                    <a:pt x="1385748" y="1601916"/>
                  </a:lnTo>
                  <a:lnTo>
                    <a:pt x="1388840" y="1610209"/>
                  </a:lnTo>
                  <a:lnTo>
                    <a:pt x="1385748" y="1618501"/>
                  </a:lnTo>
                  <a:lnTo>
                    <a:pt x="1376474" y="1622270"/>
                  </a:lnTo>
                  <a:close/>
                </a:path>
                <a:path w="4122420" h="2482215">
                  <a:moveTo>
                    <a:pt x="1755205" y="1622270"/>
                  </a:moveTo>
                  <a:lnTo>
                    <a:pt x="1754724" y="1622270"/>
                  </a:lnTo>
                  <a:lnTo>
                    <a:pt x="1753662" y="1622198"/>
                  </a:lnTo>
                  <a:lnTo>
                    <a:pt x="1745128" y="1618007"/>
                  </a:lnTo>
                  <a:lnTo>
                    <a:pt x="1742283" y="1610208"/>
                  </a:lnTo>
                  <a:lnTo>
                    <a:pt x="1745128" y="1602411"/>
                  </a:lnTo>
                  <a:lnTo>
                    <a:pt x="1753662" y="1598218"/>
                  </a:lnTo>
                  <a:lnTo>
                    <a:pt x="1754193" y="1598170"/>
                  </a:lnTo>
                  <a:lnTo>
                    <a:pt x="1755205" y="1598146"/>
                  </a:lnTo>
                  <a:lnTo>
                    <a:pt x="1764493" y="1601916"/>
                  </a:lnTo>
                  <a:lnTo>
                    <a:pt x="1767589" y="1610209"/>
                  </a:lnTo>
                  <a:lnTo>
                    <a:pt x="1764493" y="1618501"/>
                  </a:lnTo>
                  <a:lnTo>
                    <a:pt x="1755205" y="1622270"/>
                  </a:lnTo>
                  <a:close/>
                </a:path>
                <a:path w="4122420" h="2482215">
                  <a:moveTo>
                    <a:pt x="850848" y="1622414"/>
                  </a:moveTo>
                  <a:lnTo>
                    <a:pt x="841087" y="1622414"/>
                  </a:lnTo>
                  <a:lnTo>
                    <a:pt x="837825" y="1621335"/>
                  </a:lnTo>
                  <a:lnTo>
                    <a:pt x="835069" y="1619009"/>
                  </a:lnTo>
                  <a:lnTo>
                    <a:pt x="831778" y="1612382"/>
                  </a:lnTo>
                  <a:lnTo>
                    <a:pt x="832758" y="1605610"/>
                  </a:lnTo>
                  <a:lnTo>
                    <a:pt x="837213" y="1600341"/>
                  </a:lnTo>
                  <a:lnTo>
                    <a:pt x="844349" y="1598218"/>
                  </a:lnTo>
                  <a:lnTo>
                    <a:pt x="845209" y="1599010"/>
                  </a:lnTo>
                  <a:lnTo>
                    <a:pt x="851935" y="1599010"/>
                  </a:lnTo>
                  <a:lnTo>
                    <a:pt x="857018" y="1604621"/>
                  </a:lnTo>
                  <a:lnTo>
                    <a:pt x="857018" y="1617762"/>
                  </a:lnTo>
                  <a:lnTo>
                    <a:pt x="850848" y="1622414"/>
                  </a:lnTo>
                  <a:close/>
                </a:path>
                <a:path w="4122420" h="2482215">
                  <a:moveTo>
                    <a:pt x="1229579" y="1622414"/>
                  </a:moveTo>
                  <a:lnTo>
                    <a:pt x="1220223" y="1622414"/>
                  </a:lnTo>
                  <a:lnTo>
                    <a:pt x="1217112" y="1621335"/>
                  </a:lnTo>
                  <a:lnTo>
                    <a:pt x="1214659" y="1619009"/>
                  </a:lnTo>
                  <a:lnTo>
                    <a:pt x="1210885" y="1612382"/>
                  </a:lnTo>
                  <a:lnTo>
                    <a:pt x="1211704" y="1605610"/>
                  </a:lnTo>
                  <a:lnTo>
                    <a:pt x="1216320" y="1600341"/>
                  </a:lnTo>
                  <a:lnTo>
                    <a:pt x="1223940" y="1598218"/>
                  </a:lnTo>
                  <a:lnTo>
                    <a:pt x="1223940" y="1599010"/>
                  </a:lnTo>
                  <a:lnTo>
                    <a:pt x="1229832" y="1599010"/>
                  </a:lnTo>
                  <a:lnTo>
                    <a:pt x="1235749" y="1603806"/>
                  </a:lnTo>
                  <a:lnTo>
                    <a:pt x="1235749" y="1617762"/>
                  </a:lnTo>
                  <a:lnTo>
                    <a:pt x="1229579" y="1622414"/>
                  </a:lnTo>
                  <a:close/>
                </a:path>
                <a:path w="4122420" h="2482215">
                  <a:moveTo>
                    <a:pt x="1456964" y="1622414"/>
                  </a:moveTo>
                  <a:lnTo>
                    <a:pt x="1447203" y="1622414"/>
                  </a:lnTo>
                  <a:lnTo>
                    <a:pt x="1444042" y="1621335"/>
                  </a:lnTo>
                  <a:lnTo>
                    <a:pt x="1441564" y="1619009"/>
                  </a:lnTo>
                  <a:lnTo>
                    <a:pt x="1437801" y="1612382"/>
                  </a:lnTo>
                  <a:lnTo>
                    <a:pt x="1438618" y="1605610"/>
                  </a:lnTo>
                  <a:lnTo>
                    <a:pt x="1443228" y="1600341"/>
                  </a:lnTo>
                  <a:lnTo>
                    <a:pt x="1450844" y="1598218"/>
                  </a:lnTo>
                  <a:lnTo>
                    <a:pt x="1450844" y="1599010"/>
                  </a:lnTo>
                  <a:lnTo>
                    <a:pt x="1457596" y="1599010"/>
                  </a:lnTo>
                  <a:lnTo>
                    <a:pt x="1462654" y="1603806"/>
                  </a:lnTo>
                  <a:lnTo>
                    <a:pt x="1463488" y="1610208"/>
                  </a:lnTo>
                  <a:lnTo>
                    <a:pt x="1463488" y="1617762"/>
                  </a:lnTo>
                  <a:lnTo>
                    <a:pt x="1456964" y="1622414"/>
                  </a:lnTo>
                  <a:close/>
                </a:path>
                <a:path w="4122420" h="2482215">
                  <a:moveTo>
                    <a:pt x="1836074" y="1622414"/>
                  </a:moveTo>
                  <a:lnTo>
                    <a:pt x="1826313" y="1622414"/>
                  </a:lnTo>
                  <a:lnTo>
                    <a:pt x="1823051" y="1621335"/>
                  </a:lnTo>
                  <a:lnTo>
                    <a:pt x="1820295" y="1619009"/>
                  </a:lnTo>
                  <a:lnTo>
                    <a:pt x="1816884" y="1612382"/>
                  </a:lnTo>
                  <a:lnTo>
                    <a:pt x="1817662" y="1605610"/>
                  </a:lnTo>
                  <a:lnTo>
                    <a:pt x="1822076" y="1600341"/>
                  </a:lnTo>
                  <a:lnTo>
                    <a:pt x="1829575" y="1598218"/>
                  </a:lnTo>
                  <a:lnTo>
                    <a:pt x="1829575" y="1599010"/>
                  </a:lnTo>
                  <a:lnTo>
                    <a:pt x="1836327" y="1599010"/>
                  </a:lnTo>
                  <a:lnTo>
                    <a:pt x="1841385" y="1603806"/>
                  </a:lnTo>
                  <a:lnTo>
                    <a:pt x="1842244" y="1610208"/>
                  </a:lnTo>
                  <a:lnTo>
                    <a:pt x="1842244" y="1617762"/>
                  </a:lnTo>
                  <a:lnTo>
                    <a:pt x="1836074" y="1622414"/>
                  </a:lnTo>
                  <a:close/>
                </a:path>
                <a:path w="4122420" h="2482215">
                  <a:moveTo>
                    <a:pt x="1987066" y="1622414"/>
                  </a:moveTo>
                  <a:lnTo>
                    <a:pt x="1977684" y="1622414"/>
                  </a:lnTo>
                  <a:lnTo>
                    <a:pt x="1974599" y="1621335"/>
                  </a:lnTo>
                  <a:lnTo>
                    <a:pt x="1972146" y="1619009"/>
                  </a:lnTo>
                  <a:lnTo>
                    <a:pt x="1968359" y="1612726"/>
                  </a:lnTo>
                  <a:lnTo>
                    <a:pt x="1969083" y="1605916"/>
                  </a:lnTo>
                  <a:lnTo>
                    <a:pt x="1973444" y="1600455"/>
                  </a:lnTo>
                  <a:lnTo>
                    <a:pt x="1980567" y="1598218"/>
                  </a:lnTo>
                  <a:lnTo>
                    <a:pt x="1980567" y="1599010"/>
                  </a:lnTo>
                  <a:lnTo>
                    <a:pt x="1987319" y="1599010"/>
                  </a:lnTo>
                  <a:lnTo>
                    <a:pt x="1993236" y="1603806"/>
                  </a:lnTo>
                  <a:lnTo>
                    <a:pt x="1993236" y="1617762"/>
                  </a:lnTo>
                  <a:lnTo>
                    <a:pt x="1987066" y="1622414"/>
                  </a:lnTo>
                  <a:close/>
                </a:path>
                <a:path w="4122420" h="2482215">
                  <a:moveTo>
                    <a:pt x="321125" y="1622774"/>
                  </a:moveTo>
                  <a:lnTo>
                    <a:pt x="311744" y="1622774"/>
                  </a:lnTo>
                  <a:lnTo>
                    <a:pt x="308659" y="1621599"/>
                  </a:lnTo>
                  <a:lnTo>
                    <a:pt x="306180" y="1619009"/>
                  </a:lnTo>
                  <a:lnTo>
                    <a:pt x="302404" y="1612837"/>
                  </a:lnTo>
                  <a:lnTo>
                    <a:pt x="303130" y="1606213"/>
                  </a:lnTo>
                  <a:lnTo>
                    <a:pt x="307493" y="1600789"/>
                  </a:lnTo>
                  <a:lnTo>
                    <a:pt x="314626" y="1598218"/>
                  </a:lnTo>
                  <a:lnTo>
                    <a:pt x="314626" y="1599010"/>
                  </a:lnTo>
                  <a:lnTo>
                    <a:pt x="321378" y="1599010"/>
                  </a:lnTo>
                  <a:lnTo>
                    <a:pt x="327270" y="1603806"/>
                  </a:lnTo>
                  <a:lnTo>
                    <a:pt x="327270" y="1617762"/>
                  </a:lnTo>
                  <a:lnTo>
                    <a:pt x="321125" y="1622774"/>
                  </a:lnTo>
                  <a:close/>
                </a:path>
                <a:path w="4122420" h="2482215">
                  <a:moveTo>
                    <a:pt x="397114" y="1622798"/>
                  </a:moveTo>
                  <a:lnTo>
                    <a:pt x="387353" y="1622798"/>
                  </a:lnTo>
                  <a:lnTo>
                    <a:pt x="384041" y="1621647"/>
                  </a:lnTo>
                  <a:lnTo>
                    <a:pt x="381259" y="1619009"/>
                  </a:lnTo>
                  <a:lnTo>
                    <a:pt x="377848" y="1612849"/>
                  </a:lnTo>
                  <a:lnTo>
                    <a:pt x="378626" y="1606312"/>
                  </a:lnTo>
                  <a:lnTo>
                    <a:pt x="383041" y="1601123"/>
                  </a:lnTo>
                  <a:lnTo>
                    <a:pt x="390540" y="1599010"/>
                  </a:lnTo>
                  <a:lnTo>
                    <a:pt x="397291" y="1599010"/>
                  </a:lnTo>
                  <a:lnTo>
                    <a:pt x="402349" y="1603806"/>
                  </a:lnTo>
                  <a:lnTo>
                    <a:pt x="403183" y="1611000"/>
                  </a:lnTo>
                  <a:lnTo>
                    <a:pt x="403183" y="1617978"/>
                  </a:lnTo>
                  <a:lnTo>
                    <a:pt x="397114" y="1622798"/>
                  </a:lnTo>
                  <a:close/>
                </a:path>
                <a:path w="4122420" h="2482215">
                  <a:moveTo>
                    <a:pt x="1608411" y="1622798"/>
                  </a:moveTo>
                  <a:lnTo>
                    <a:pt x="1599029" y="1622798"/>
                  </a:lnTo>
                  <a:lnTo>
                    <a:pt x="1595894" y="1621647"/>
                  </a:lnTo>
                  <a:lnTo>
                    <a:pt x="1593390" y="1619009"/>
                  </a:lnTo>
                  <a:lnTo>
                    <a:pt x="1589627" y="1612849"/>
                  </a:lnTo>
                  <a:lnTo>
                    <a:pt x="1590444" y="1606312"/>
                  </a:lnTo>
                  <a:lnTo>
                    <a:pt x="1595054" y="1601123"/>
                  </a:lnTo>
                  <a:lnTo>
                    <a:pt x="1602671" y="1599010"/>
                  </a:lnTo>
                  <a:lnTo>
                    <a:pt x="1609423" y="1599010"/>
                  </a:lnTo>
                  <a:lnTo>
                    <a:pt x="1614480" y="1604621"/>
                  </a:lnTo>
                  <a:lnTo>
                    <a:pt x="1614480" y="1617978"/>
                  </a:lnTo>
                  <a:lnTo>
                    <a:pt x="1608411" y="1622798"/>
                  </a:lnTo>
                  <a:close/>
                </a:path>
                <a:path w="4122420" h="2482215">
                  <a:moveTo>
                    <a:pt x="2063080" y="1622798"/>
                  </a:moveTo>
                  <a:lnTo>
                    <a:pt x="2053698" y="1622798"/>
                  </a:lnTo>
                  <a:lnTo>
                    <a:pt x="2050563" y="1621647"/>
                  </a:lnTo>
                  <a:lnTo>
                    <a:pt x="2048059" y="1619009"/>
                  </a:lnTo>
                  <a:lnTo>
                    <a:pt x="2044272" y="1612849"/>
                  </a:lnTo>
                  <a:lnTo>
                    <a:pt x="2044996" y="1606312"/>
                  </a:lnTo>
                  <a:lnTo>
                    <a:pt x="2049357" y="1601123"/>
                  </a:lnTo>
                  <a:lnTo>
                    <a:pt x="2056480" y="1599010"/>
                  </a:lnTo>
                  <a:lnTo>
                    <a:pt x="2063232" y="1599010"/>
                  </a:lnTo>
                  <a:lnTo>
                    <a:pt x="2069149" y="1604621"/>
                  </a:lnTo>
                  <a:lnTo>
                    <a:pt x="2069149" y="1617978"/>
                  </a:lnTo>
                  <a:lnTo>
                    <a:pt x="2063080" y="1622798"/>
                  </a:lnTo>
                  <a:close/>
                </a:path>
                <a:path w="4122420" h="2482215">
                  <a:moveTo>
                    <a:pt x="2516207" y="1623014"/>
                  </a:moveTo>
                  <a:lnTo>
                    <a:pt x="2504398" y="1623014"/>
                  </a:lnTo>
                  <a:lnTo>
                    <a:pt x="2498505" y="1617403"/>
                  </a:lnTo>
                  <a:lnTo>
                    <a:pt x="2498505" y="1605412"/>
                  </a:lnTo>
                  <a:lnTo>
                    <a:pt x="2501869" y="1601408"/>
                  </a:lnTo>
                  <a:lnTo>
                    <a:pt x="2506926" y="1599801"/>
                  </a:lnTo>
                  <a:lnTo>
                    <a:pt x="2522124" y="1615820"/>
                  </a:lnTo>
                  <a:lnTo>
                    <a:pt x="2520430" y="1619800"/>
                  </a:lnTo>
                  <a:lnTo>
                    <a:pt x="2516207" y="1623014"/>
                  </a:lnTo>
                  <a:close/>
                </a:path>
                <a:path w="4122420" h="2482215">
                  <a:moveTo>
                    <a:pt x="471864" y="1623062"/>
                  </a:moveTo>
                  <a:lnTo>
                    <a:pt x="462078" y="1623062"/>
                  </a:lnTo>
                  <a:lnTo>
                    <a:pt x="458967" y="1622054"/>
                  </a:lnTo>
                  <a:lnTo>
                    <a:pt x="456338" y="1619800"/>
                  </a:lnTo>
                  <a:lnTo>
                    <a:pt x="453044" y="1613183"/>
                  </a:lnTo>
                  <a:lnTo>
                    <a:pt x="454018" y="1606411"/>
                  </a:lnTo>
                  <a:lnTo>
                    <a:pt x="458471" y="1601135"/>
                  </a:lnTo>
                  <a:lnTo>
                    <a:pt x="465618" y="1599010"/>
                  </a:lnTo>
                  <a:lnTo>
                    <a:pt x="472370" y="1599010"/>
                  </a:lnTo>
                  <a:lnTo>
                    <a:pt x="478262" y="1604621"/>
                  </a:lnTo>
                  <a:lnTo>
                    <a:pt x="478262" y="1618170"/>
                  </a:lnTo>
                  <a:lnTo>
                    <a:pt x="471864" y="1623062"/>
                  </a:lnTo>
                  <a:close/>
                </a:path>
                <a:path w="4122420" h="2482215">
                  <a:moveTo>
                    <a:pt x="623715" y="1623062"/>
                  </a:moveTo>
                  <a:lnTo>
                    <a:pt x="613930" y="1623062"/>
                  </a:lnTo>
                  <a:lnTo>
                    <a:pt x="610794" y="1622054"/>
                  </a:lnTo>
                  <a:lnTo>
                    <a:pt x="608164" y="1619800"/>
                  </a:lnTo>
                  <a:lnTo>
                    <a:pt x="604874" y="1613183"/>
                  </a:lnTo>
                  <a:lnTo>
                    <a:pt x="605853" y="1606411"/>
                  </a:lnTo>
                  <a:lnTo>
                    <a:pt x="610308" y="1601135"/>
                  </a:lnTo>
                  <a:lnTo>
                    <a:pt x="617444" y="1599010"/>
                  </a:lnTo>
                  <a:lnTo>
                    <a:pt x="624196" y="1599010"/>
                  </a:lnTo>
                  <a:lnTo>
                    <a:pt x="630113" y="1604621"/>
                  </a:lnTo>
                  <a:lnTo>
                    <a:pt x="630113" y="1618170"/>
                  </a:lnTo>
                  <a:lnTo>
                    <a:pt x="623715" y="1623062"/>
                  </a:lnTo>
                  <a:close/>
                </a:path>
                <a:path w="4122420" h="2482215">
                  <a:moveTo>
                    <a:pt x="699629" y="1623062"/>
                  </a:moveTo>
                  <a:lnTo>
                    <a:pt x="689842" y="1623062"/>
                  </a:lnTo>
                  <a:lnTo>
                    <a:pt x="686707" y="1622054"/>
                  </a:lnTo>
                  <a:lnTo>
                    <a:pt x="684077" y="1619800"/>
                  </a:lnTo>
                  <a:lnTo>
                    <a:pt x="680666" y="1613183"/>
                  </a:lnTo>
                  <a:lnTo>
                    <a:pt x="681444" y="1606411"/>
                  </a:lnTo>
                  <a:lnTo>
                    <a:pt x="685858" y="1601135"/>
                  </a:lnTo>
                  <a:lnTo>
                    <a:pt x="693357" y="1599010"/>
                  </a:lnTo>
                  <a:lnTo>
                    <a:pt x="700109" y="1599010"/>
                  </a:lnTo>
                  <a:lnTo>
                    <a:pt x="706026" y="1604621"/>
                  </a:lnTo>
                  <a:lnTo>
                    <a:pt x="706026" y="1618170"/>
                  </a:lnTo>
                  <a:lnTo>
                    <a:pt x="699629" y="1623062"/>
                  </a:lnTo>
                  <a:close/>
                </a:path>
                <a:path w="4122420" h="2482215">
                  <a:moveTo>
                    <a:pt x="1684450" y="1623062"/>
                  </a:moveTo>
                  <a:lnTo>
                    <a:pt x="1674715" y="1623062"/>
                  </a:lnTo>
                  <a:lnTo>
                    <a:pt x="1671680" y="1622054"/>
                  </a:lnTo>
                  <a:lnTo>
                    <a:pt x="1669328" y="1619800"/>
                  </a:lnTo>
                  <a:lnTo>
                    <a:pt x="1665551" y="1613183"/>
                  </a:lnTo>
                  <a:lnTo>
                    <a:pt x="1666360" y="1606411"/>
                  </a:lnTo>
                  <a:lnTo>
                    <a:pt x="1670968" y="1601135"/>
                  </a:lnTo>
                  <a:lnTo>
                    <a:pt x="1678584" y="1599010"/>
                  </a:lnTo>
                  <a:lnTo>
                    <a:pt x="1685335" y="1599010"/>
                  </a:lnTo>
                  <a:lnTo>
                    <a:pt x="1691253" y="1604621"/>
                  </a:lnTo>
                  <a:lnTo>
                    <a:pt x="1691253" y="1618170"/>
                  </a:lnTo>
                  <a:lnTo>
                    <a:pt x="1684450" y="1623062"/>
                  </a:lnTo>
                  <a:close/>
                </a:path>
                <a:path w="4122420" h="2482215">
                  <a:moveTo>
                    <a:pt x="1911760" y="1623062"/>
                  </a:moveTo>
                  <a:lnTo>
                    <a:pt x="1901973" y="1623062"/>
                  </a:lnTo>
                  <a:lnTo>
                    <a:pt x="1898863" y="1622054"/>
                  </a:lnTo>
                  <a:lnTo>
                    <a:pt x="1896233" y="1619800"/>
                  </a:lnTo>
                  <a:lnTo>
                    <a:pt x="1892812" y="1613183"/>
                  </a:lnTo>
                  <a:lnTo>
                    <a:pt x="1893591" y="1606411"/>
                  </a:lnTo>
                  <a:lnTo>
                    <a:pt x="1898011" y="1601135"/>
                  </a:lnTo>
                  <a:lnTo>
                    <a:pt x="1905514" y="1599010"/>
                  </a:lnTo>
                  <a:lnTo>
                    <a:pt x="1912240" y="1599010"/>
                  </a:lnTo>
                  <a:lnTo>
                    <a:pt x="1918158" y="1604621"/>
                  </a:lnTo>
                  <a:lnTo>
                    <a:pt x="1918158" y="1618170"/>
                  </a:lnTo>
                  <a:lnTo>
                    <a:pt x="1911760" y="1623062"/>
                  </a:lnTo>
                  <a:close/>
                </a:path>
                <a:path w="4122420" h="2482215">
                  <a:moveTo>
                    <a:pt x="2441483" y="1623062"/>
                  </a:moveTo>
                  <a:lnTo>
                    <a:pt x="2432101" y="1623062"/>
                  </a:lnTo>
                  <a:lnTo>
                    <a:pt x="2429167" y="1622054"/>
                  </a:lnTo>
                  <a:lnTo>
                    <a:pt x="2426790" y="1619800"/>
                  </a:lnTo>
                  <a:lnTo>
                    <a:pt x="2423014" y="1613183"/>
                  </a:lnTo>
                  <a:lnTo>
                    <a:pt x="2423740" y="1606411"/>
                  </a:lnTo>
                  <a:lnTo>
                    <a:pt x="2428103" y="1601135"/>
                  </a:lnTo>
                  <a:lnTo>
                    <a:pt x="2435236" y="1599010"/>
                  </a:lnTo>
                  <a:lnTo>
                    <a:pt x="2441988" y="1599010"/>
                  </a:lnTo>
                  <a:lnTo>
                    <a:pt x="2447880" y="1604621"/>
                  </a:lnTo>
                  <a:lnTo>
                    <a:pt x="2447880" y="1618170"/>
                  </a:lnTo>
                  <a:lnTo>
                    <a:pt x="2441483" y="1623062"/>
                  </a:lnTo>
                  <a:close/>
                </a:path>
                <a:path w="4122420" h="2482215">
                  <a:moveTo>
                    <a:pt x="543074" y="1623086"/>
                  </a:moveTo>
                  <a:lnTo>
                    <a:pt x="542568" y="1623086"/>
                  </a:lnTo>
                  <a:lnTo>
                    <a:pt x="541531" y="1623014"/>
                  </a:lnTo>
                  <a:lnTo>
                    <a:pt x="532997" y="1618811"/>
                  </a:lnTo>
                  <a:lnTo>
                    <a:pt x="530152" y="1611012"/>
                  </a:lnTo>
                  <a:lnTo>
                    <a:pt x="532997" y="1603212"/>
                  </a:lnTo>
                  <a:lnTo>
                    <a:pt x="541531" y="1599010"/>
                  </a:lnTo>
                  <a:lnTo>
                    <a:pt x="542062" y="1598962"/>
                  </a:lnTo>
                  <a:lnTo>
                    <a:pt x="543074" y="1598938"/>
                  </a:lnTo>
                  <a:lnTo>
                    <a:pt x="552348" y="1602711"/>
                  </a:lnTo>
                  <a:lnTo>
                    <a:pt x="555439" y="1611012"/>
                  </a:lnTo>
                  <a:lnTo>
                    <a:pt x="552348" y="1619313"/>
                  </a:lnTo>
                  <a:lnTo>
                    <a:pt x="543074" y="1623086"/>
                  </a:lnTo>
                  <a:close/>
                </a:path>
                <a:path w="4122420" h="2482215">
                  <a:moveTo>
                    <a:pt x="1149493" y="1623086"/>
                  </a:moveTo>
                  <a:lnTo>
                    <a:pt x="1149013" y="1623086"/>
                  </a:lnTo>
                  <a:lnTo>
                    <a:pt x="1148027" y="1623014"/>
                  </a:lnTo>
                  <a:lnTo>
                    <a:pt x="1139009" y="1618811"/>
                  </a:lnTo>
                  <a:lnTo>
                    <a:pt x="1136003" y="1611012"/>
                  </a:lnTo>
                  <a:lnTo>
                    <a:pt x="1139009" y="1603212"/>
                  </a:lnTo>
                  <a:lnTo>
                    <a:pt x="1148027" y="1599010"/>
                  </a:lnTo>
                  <a:lnTo>
                    <a:pt x="1148532" y="1598962"/>
                  </a:lnTo>
                  <a:lnTo>
                    <a:pt x="1149493" y="1598938"/>
                  </a:lnTo>
                  <a:lnTo>
                    <a:pt x="1158355" y="1602711"/>
                  </a:lnTo>
                  <a:lnTo>
                    <a:pt x="1161309" y="1611012"/>
                  </a:lnTo>
                  <a:lnTo>
                    <a:pt x="1158355" y="1619313"/>
                  </a:lnTo>
                  <a:lnTo>
                    <a:pt x="1149493" y="1623086"/>
                  </a:lnTo>
                  <a:close/>
                </a:path>
                <a:path w="4122420" h="2482215">
                  <a:moveTo>
                    <a:pt x="1528249" y="1623086"/>
                  </a:moveTo>
                  <a:lnTo>
                    <a:pt x="1527769" y="1623086"/>
                  </a:lnTo>
                  <a:lnTo>
                    <a:pt x="1526758" y="1623014"/>
                  </a:lnTo>
                  <a:lnTo>
                    <a:pt x="1517739" y="1618811"/>
                  </a:lnTo>
                  <a:lnTo>
                    <a:pt x="1514733" y="1611012"/>
                  </a:lnTo>
                  <a:lnTo>
                    <a:pt x="1517739" y="1603212"/>
                  </a:lnTo>
                  <a:lnTo>
                    <a:pt x="1526758" y="1599010"/>
                  </a:lnTo>
                  <a:lnTo>
                    <a:pt x="1527263" y="1598962"/>
                  </a:lnTo>
                  <a:lnTo>
                    <a:pt x="1528249" y="1598938"/>
                  </a:lnTo>
                  <a:lnTo>
                    <a:pt x="1537097" y="1602711"/>
                  </a:lnTo>
                  <a:lnTo>
                    <a:pt x="1540046" y="1611012"/>
                  </a:lnTo>
                  <a:lnTo>
                    <a:pt x="1537097" y="1619313"/>
                  </a:lnTo>
                  <a:lnTo>
                    <a:pt x="1528249" y="1623086"/>
                  </a:lnTo>
                  <a:close/>
                </a:path>
                <a:path w="4122420" h="2482215">
                  <a:moveTo>
                    <a:pt x="2133961" y="1623086"/>
                  </a:moveTo>
                  <a:lnTo>
                    <a:pt x="2133455" y="1623086"/>
                  </a:lnTo>
                  <a:lnTo>
                    <a:pt x="2132419" y="1623014"/>
                  </a:lnTo>
                  <a:lnTo>
                    <a:pt x="2123870" y="1618811"/>
                  </a:lnTo>
                  <a:lnTo>
                    <a:pt x="2121020" y="1611012"/>
                  </a:lnTo>
                  <a:lnTo>
                    <a:pt x="2123870" y="1603212"/>
                  </a:lnTo>
                  <a:lnTo>
                    <a:pt x="2132419" y="1599010"/>
                  </a:lnTo>
                  <a:lnTo>
                    <a:pt x="2132949" y="1598962"/>
                  </a:lnTo>
                  <a:lnTo>
                    <a:pt x="2133961" y="1598938"/>
                  </a:lnTo>
                  <a:lnTo>
                    <a:pt x="2143235" y="1602711"/>
                  </a:lnTo>
                  <a:lnTo>
                    <a:pt x="2146326" y="1611012"/>
                  </a:lnTo>
                  <a:lnTo>
                    <a:pt x="2143235" y="1619313"/>
                  </a:lnTo>
                  <a:lnTo>
                    <a:pt x="2133961" y="1623086"/>
                  </a:lnTo>
                  <a:close/>
                </a:path>
                <a:path w="4122420" h="2482215">
                  <a:moveTo>
                    <a:pt x="2360866" y="1623086"/>
                  </a:moveTo>
                  <a:lnTo>
                    <a:pt x="2360360" y="1623086"/>
                  </a:lnTo>
                  <a:lnTo>
                    <a:pt x="2359323" y="1623014"/>
                  </a:lnTo>
                  <a:lnTo>
                    <a:pt x="2350774" y="1618811"/>
                  </a:lnTo>
                  <a:lnTo>
                    <a:pt x="2347925" y="1611012"/>
                  </a:lnTo>
                  <a:lnTo>
                    <a:pt x="2350774" y="1603212"/>
                  </a:lnTo>
                  <a:lnTo>
                    <a:pt x="2359323" y="1599010"/>
                  </a:lnTo>
                  <a:lnTo>
                    <a:pt x="2359854" y="1598962"/>
                  </a:lnTo>
                  <a:lnTo>
                    <a:pt x="2360866" y="1598938"/>
                  </a:lnTo>
                  <a:lnTo>
                    <a:pt x="2370140" y="1602711"/>
                  </a:lnTo>
                  <a:lnTo>
                    <a:pt x="2373232" y="1611012"/>
                  </a:lnTo>
                  <a:lnTo>
                    <a:pt x="2370140" y="1619313"/>
                  </a:lnTo>
                  <a:lnTo>
                    <a:pt x="2360866" y="1623086"/>
                  </a:lnTo>
                  <a:close/>
                </a:path>
                <a:path w="4122420" h="2482215">
                  <a:moveTo>
                    <a:pt x="3908865" y="1649416"/>
                  </a:moveTo>
                  <a:lnTo>
                    <a:pt x="3908005" y="1648600"/>
                  </a:lnTo>
                  <a:lnTo>
                    <a:pt x="3908005" y="1642198"/>
                  </a:lnTo>
                  <a:lnTo>
                    <a:pt x="3908865" y="1639800"/>
                  </a:lnTo>
                  <a:lnTo>
                    <a:pt x="3910534" y="1638217"/>
                  </a:lnTo>
                  <a:lnTo>
                    <a:pt x="3908865" y="1649416"/>
                  </a:lnTo>
                  <a:close/>
                </a:path>
                <a:path w="4122420" h="2482215">
                  <a:moveTo>
                    <a:pt x="3844483" y="1657425"/>
                  </a:moveTo>
                  <a:lnTo>
                    <a:pt x="3843927" y="1657425"/>
                  </a:lnTo>
                  <a:lnTo>
                    <a:pt x="3834207" y="1653663"/>
                  </a:lnTo>
                  <a:lnTo>
                    <a:pt x="3830841" y="1645387"/>
                  </a:lnTo>
                  <a:lnTo>
                    <a:pt x="3833828" y="1637111"/>
                  </a:lnTo>
                  <a:lnTo>
                    <a:pt x="3843169" y="1633349"/>
                  </a:lnTo>
                  <a:lnTo>
                    <a:pt x="3844205" y="1633349"/>
                  </a:lnTo>
                  <a:lnTo>
                    <a:pt x="3844762" y="1633397"/>
                  </a:lnTo>
                  <a:lnTo>
                    <a:pt x="3853296" y="1637266"/>
                  </a:lnTo>
                  <a:lnTo>
                    <a:pt x="3856141" y="1645102"/>
                  </a:lnTo>
                  <a:lnTo>
                    <a:pt x="3853296" y="1653087"/>
                  </a:lnTo>
                  <a:lnTo>
                    <a:pt x="3844762" y="1657401"/>
                  </a:lnTo>
                  <a:lnTo>
                    <a:pt x="3844483" y="1657425"/>
                  </a:lnTo>
                  <a:close/>
                </a:path>
                <a:path w="4122420" h="2482215">
                  <a:moveTo>
                    <a:pt x="737054" y="1658001"/>
                  </a:moveTo>
                  <a:lnTo>
                    <a:pt x="727293" y="1658001"/>
                  </a:lnTo>
                  <a:lnTo>
                    <a:pt x="723981" y="1656850"/>
                  </a:lnTo>
                  <a:lnTo>
                    <a:pt x="721199" y="1654212"/>
                  </a:lnTo>
                  <a:lnTo>
                    <a:pt x="717788" y="1648042"/>
                  </a:lnTo>
                  <a:lnTo>
                    <a:pt x="718566" y="1641505"/>
                  </a:lnTo>
                  <a:lnTo>
                    <a:pt x="722981" y="1636322"/>
                  </a:lnTo>
                  <a:lnTo>
                    <a:pt x="730480" y="1634212"/>
                  </a:lnTo>
                  <a:lnTo>
                    <a:pt x="731314" y="1635004"/>
                  </a:lnTo>
                  <a:lnTo>
                    <a:pt x="737231" y="1635004"/>
                  </a:lnTo>
                  <a:lnTo>
                    <a:pt x="742289" y="1639800"/>
                  </a:lnTo>
                  <a:lnTo>
                    <a:pt x="743123" y="1646202"/>
                  </a:lnTo>
                  <a:lnTo>
                    <a:pt x="743123" y="1653181"/>
                  </a:lnTo>
                  <a:lnTo>
                    <a:pt x="737054" y="1658001"/>
                  </a:lnTo>
                  <a:close/>
                </a:path>
                <a:path w="4122420" h="2482215">
                  <a:moveTo>
                    <a:pt x="812588" y="1658001"/>
                  </a:moveTo>
                  <a:lnTo>
                    <a:pt x="802852" y="1658001"/>
                  </a:lnTo>
                  <a:lnTo>
                    <a:pt x="799615" y="1656850"/>
                  </a:lnTo>
                  <a:lnTo>
                    <a:pt x="797112" y="1654212"/>
                  </a:lnTo>
                  <a:lnTo>
                    <a:pt x="793349" y="1648042"/>
                  </a:lnTo>
                  <a:lnTo>
                    <a:pt x="794166" y="1641505"/>
                  </a:lnTo>
                  <a:lnTo>
                    <a:pt x="798776" y="1636322"/>
                  </a:lnTo>
                  <a:lnTo>
                    <a:pt x="806392" y="1634212"/>
                  </a:lnTo>
                  <a:lnTo>
                    <a:pt x="807252" y="1635004"/>
                  </a:lnTo>
                  <a:lnTo>
                    <a:pt x="813144" y="1635004"/>
                  </a:lnTo>
                  <a:lnTo>
                    <a:pt x="818202" y="1639800"/>
                  </a:lnTo>
                  <a:lnTo>
                    <a:pt x="819062" y="1646202"/>
                  </a:lnTo>
                  <a:lnTo>
                    <a:pt x="819062" y="1653181"/>
                  </a:lnTo>
                  <a:lnTo>
                    <a:pt x="812588" y="1658001"/>
                  </a:lnTo>
                  <a:close/>
                </a:path>
                <a:path w="4122420" h="2482215">
                  <a:moveTo>
                    <a:pt x="1267637" y="1658001"/>
                  </a:moveTo>
                  <a:lnTo>
                    <a:pt x="1257876" y="1658001"/>
                  </a:lnTo>
                  <a:lnTo>
                    <a:pt x="1254563" y="1656850"/>
                  </a:lnTo>
                  <a:lnTo>
                    <a:pt x="1251781" y="1654212"/>
                  </a:lnTo>
                  <a:lnTo>
                    <a:pt x="1248370" y="1648042"/>
                  </a:lnTo>
                  <a:lnTo>
                    <a:pt x="1249148" y="1641505"/>
                  </a:lnTo>
                  <a:lnTo>
                    <a:pt x="1253563" y="1636322"/>
                  </a:lnTo>
                  <a:lnTo>
                    <a:pt x="1261062" y="1634212"/>
                  </a:lnTo>
                  <a:lnTo>
                    <a:pt x="1261062" y="1635004"/>
                  </a:lnTo>
                  <a:lnTo>
                    <a:pt x="1267813" y="1635004"/>
                  </a:lnTo>
                  <a:lnTo>
                    <a:pt x="1272871" y="1639800"/>
                  </a:lnTo>
                  <a:lnTo>
                    <a:pt x="1273706" y="1646202"/>
                  </a:lnTo>
                  <a:lnTo>
                    <a:pt x="1273706" y="1653181"/>
                  </a:lnTo>
                  <a:lnTo>
                    <a:pt x="1267637" y="1658001"/>
                  </a:lnTo>
                  <a:close/>
                </a:path>
                <a:path w="4122420" h="2482215">
                  <a:moveTo>
                    <a:pt x="2252863" y="1658001"/>
                  </a:moveTo>
                  <a:lnTo>
                    <a:pt x="2243481" y="1658001"/>
                  </a:lnTo>
                  <a:lnTo>
                    <a:pt x="2240346" y="1656850"/>
                  </a:lnTo>
                  <a:lnTo>
                    <a:pt x="2237842" y="1654212"/>
                  </a:lnTo>
                  <a:lnTo>
                    <a:pt x="2234066" y="1648042"/>
                  </a:lnTo>
                  <a:lnTo>
                    <a:pt x="2234792" y="1641505"/>
                  </a:lnTo>
                  <a:lnTo>
                    <a:pt x="2239154" y="1636322"/>
                  </a:lnTo>
                  <a:lnTo>
                    <a:pt x="2246288" y="1634212"/>
                  </a:lnTo>
                  <a:lnTo>
                    <a:pt x="2246288" y="1635004"/>
                  </a:lnTo>
                  <a:lnTo>
                    <a:pt x="2253953" y="1635004"/>
                  </a:lnTo>
                  <a:lnTo>
                    <a:pt x="2258932" y="1639536"/>
                  </a:lnTo>
                  <a:lnTo>
                    <a:pt x="2258932" y="1653181"/>
                  </a:lnTo>
                  <a:lnTo>
                    <a:pt x="2252863" y="1658001"/>
                  </a:lnTo>
                  <a:close/>
                </a:path>
                <a:path w="4122420" h="2482215">
                  <a:moveTo>
                    <a:pt x="2253953" y="1635004"/>
                  </a:moveTo>
                  <a:lnTo>
                    <a:pt x="2246288" y="1635004"/>
                  </a:lnTo>
                  <a:lnTo>
                    <a:pt x="2246769" y="1634956"/>
                  </a:lnTo>
                  <a:lnTo>
                    <a:pt x="2247274" y="1634932"/>
                  </a:lnTo>
                  <a:lnTo>
                    <a:pt x="2253874" y="1634932"/>
                  </a:lnTo>
                  <a:close/>
                </a:path>
                <a:path w="4122420" h="2482215">
                  <a:moveTo>
                    <a:pt x="2479768" y="1658001"/>
                  </a:moveTo>
                  <a:lnTo>
                    <a:pt x="2470386" y="1658001"/>
                  </a:lnTo>
                  <a:lnTo>
                    <a:pt x="2467251" y="1656850"/>
                  </a:lnTo>
                  <a:lnTo>
                    <a:pt x="2464747" y="1654212"/>
                  </a:lnTo>
                  <a:lnTo>
                    <a:pt x="2460971" y="1648042"/>
                  </a:lnTo>
                  <a:lnTo>
                    <a:pt x="2461697" y="1641505"/>
                  </a:lnTo>
                  <a:lnTo>
                    <a:pt x="2466059" y="1636322"/>
                  </a:lnTo>
                  <a:lnTo>
                    <a:pt x="2473193" y="1634212"/>
                  </a:lnTo>
                  <a:lnTo>
                    <a:pt x="2473193" y="1635004"/>
                  </a:lnTo>
                  <a:lnTo>
                    <a:pt x="2479944" y="1635004"/>
                  </a:lnTo>
                  <a:lnTo>
                    <a:pt x="2485837" y="1639800"/>
                  </a:lnTo>
                  <a:lnTo>
                    <a:pt x="2485837" y="1653181"/>
                  </a:lnTo>
                  <a:lnTo>
                    <a:pt x="2479768" y="1658001"/>
                  </a:lnTo>
                  <a:close/>
                </a:path>
                <a:path w="4122420" h="2482215">
                  <a:moveTo>
                    <a:pt x="888577" y="1658240"/>
                  </a:moveTo>
                  <a:lnTo>
                    <a:pt x="878790" y="1658240"/>
                  </a:lnTo>
                  <a:lnTo>
                    <a:pt x="875655" y="1657257"/>
                  </a:lnTo>
                  <a:lnTo>
                    <a:pt x="873025" y="1655003"/>
                  </a:lnTo>
                  <a:lnTo>
                    <a:pt x="869614" y="1648376"/>
                  </a:lnTo>
                  <a:lnTo>
                    <a:pt x="870392" y="1641604"/>
                  </a:lnTo>
                  <a:lnTo>
                    <a:pt x="874807" y="1636335"/>
                  </a:lnTo>
                  <a:lnTo>
                    <a:pt x="882306" y="1634212"/>
                  </a:lnTo>
                  <a:lnTo>
                    <a:pt x="882306" y="1635004"/>
                  </a:lnTo>
                  <a:lnTo>
                    <a:pt x="889057" y="1635004"/>
                  </a:lnTo>
                  <a:lnTo>
                    <a:pt x="894975" y="1639800"/>
                  </a:lnTo>
                  <a:lnTo>
                    <a:pt x="894975" y="1653372"/>
                  </a:lnTo>
                  <a:lnTo>
                    <a:pt x="888577" y="1658240"/>
                  </a:lnTo>
                  <a:close/>
                </a:path>
                <a:path w="4122420" h="2482215">
                  <a:moveTo>
                    <a:pt x="964490" y="1658240"/>
                  </a:moveTo>
                  <a:lnTo>
                    <a:pt x="955108" y="1658240"/>
                  </a:lnTo>
                  <a:lnTo>
                    <a:pt x="952150" y="1657257"/>
                  </a:lnTo>
                  <a:lnTo>
                    <a:pt x="949798" y="1655003"/>
                  </a:lnTo>
                  <a:lnTo>
                    <a:pt x="946011" y="1648376"/>
                  </a:lnTo>
                  <a:lnTo>
                    <a:pt x="946735" y="1641604"/>
                  </a:lnTo>
                  <a:lnTo>
                    <a:pt x="951096" y="1636335"/>
                  </a:lnTo>
                  <a:lnTo>
                    <a:pt x="958219" y="1634212"/>
                  </a:lnTo>
                  <a:lnTo>
                    <a:pt x="958219" y="1635004"/>
                  </a:lnTo>
                  <a:lnTo>
                    <a:pt x="964971" y="1635004"/>
                  </a:lnTo>
                  <a:lnTo>
                    <a:pt x="970888" y="1639800"/>
                  </a:lnTo>
                  <a:lnTo>
                    <a:pt x="970888" y="1653372"/>
                  </a:lnTo>
                  <a:lnTo>
                    <a:pt x="964490" y="1658240"/>
                  </a:lnTo>
                  <a:close/>
                </a:path>
                <a:path w="4122420" h="2482215">
                  <a:moveTo>
                    <a:pt x="1040403" y="1658240"/>
                  </a:moveTo>
                  <a:lnTo>
                    <a:pt x="1030617" y="1658240"/>
                  </a:lnTo>
                  <a:lnTo>
                    <a:pt x="1027506" y="1657257"/>
                  </a:lnTo>
                  <a:lnTo>
                    <a:pt x="1024876" y="1655003"/>
                  </a:lnTo>
                  <a:lnTo>
                    <a:pt x="1021572" y="1648376"/>
                  </a:lnTo>
                  <a:lnTo>
                    <a:pt x="1022547" y="1641604"/>
                  </a:lnTo>
                  <a:lnTo>
                    <a:pt x="1027007" y="1636335"/>
                  </a:lnTo>
                  <a:lnTo>
                    <a:pt x="1034157" y="1634212"/>
                  </a:lnTo>
                  <a:lnTo>
                    <a:pt x="1034157" y="1635004"/>
                  </a:lnTo>
                  <a:lnTo>
                    <a:pt x="1040883" y="1635004"/>
                  </a:lnTo>
                  <a:lnTo>
                    <a:pt x="1046801" y="1639800"/>
                  </a:lnTo>
                  <a:lnTo>
                    <a:pt x="1046801" y="1653372"/>
                  </a:lnTo>
                  <a:lnTo>
                    <a:pt x="1040403" y="1658240"/>
                  </a:lnTo>
                  <a:close/>
                </a:path>
                <a:path w="4122420" h="2482215">
                  <a:moveTo>
                    <a:pt x="1343221" y="1658240"/>
                  </a:moveTo>
                  <a:lnTo>
                    <a:pt x="1333839" y="1658240"/>
                  </a:lnTo>
                  <a:lnTo>
                    <a:pt x="1330906" y="1657257"/>
                  </a:lnTo>
                  <a:lnTo>
                    <a:pt x="1328529" y="1655003"/>
                  </a:lnTo>
                  <a:lnTo>
                    <a:pt x="1324753" y="1648376"/>
                  </a:lnTo>
                  <a:lnTo>
                    <a:pt x="1325479" y="1641604"/>
                  </a:lnTo>
                  <a:lnTo>
                    <a:pt x="1329841" y="1636335"/>
                  </a:lnTo>
                  <a:lnTo>
                    <a:pt x="1336975" y="1634212"/>
                  </a:lnTo>
                  <a:lnTo>
                    <a:pt x="1336975" y="1635004"/>
                  </a:lnTo>
                  <a:lnTo>
                    <a:pt x="1343727" y="1635004"/>
                  </a:lnTo>
                  <a:lnTo>
                    <a:pt x="1349619" y="1639800"/>
                  </a:lnTo>
                  <a:lnTo>
                    <a:pt x="1349619" y="1653372"/>
                  </a:lnTo>
                  <a:lnTo>
                    <a:pt x="1343221" y="1658240"/>
                  </a:lnTo>
                  <a:close/>
                </a:path>
                <a:path w="4122420" h="2482215">
                  <a:moveTo>
                    <a:pt x="1721977" y="1658240"/>
                  </a:moveTo>
                  <a:lnTo>
                    <a:pt x="1712570" y="1658240"/>
                  </a:lnTo>
                  <a:lnTo>
                    <a:pt x="1709637" y="1657257"/>
                  </a:lnTo>
                  <a:lnTo>
                    <a:pt x="1707285" y="1655003"/>
                  </a:lnTo>
                  <a:lnTo>
                    <a:pt x="1703498" y="1648376"/>
                  </a:lnTo>
                  <a:lnTo>
                    <a:pt x="1704222" y="1641604"/>
                  </a:lnTo>
                  <a:lnTo>
                    <a:pt x="1708583" y="1636335"/>
                  </a:lnTo>
                  <a:lnTo>
                    <a:pt x="1715706" y="1634212"/>
                  </a:lnTo>
                  <a:lnTo>
                    <a:pt x="1715706" y="1635004"/>
                  </a:lnTo>
                  <a:lnTo>
                    <a:pt x="1722458" y="1635004"/>
                  </a:lnTo>
                  <a:lnTo>
                    <a:pt x="1728375" y="1639800"/>
                  </a:lnTo>
                  <a:lnTo>
                    <a:pt x="1728375" y="1653372"/>
                  </a:lnTo>
                  <a:lnTo>
                    <a:pt x="1721977" y="1658240"/>
                  </a:lnTo>
                  <a:close/>
                </a:path>
                <a:path w="4122420" h="2482215">
                  <a:moveTo>
                    <a:pt x="1797890" y="1658240"/>
                  </a:moveTo>
                  <a:lnTo>
                    <a:pt x="1788104" y="1658240"/>
                  </a:lnTo>
                  <a:lnTo>
                    <a:pt x="1784968" y="1657257"/>
                  </a:lnTo>
                  <a:lnTo>
                    <a:pt x="1782338" y="1655003"/>
                  </a:lnTo>
                  <a:lnTo>
                    <a:pt x="1779048" y="1648376"/>
                  </a:lnTo>
                  <a:lnTo>
                    <a:pt x="1780028" y="1641604"/>
                  </a:lnTo>
                  <a:lnTo>
                    <a:pt x="1784483" y="1636335"/>
                  </a:lnTo>
                  <a:lnTo>
                    <a:pt x="1791619" y="1634212"/>
                  </a:lnTo>
                  <a:lnTo>
                    <a:pt x="1791619" y="1635004"/>
                  </a:lnTo>
                  <a:lnTo>
                    <a:pt x="1798371" y="1635004"/>
                  </a:lnTo>
                  <a:lnTo>
                    <a:pt x="1804288" y="1639800"/>
                  </a:lnTo>
                  <a:lnTo>
                    <a:pt x="1804288" y="1653372"/>
                  </a:lnTo>
                  <a:lnTo>
                    <a:pt x="1797890" y="1658240"/>
                  </a:lnTo>
                  <a:close/>
                </a:path>
                <a:path w="4122420" h="2482215">
                  <a:moveTo>
                    <a:pt x="2176621" y="1658240"/>
                  </a:moveTo>
                  <a:lnTo>
                    <a:pt x="2166835" y="1658240"/>
                  </a:lnTo>
                  <a:lnTo>
                    <a:pt x="2163724" y="1657257"/>
                  </a:lnTo>
                  <a:lnTo>
                    <a:pt x="2161094" y="1655003"/>
                  </a:lnTo>
                  <a:lnTo>
                    <a:pt x="2157683" y="1648376"/>
                  </a:lnTo>
                  <a:lnTo>
                    <a:pt x="2158462" y="1641604"/>
                  </a:lnTo>
                  <a:lnTo>
                    <a:pt x="2162876" y="1636335"/>
                  </a:lnTo>
                  <a:lnTo>
                    <a:pt x="2170375" y="1634212"/>
                  </a:lnTo>
                  <a:lnTo>
                    <a:pt x="2170375" y="1635004"/>
                  </a:lnTo>
                  <a:lnTo>
                    <a:pt x="2177127" y="1635004"/>
                  </a:lnTo>
                  <a:lnTo>
                    <a:pt x="2183019" y="1639800"/>
                  </a:lnTo>
                  <a:lnTo>
                    <a:pt x="2183019" y="1653372"/>
                  </a:lnTo>
                  <a:lnTo>
                    <a:pt x="2176621" y="1658240"/>
                  </a:lnTo>
                  <a:close/>
                </a:path>
                <a:path w="4122420" h="2482215">
                  <a:moveTo>
                    <a:pt x="283624" y="1658408"/>
                  </a:moveTo>
                  <a:lnTo>
                    <a:pt x="273863" y="1658408"/>
                  </a:lnTo>
                  <a:lnTo>
                    <a:pt x="270702" y="1657353"/>
                  </a:lnTo>
                  <a:lnTo>
                    <a:pt x="268224" y="1655003"/>
                  </a:lnTo>
                  <a:lnTo>
                    <a:pt x="264461" y="1648720"/>
                  </a:lnTo>
                  <a:lnTo>
                    <a:pt x="265278" y="1641910"/>
                  </a:lnTo>
                  <a:lnTo>
                    <a:pt x="269888" y="1636449"/>
                  </a:lnTo>
                  <a:lnTo>
                    <a:pt x="277505" y="1634212"/>
                  </a:lnTo>
                  <a:lnTo>
                    <a:pt x="276670" y="1635004"/>
                  </a:lnTo>
                  <a:lnTo>
                    <a:pt x="284226" y="1635004"/>
                  </a:lnTo>
                  <a:lnTo>
                    <a:pt x="289364" y="1640207"/>
                  </a:lnTo>
                  <a:lnTo>
                    <a:pt x="290174" y="1646202"/>
                  </a:lnTo>
                  <a:lnTo>
                    <a:pt x="290174" y="1653780"/>
                  </a:lnTo>
                  <a:lnTo>
                    <a:pt x="283624" y="1658408"/>
                  </a:lnTo>
                  <a:close/>
                </a:path>
                <a:path w="4122420" h="2482215">
                  <a:moveTo>
                    <a:pt x="284226" y="1635004"/>
                  </a:moveTo>
                  <a:lnTo>
                    <a:pt x="276670" y="1635004"/>
                  </a:lnTo>
                  <a:lnTo>
                    <a:pt x="277530" y="1634932"/>
                  </a:lnTo>
                  <a:lnTo>
                    <a:pt x="284155" y="1634932"/>
                  </a:lnTo>
                  <a:close/>
                </a:path>
                <a:path w="4122420" h="2482215">
                  <a:moveTo>
                    <a:pt x="1419387" y="1658408"/>
                  </a:moveTo>
                  <a:lnTo>
                    <a:pt x="1409626" y="1658408"/>
                  </a:lnTo>
                  <a:lnTo>
                    <a:pt x="1406338" y="1657353"/>
                  </a:lnTo>
                  <a:lnTo>
                    <a:pt x="1403607" y="1655003"/>
                  </a:lnTo>
                  <a:lnTo>
                    <a:pt x="1400314" y="1648376"/>
                  </a:lnTo>
                  <a:lnTo>
                    <a:pt x="1401287" y="1641604"/>
                  </a:lnTo>
                  <a:lnTo>
                    <a:pt x="1405741" y="1636335"/>
                  </a:lnTo>
                  <a:lnTo>
                    <a:pt x="1412888" y="1634212"/>
                  </a:lnTo>
                  <a:lnTo>
                    <a:pt x="1412888" y="1635004"/>
                  </a:lnTo>
                  <a:lnTo>
                    <a:pt x="1419640" y="1635004"/>
                  </a:lnTo>
                  <a:lnTo>
                    <a:pt x="1425532" y="1639800"/>
                  </a:lnTo>
                  <a:lnTo>
                    <a:pt x="1425532" y="1653780"/>
                  </a:lnTo>
                  <a:lnTo>
                    <a:pt x="1419387" y="1658408"/>
                  </a:lnTo>
                  <a:close/>
                </a:path>
                <a:path w="4122420" h="2482215">
                  <a:moveTo>
                    <a:pt x="1570733" y="1658408"/>
                  </a:moveTo>
                  <a:lnTo>
                    <a:pt x="1561073" y="1658408"/>
                  </a:lnTo>
                  <a:lnTo>
                    <a:pt x="1557912" y="1657353"/>
                  </a:lnTo>
                  <a:lnTo>
                    <a:pt x="1555433" y="1655003"/>
                  </a:lnTo>
                  <a:lnTo>
                    <a:pt x="1551670" y="1648720"/>
                  </a:lnTo>
                  <a:lnTo>
                    <a:pt x="1552488" y="1641910"/>
                  </a:lnTo>
                  <a:lnTo>
                    <a:pt x="1557098" y="1636449"/>
                  </a:lnTo>
                  <a:lnTo>
                    <a:pt x="1564714" y="1634212"/>
                  </a:lnTo>
                  <a:lnTo>
                    <a:pt x="1564714" y="1635004"/>
                  </a:lnTo>
                  <a:lnTo>
                    <a:pt x="1571466" y="1635004"/>
                  </a:lnTo>
                  <a:lnTo>
                    <a:pt x="1576523" y="1639800"/>
                  </a:lnTo>
                  <a:lnTo>
                    <a:pt x="1576523" y="1646202"/>
                  </a:lnTo>
                  <a:lnTo>
                    <a:pt x="1577105" y="1653780"/>
                  </a:lnTo>
                  <a:lnTo>
                    <a:pt x="1570733" y="1658408"/>
                  </a:lnTo>
                  <a:close/>
                </a:path>
                <a:path w="4122420" h="2482215">
                  <a:moveTo>
                    <a:pt x="1949565" y="1658408"/>
                  </a:moveTo>
                  <a:lnTo>
                    <a:pt x="1939829" y="1658408"/>
                  </a:lnTo>
                  <a:lnTo>
                    <a:pt x="1936643" y="1657353"/>
                  </a:lnTo>
                  <a:lnTo>
                    <a:pt x="1934190" y="1655003"/>
                  </a:lnTo>
                  <a:lnTo>
                    <a:pt x="1930416" y="1648720"/>
                  </a:lnTo>
                  <a:lnTo>
                    <a:pt x="1931234" y="1641910"/>
                  </a:lnTo>
                  <a:lnTo>
                    <a:pt x="1935851" y="1636449"/>
                  </a:lnTo>
                  <a:lnTo>
                    <a:pt x="1943470" y="1634212"/>
                  </a:lnTo>
                  <a:lnTo>
                    <a:pt x="1943470" y="1635004"/>
                  </a:lnTo>
                  <a:lnTo>
                    <a:pt x="1950197" y="1635004"/>
                  </a:lnTo>
                  <a:lnTo>
                    <a:pt x="1955280" y="1639800"/>
                  </a:lnTo>
                  <a:lnTo>
                    <a:pt x="1956114" y="1646202"/>
                  </a:lnTo>
                  <a:lnTo>
                    <a:pt x="1956114" y="1653780"/>
                  </a:lnTo>
                  <a:lnTo>
                    <a:pt x="1949565" y="1658408"/>
                  </a:lnTo>
                  <a:close/>
                </a:path>
                <a:path w="4122420" h="2482215">
                  <a:moveTo>
                    <a:pt x="434616" y="1658768"/>
                  </a:moveTo>
                  <a:lnTo>
                    <a:pt x="424880" y="1658768"/>
                  </a:lnTo>
                  <a:lnTo>
                    <a:pt x="421694" y="1657617"/>
                  </a:lnTo>
                  <a:lnTo>
                    <a:pt x="419215" y="1655003"/>
                  </a:lnTo>
                  <a:lnTo>
                    <a:pt x="415452" y="1648843"/>
                  </a:lnTo>
                  <a:lnTo>
                    <a:pt x="416270" y="1642306"/>
                  </a:lnTo>
                  <a:lnTo>
                    <a:pt x="420880" y="1637117"/>
                  </a:lnTo>
                  <a:lnTo>
                    <a:pt x="428496" y="1635004"/>
                  </a:lnTo>
                  <a:lnTo>
                    <a:pt x="435248" y="1635004"/>
                  </a:lnTo>
                  <a:lnTo>
                    <a:pt x="441165" y="1639800"/>
                  </a:lnTo>
                  <a:lnTo>
                    <a:pt x="441165" y="1653756"/>
                  </a:lnTo>
                  <a:lnTo>
                    <a:pt x="434616" y="1658768"/>
                  </a:lnTo>
                  <a:close/>
                </a:path>
                <a:path w="4122420" h="2482215">
                  <a:moveTo>
                    <a:pt x="2100961" y="1658768"/>
                  </a:moveTo>
                  <a:lnTo>
                    <a:pt x="2091579" y="1658768"/>
                  </a:lnTo>
                  <a:lnTo>
                    <a:pt x="2088494" y="1657617"/>
                  </a:lnTo>
                  <a:lnTo>
                    <a:pt x="2086016" y="1655003"/>
                  </a:lnTo>
                  <a:lnTo>
                    <a:pt x="2082229" y="1648843"/>
                  </a:lnTo>
                  <a:lnTo>
                    <a:pt x="2082956" y="1642306"/>
                  </a:lnTo>
                  <a:lnTo>
                    <a:pt x="2087325" y="1637117"/>
                  </a:lnTo>
                  <a:lnTo>
                    <a:pt x="2094462" y="1635004"/>
                  </a:lnTo>
                  <a:lnTo>
                    <a:pt x="2101188" y="1635004"/>
                  </a:lnTo>
                  <a:lnTo>
                    <a:pt x="2107106" y="1639800"/>
                  </a:lnTo>
                  <a:lnTo>
                    <a:pt x="2107106" y="1653756"/>
                  </a:lnTo>
                  <a:lnTo>
                    <a:pt x="2100961" y="1658768"/>
                  </a:lnTo>
                  <a:close/>
                </a:path>
                <a:path w="4122420" h="2482215">
                  <a:moveTo>
                    <a:pt x="359158" y="1658792"/>
                  </a:moveTo>
                  <a:lnTo>
                    <a:pt x="349397" y="1658792"/>
                  </a:lnTo>
                  <a:lnTo>
                    <a:pt x="346084" y="1657641"/>
                  </a:lnTo>
                  <a:lnTo>
                    <a:pt x="343303" y="1655003"/>
                  </a:lnTo>
                  <a:lnTo>
                    <a:pt x="339892" y="1648843"/>
                  </a:lnTo>
                  <a:lnTo>
                    <a:pt x="340669" y="1642306"/>
                  </a:lnTo>
                  <a:lnTo>
                    <a:pt x="345084" y="1637117"/>
                  </a:lnTo>
                  <a:lnTo>
                    <a:pt x="352583" y="1635004"/>
                  </a:lnTo>
                  <a:lnTo>
                    <a:pt x="359335" y="1635004"/>
                  </a:lnTo>
                  <a:lnTo>
                    <a:pt x="365227" y="1639800"/>
                  </a:lnTo>
                  <a:lnTo>
                    <a:pt x="365227" y="1653972"/>
                  </a:lnTo>
                  <a:lnTo>
                    <a:pt x="359158" y="1658792"/>
                  </a:lnTo>
                  <a:close/>
                </a:path>
                <a:path w="4122420" h="2482215">
                  <a:moveTo>
                    <a:pt x="586063" y="1658792"/>
                  </a:moveTo>
                  <a:lnTo>
                    <a:pt x="576681" y="1658792"/>
                  </a:lnTo>
                  <a:lnTo>
                    <a:pt x="573545" y="1657641"/>
                  </a:lnTo>
                  <a:lnTo>
                    <a:pt x="571067" y="1655003"/>
                  </a:lnTo>
                  <a:lnTo>
                    <a:pt x="567276" y="1648843"/>
                  </a:lnTo>
                  <a:lnTo>
                    <a:pt x="567995" y="1642306"/>
                  </a:lnTo>
                  <a:lnTo>
                    <a:pt x="572354" y="1637117"/>
                  </a:lnTo>
                  <a:lnTo>
                    <a:pt x="579488" y="1635004"/>
                  </a:lnTo>
                  <a:lnTo>
                    <a:pt x="586240" y="1635004"/>
                  </a:lnTo>
                  <a:lnTo>
                    <a:pt x="592131" y="1639800"/>
                  </a:lnTo>
                  <a:lnTo>
                    <a:pt x="592131" y="1653972"/>
                  </a:lnTo>
                  <a:lnTo>
                    <a:pt x="586063" y="1658792"/>
                  </a:lnTo>
                  <a:close/>
                </a:path>
                <a:path w="4122420" h="2482215">
                  <a:moveTo>
                    <a:pt x="661976" y="1658792"/>
                  </a:moveTo>
                  <a:lnTo>
                    <a:pt x="652240" y="1658792"/>
                  </a:lnTo>
                  <a:lnTo>
                    <a:pt x="648902" y="1657641"/>
                  </a:lnTo>
                  <a:lnTo>
                    <a:pt x="646121" y="1655003"/>
                  </a:lnTo>
                  <a:lnTo>
                    <a:pt x="642830" y="1648843"/>
                  </a:lnTo>
                  <a:lnTo>
                    <a:pt x="643810" y="1642306"/>
                  </a:lnTo>
                  <a:lnTo>
                    <a:pt x="648265" y="1637117"/>
                  </a:lnTo>
                  <a:lnTo>
                    <a:pt x="655401" y="1635004"/>
                  </a:lnTo>
                  <a:lnTo>
                    <a:pt x="662153" y="1635004"/>
                  </a:lnTo>
                  <a:lnTo>
                    <a:pt x="668070" y="1639800"/>
                  </a:lnTo>
                  <a:lnTo>
                    <a:pt x="668070" y="1653972"/>
                  </a:lnTo>
                  <a:lnTo>
                    <a:pt x="661976" y="1658792"/>
                  </a:lnTo>
                  <a:close/>
                </a:path>
                <a:path w="4122420" h="2482215">
                  <a:moveTo>
                    <a:pt x="1116645" y="1658792"/>
                  </a:moveTo>
                  <a:lnTo>
                    <a:pt x="1106884" y="1658792"/>
                  </a:lnTo>
                  <a:lnTo>
                    <a:pt x="1103571" y="1657641"/>
                  </a:lnTo>
                  <a:lnTo>
                    <a:pt x="1100790" y="1655003"/>
                  </a:lnTo>
                  <a:lnTo>
                    <a:pt x="1097379" y="1648843"/>
                  </a:lnTo>
                  <a:lnTo>
                    <a:pt x="1098157" y="1642306"/>
                  </a:lnTo>
                  <a:lnTo>
                    <a:pt x="1102571" y="1637117"/>
                  </a:lnTo>
                  <a:lnTo>
                    <a:pt x="1110070" y="1635004"/>
                  </a:lnTo>
                  <a:lnTo>
                    <a:pt x="1116822" y="1635004"/>
                  </a:lnTo>
                  <a:lnTo>
                    <a:pt x="1122714" y="1639800"/>
                  </a:lnTo>
                  <a:lnTo>
                    <a:pt x="1122714" y="1653972"/>
                  </a:lnTo>
                  <a:lnTo>
                    <a:pt x="1116645" y="1658792"/>
                  </a:lnTo>
                  <a:close/>
                </a:path>
                <a:path w="4122420" h="2482215">
                  <a:moveTo>
                    <a:pt x="1192078" y="1658792"/>
                  </a:moveTo>
                  <a:lnTo>
                    <a:pt x="1182443" y="1658792"/>
                  </a:lnTo>
                  <a:lnTo>
                    <a:pt x="1179206" y="1657641"/>
                  </a:lnTo>
                  <a:lnTo>
                    <a:pt x="1176703" y="1655003"/>
                  </a:lnTo>
                  <a:lnTo>
                    <a:pt x="1172929" y="1648843"/>
                  </a:lnTo>
                  <a:lnTo>
                    <a:pt x="1173747" y="1642306"/>
                  </a:lnTo>
                  <a:lnTo>
                    <a:pt x="1178363" y="1637117"/>
                  </a:lnTo>
                  <a:lnTo>
                    <a:pt x="1185983" y="1635004"/>
                  </a:lnTo>
                  <a:lnTo>
                    <a:pt x="1192735" y="1635004"/>
                  </a:lnTo>
                  <a:lnTo>
                    <a:pt x="1198627" y="1639800"/>
                  </a:lnTo>
                  <a:lnTo>
                    <a:pt x="1197792" y="1646994"/>
                  </a:lnTo>
                  <a:lnTo>
                    <a:pt x="1198349" y="1653972"/>
                  </a:lnTo>
                  <a:lnTo>
                    <a:pt x="1192078" y="1658792"/>
                  </a:lnTo>
                  <a:close/>
                </a:path>
                <a:path w="4122420" h="2482215">
                  <a:moveTo>
                    <a:pt x="1494996" y="1658792"/>
                  </a:moveTo>
                  <a:lnTo>
                    <a:pt x="1485261" y="1658792"/>
                  </a:lnTo>
                  <a:lnTo>
                    <a:pt x="1482024" y="1657641"/>
                  </a:lnTo>
                  <a:lnTo>
                    <a:pt x="1479521" y="1655003"/>
                  </a:lnTo>
                  <a:lnTo>
                    <a:pt x="1475758" y="1648843"/>
                  </a:lnTo>
                  <a:lnTo>
                    <a:pt x="1476575" y="1642306"/>
                  </a:lnTo>
                  <a:lnTo>
                    <a:pt x="1481185" y="1637117"/>
                  </a:lnTo>
                  <a:lnTo>
                    <a:pt x="1488801" y="1635004"/>
                  </a:lnTo>
                  <a:lnTo>
                    <a:pt x="1495553" y="1635004"/>
                  </a:lnTo>
                  <a:lnTo>
                    <a:pt x="1501445" y="1639800"/>
                  </a:lnTo>
                  <a:lnTo>
                    <a:pt x="1501445" y="1653972"/>
                  </a:lnTo>
                  <a:lnTo>
                    <a:pt x="1494996" y="1658792"/>
                  </a:lnTo>
                  <a:close/>
                </a:path>
                <a:path w="4122420" h="2482215">
                  <a:moveTo>
                    <a:pt x="2025124" y="1658792"/>
                  </a:moveTo>
                  <a:lnTo>
                    <a:pt x="2015742" y="1658792"/>
                  </a:lnTo>
                  <a:lnTo>
                    <a:pt x="2012606" y="1657641"/>
                  </a:lnTo>
                  <a:lnTo>
                    <a:pt x="2010103" y="1655003"/>
                  </a:lnTo>
                  <a:lnTo>
                    <a:pt x="2006316" y="1648843"/>
                  </a:lnTo>
                  <a:lnTo>
                    <a:pt x="2007040" y="1642306"/>
                  </a:lnTo>
                  <a:lnTo>
                    <a:pt x="2011401" y="1637117"/>
                  </a:lnTo>
                  <a:lnTo>
                    <a:pt x="2018524" y="1635004"/>
                  </a:lnTo>
                  <a:lnTo>
                    <a:pt x="2026135" y="1635004"/>
                  </a:lnTo>
                  <a:lnTo>
                    <a:pt x="2031192" y="1639800"/>
                  </a:lnTo>
                  <a:lnTo>
                    <a:pt x="2031192" y="1653972"/>
                  </a:lnTo>
                  <a:lnTo>
                    <a:pt x="2025124" y="1658792"/>
                  </a:lnTo>
                  <a:close/>
                </a:path>
                <a:path w="4122420" h="2482215">
                  <a:moveTo>
                    <a:pt x="2403855" y="1658792"/>
                  </a:moveTo>
                  <a:lnTo>
                    <a:pt x="2394473" y="1658792"/>
                  </a:lnTo>
                  <a:lnTo>
                    <a:pt x="2391337" y="1657641"/>
                  </a:lnTo>
                  <a:lnTo>
                    <a:pt x="2388834" y="1655003"/>
                  </a:lnTo>
                  <a:lnTo>
                    <a:pt x="2385058" y="1648843"/>
                  </a:lnTo>
                  <a:lnTo>
                    <a:pt x="2385784" y="1642306"/>
                  </a:lnTo>
                  <a:lnTo>
                    <a:pt x="2390146" y="1637117"/>
                  </a:lnTo>
                  <a:lnTo>
                    <a:pt x="2397280" y="1635004"/>
                  </a:lnTo>
                  <a:lnTo>
                    <a:pt x="2404866" y="1635004"/>
                  </a:lnTo>
                  <a:lnTo>
                    <a:pt x="2409924" y="1639800"/>
                  </a:lnTo>
                  <a:lnTo>
                    <a:pt x="2409924" y="1653972"/>
                  </a:lnTo>
                  <a:lnTo>
                    <a:pt x="2403855" y="1658792"/>
                  </a:lnTo>
                  <a:close/>
                </a:path>
                <a:path w="4122420" h="2482215">
                  <a:moveTo>
                    <a:pt x="2552469" y="1659008"/>
                  </a:moveTo>
                  <a:lnTo>
                    <a:pt x="2549106" y="1659008"/>
                  </a:lnTo>
                  <a:lnTo>
                    <a:pt x="2541177" y="1656532"/>
                  </a:lnTo>
                  <a:lnTo>
                    <a:pt x="2536883" y="1650606"/>
                  </a:lnTo>
                  <a:lnTo>
                    <a:pt x="2537012" y="1643479"/>
                  </a:lnTo>
                  <a:lnTo>
                    <a:pt x="2542354" y="1637402"/>
                  </a:lnTo>
                  <a:lnTo>
                    <a:pt x="2549106" y="1644596"/>
                  </a:lnTo>
                  <a:lnTo>
                    <a:pt x="2551635" y="1646994"/>
                  </a:lnTo>
                  <a:lnTo>
                    <a:pt x="2558387" y="1654212"/>
                  </a:lnTo>
                  <a:lnTo>
                    <a:pt x="2556692" y="1657401"/>
                  </a:lnTo>
                  <a:lnTo>
                    <a:pt x="2552469" y="1659008"/>
                  </a:lnTo>
                  <a:close/>
                </a:path>
                <a:path w="4122420" h="2482215">
                  <a:moveTo>
                    <a:pt x="509821" y="1659056"/>
                  </a:moveTo>
                  <a:lnTo>
                    <a:pt x="500035" y="1659056"/>
                  </a:lnTo>
                  <a:lnTo>
                    <a:pt x="496924" y="1658049"/>
                  </a:lnTo>
                  <a:lnTo>
                    <a:pt x="494294" y="1655794"/>
                  </a:lnTo>
                  <a:lnTo>
                    <a:pt x="490883" y="1649177"/>
                  </a:lnTo>
                  <a:lnTo>
                    <a:pt x="491661" y="1642405"/>
                  </a:lnTo>
                  <a:lnTo>
                    <a:pt x="496076" y="1637129"/>
                  </a:lnTo>
                  <a:lnTo>
                    <a:pt x="503575" y="1635004"/>
                  </a:lnTo>
                  <a:lnTo>
                    <a:pt x="511161" y="1635004"/>
                  </a:lnTo>
                  <a:lnTo>
                    <a:pt x="516219" y="1640615"/>
                  </a:lnTo>
                  <a:lnTo>
                    <a:pt x="516219" y="1654164"/>
                  </a:lnTo>
                  <a:lnTo>
                    <a:pt x="509821" y="1659056"/>
                  </a:lnTo>
                  <a:close/>
                </a:path>
                <a:path w="4122420" h="2482215">
                  <a:moveTo>
                    <a:pt x="1873803" y="1659056"/>
                  </a:moveTo>
                  <a:lnTo>
                    <a:pt x="1864017" y="1659056"/>
                  </a:lnTo>
                  <a:lnTo>
                    <a:pt x="1860881" y="1658049"/>
                  </a:lnTo>
                  <a:lnTo>
                    <a:pt x="1858277" y="1655794"/>
                  </a:lnTo>
                  <a:lnTo>
                    <a:pt x="1854851" y="1649177"/>
                  </a:lnTo>
                  <a:lnTo>
                    <a:pt x="1855622" y="1642405"/>
                  </a:lnTo>
                  <a:lnTo>
                    <a:pt x="1860033" y="1637129"/>
                  </a:lnTo>
                  <a:lnTo>
                    <a:pt x="1867532" y="1635004"/>
                  </a:lnTo>
                  <a:lnTo>
                    <a:pt x="1874284" y="1635004"/>
                  </a:lnTo>
                  <a:lnTo>
                    <a:pt x="1880201" y="1640615"/>
                  </a:lnTo>
                  <a:lnTo>
                    <a:pt x="1880201" y="1654164"/>
                  </a:lnTo>
                  <a:lnTo>
                    <a:pt x="1873803" y="1659056"/>
                  </a:lnTo>
                  <a:close/>
                </a:path>
                <a:path w="4122420" h="2482215">
                  <a:moveTo>
                    <a:pt x="2327613" y="1659056"/>
                  </a:moveTo>
                  <a:lnTo>
                    <a:pt x="2317826" y="1659056"/>
                  </a:lnTo>
                  <a:lnTo>
                    <a:pt x="2314716" y="1658049"/>
                  </a:lnTo>
                  <a:lnTo>
                    <a:pt x="2312086" y="1655794"/>
                  </a:lnTo>
                  <a:lnTo>
                    <a:pt x="2308782" y="1649177"/>
                  </a:lnTo>
                  <a:lnTo>
                    <a:pt x="2309757" y="1642405"/>
                  </a:lnTo>
                  <a:lnTo>
                    <a:pt x="2314216" y="1637129"/>
                  </a:lnTo>
                  <a:lnTo>
                    <a:pt x="2321367" y="1635004"/>
                  </a:lnTo>
                  <a:lnTo>
                    <a:pt x="2328093" y="1635004"/>
                  </a:lnTo>
                  <a:lnTo>
                    <a:pt x="2334010" y="1640615"/>
                  </a:lnTo>
                  <a:lnTo>
                    <a:pt x="2334010" y="1654164"/>
                  </a:lnTo>
                  <a:lnTo>
                    <a:pt x="2327613" y="1659056"/>
                  </a:lnTo>
                  <a:close/>
                </a:path>
                <a:path w="4122420" h="2482215">
                  <a:moveTo>
                    <a:pt x="1646747" y="1659224"/>
                  </a:moveTo>
                  <a:lnTo>
                    <a:pt x="1636986" y="1659224"/>
                  </a:lnTo>
                  <a:lnTo>
                    <a:pt x="1633825" y="1658145"/>
                  </a:lnTo>
                  <a:lnTo>
                    <a:pt x="1631347" y="1655794"/>
                  </a:lnTo>
                  <a:lnTo>
                    <a:pt x="1627584" y="1649177"/>
                  </a:lnTo>
                  <a:lnTo>
                    <a:pt x="1628401" y="1642405"/>
                  </a:lnTo>
                  <a:lnTo>
                    <a:pt x="1633011" y="1637129"/>
                  </a:lnTo>
                  <a:lnTo>
                    <a:pt x="1640627" y="1635004"/>
                  </a:lnTo>
                  <a:lnTo>
                    <a:pt x="1639793" y="1635004"/>
                  </a:lnTo>
                  <a:lnTo>
                    <a:pt x="1640223" y="1634956"/>
                  </a:lnTo>
                  <a:lnTo>
                    <a:pt x="1641082" y="1634932"/>
                  </a:lnTo>
                  <a:lnTo>
                    <a:pt x="1648037" y="1634932"/>
                  </a:lnTo>
                  <a:lnTo>
                    <a:pt x="1653296" y="1640975"/>
                  </a:lnTo>
                  <a:lnTo>
                    <a:pt x="1653296" y="1654571"/>
                  </a:lnTo>
                  <a:lnTo>
                    <a:pt x="1646747" y="1659224"/>
                  </a:lnTo>
                  <a:close/>
                </a:path>
                <a:path w="4122420" h="2482215">
                  <a:moveTo>
                    <a:pt x="3889293" y="1693203"/>
                  </a:moveTo>
                  <a:lnTo>
                    <a:pt x="3879532" y="1693203"/>
                  </a:lnTo>
                  <a:lnTo>
                    <a:pt x="3876219" y="1692028"/>
                  </a:lnTo>
                  <a:lnTo>
                    <a:pt x="3873438" y="1689390"/>
                  </a:lnTo>
                  <a:lnTo>
                    <a:pt x="3870027" y="1683231"/>
                  </a:lnTo>
                  <a:lnTo>
                    <a:pt x="3870804" y="1676693"/>
                  </a:lnTo>
                  <a:lnTo>
                    <a:pt x="3875219" y="1671504"/>
                  </a:lnTo>
                  <a:lnTo>
                    <a:pt x="3882718" y="1669391"/>
                  </a:lnTo>
                  <a:lnTo>
                    <a:pt x="3889470" y="1669391"/>
                  </a:lnTo>
                  <a:lnTo>
                    <a:pt x="3895362" y="1674211"/>
                  </a:lnTo>
                  <a:lnTo>
                    <a:pt x="3895362" y="1688383"/>
                  </a:lnTo>
                  <a:lnTo>
                    <a:pt x="3889293" y="1693203"/>
                  </a:lnTo>
                  <a:close/>
                </a:path>
                <a:path w="4122420" h="2482215">
                  <a:moveTo>
                    <a:pt x="774631" y="1693995"/>
                  </a:moveTo>
                  <a:lnTo>
                    <a:pt x="764896" y="1693995"/>
                  </a:lnTo>
                  <a:lnTo>
                    <a:pt x="761659" y="1692844"/>
                  </a:lnTo>
                  <a:lnTo>
                    <a:pt x="759155" y="1690206"/>
                  </a:lnTo>
                  <a:lnTo>
                    <a:pt x="755744" y="1684046"/>
                  </a:lnTo>
                  <a:lnTo>
                    <a:pt x="756523" y="1677508"/>
                  </a:lnTo>
                  <a:lnTo>
                    <a:pt x="760937" y="1672320"/>
                  </a:lnTo>
                  <a:lnTo>
                    <a:pt x="768436" y="1670206"/>
                  </a:lnTo>
                  <a:lnTo>
                    <a:pt x="769271" y="1670998"/>
                  </a:lnTo>
                  <a:lnTo>
                    <a:pt x="775188" y="1670998"/>
                  </a:lnTo>
                  <a:lnTo>
                    <a:pt x="780245" y="1675794"/>
                  </a:lnTo>
                  <a:lnTo>
                    <a:pt x="781080" y="1682196"/>
                  </a:lnTo>
                  <a:lnTo>
                    <a:pt x="781080" y="1689175"/>
                  </a:lnTo>
                  <a:lnTo>
                    <a:pt x="774631" y="1693995"/>
                  </a:lnTo>
                  <a:close/>
                </a:path>
                <a:path w="4122420" h="2482215">
                  <a:moveTo>
                    <a:pt x="926862" y="1693995"/>
                  </a:moveTo>
                  <a:lnTo>
                    <a:pt x="917101" y="1693995"/>
                  </a:lnTo>
                  <a:lnTo>
                    <a:pt x="913763" y="1692844"/>
                  </a:lnTo>
                  <a:lnTo>
                    <a:pt x="910981" y="1690206"/>
                  </a:lnTo>
                  <a:lnTo>
                    <a:pt x="907571" y="1684046"/>
                  </a:lnTo>
                  <a:lnTo>
                    <a:pt x="908349" y="1677508"/>
                  </a:lnTo>
                  <a:lnTo>
                    <a:pt x="912763" y="1672320"/>
                  </a:lnTo>
                  <a:lnTo>
                    <a:pt x="920262" y="1670206"/>
                  </a:lnTo>
                  <a:lnTo>
                    <a:pt x="920262" y="1670998"/>
                  </a:lnTo>
                  <a:lnTo>
                    <a:pt x="927014" y="1670998"/>
                  </a:lnTo>
                  <a:lnTo>
                    <a:pt x="932071" y="1675794"/>
                  </a:lnTo>
                  <a:lnTo>
                    <a:pt x="932931" y="1682196"/>
                  </a:lnTo>
                  <a:lnTo>
                    <a:pt x="932931" y="1689175"/>
                  </a:lnTo>
                  <a:lnTo>
                    <a:pt x="926862" y="1693995"/>
                  </a:lnTo>
                  <a:close/>
                </a:path>
                <a:path w="4122420" h="2482215">
                  <a:moveTo>
                    <a:pt x="1002775" y="1693995"/>
                  </a:moveTo>
                  <a:lnTo>
                    <a:pt x="993014" y="1693995"/>
                  </a:lnTo>
                  <a:lnTo>
                    <a:pt x="989676" y="1692844"/>
                  </a:lnTo>
                  <a:lnTo>
                    <a:pt x="986920" y="1690206"/>
                  </a:lnTo>
                  <a:lnTo>
                    <a:pt x="983616" y="1684046"/>
                  </a:lnTo>
                  <a:lnTo>
                    <a:pt x="984590" y="1677508"/>
                  </a:lnTo>
                  <a:lnTo>
                    <a:pt x="989050" y="1672320"/>
                  </a:lnTo>
                  <a:lnTo>
                    <a:pt x="996201" y="1670206"/>
                  </a:lnTo>
                  <a:lnTo>
                    <a:pt x="996201" y="1670998"/>
                  </a:lnTo>
                  <a:lnTo>
                    <a:pt x="1002927" y="1670998"/>
                  </a:lnTo>
                  <a:lnTo>
                    <a:pt x="1008844" y="1675794"/>
                  </a:lnTo>
                  <a:lnTo>
                    <a:pt x="1008844" y="1689175"/>
                  </a:lnTo>
                  <a:lnTo>
                    <a:pt x="1002775" y="1693995"/>
                  </a:lnTo>
                  <a:close/>
                </a:path>
                <a:path w="4122420" h="2482215">
                  <a:moveTo>
                    <a:pt x="1078688" y="1693995"/>
                  </a:moveTo>
                  <a:lnTo>
                    <a:pt x="1068927" y="1693995"/>
                  </a:lnTo>
                  <a:lnTo>
                    <a:pt x="1065615" y="1692844"/>
                  </a:lnTo>
                  <a:lnTo>
                    <a:pt x="1062833" y="1690206"/>
                  </a:lnTo>
                  <a:lnTo>
                    <a:pt x="1059539" y="1684046"/>
                  </a:lnTo>
                  <a:lnTo>
                    <a:pt x="1060513" y="1677508"/>
                  </a:lnTo>
                  <a:lnTo>
                    <a:pt x="1064967" y="1672320"/>
                  </a:lnTo>
                  <a:lnTo>
                    <a:pt x="1072113" y="1670206"/>
                  </a:lnTo>
                  <a:lnTo>
                    <a:pt x="1072113" y="1670998"/>
                  </a:lnTo>
                  <a:lnTo>
                    <a:pt x="1079558" y="1670998"/>
                  </a:lnTo>
                  <a:lnTo>
                    <a:pt x="1083973" y="1676225"/>
                  </a:lnTo>
                  <a:lnTo>
                    <a:pt x="1084757" y="1682196"/>
                  </a:lnTo>
                  <a:lnTo>
                    <a:pt x="1084757" y="1689175"/>
                  </a:lnTo>
                  <a:lnTo>
                    <a:pt x="1078688" y="1693995"/>
                  </a:lnTo>
                  <a:close/>
                </a:path>
                <a:path w="4122420" h="2482215">
                  <a:moveTo>
                    <a:pt x="1079558" y="1670998"/>
                  </a:moveTo>
                  <a:lnTo>
                    <a:pt x="1072113" y="1670998"/>
                  </a:lnTo>
                  <a:lnTo>
                    <a:pt x="1072973" y="1670926"/>
                  </a:lnTo>
                  <a:lnTo>
                    <a:pt x="1079498" y="1670926"/>
                  </a:lnTo>
                  <a:close/>
                </a:path>
                <a:path w="4122420" h="2482215">
                  <a:moveTo>
                    <a:pt x="1305593" y="1693995"/>
                  </a:moveTo>
                  <a:lnTo>
                    <a:pt x="1295832" y="1693995"/>
                  </a:lnTo>
                  <a:lnTo>
                    <a:pt x="1292519" y="1692844"/>
                  </a:lnTo>
                  <a:lnTo>
                    <a:pt x="1289738" y="1690206"/>
                  </a:lnTo>
                  <a:lnTo>
                    <a:pt x="1286327" y="1684046"/>
                  </a:lnTo>
                  <a:lnTo>
                    <a:pt x="1287105" y="1677508"/>
                  </a:lnTo>
                  <a:lnTo>
                    <a:pt x="1291519" y="1672320"/>
                  </a:lnTo>
                  <a:lnTo>
                    <a:pt x="1299018" y="1670206"/>
                  </a:lnTo>
                  <a:lnTo>
                    <a:pt x="1299018" y="1670998"/>
                  </a:lnTo>
                  <a:lnTo>
                    <a:pt x="1305770" y="1670998"/>
                  </a:lnTo>
                  <a:lnTo>
                    <a:pt x="1310828" y="1675794"/>
                  </a:lnTo>
                  <a:lnTo>
                    <a:pt x="1311662" y="1682196"/>
                  </a:lnTo>
                  <a:lnTo>
                    <a:pt x="1311662" y="1689175"/>
                  </a:lnTo>
                  <a:lnTo>
                    <a:pt x="1305593" y="1693995"/>
                  </a:lnTo>
                  <a:close/>
                </a:path>
                <a:path w="4122420" h="2482215">
                  <a:moveTo>
                    <a:pt x="2517724" y="1693995"/>
                  </a:moveTo>
                  <a:lnTo>
                    <a:pt x="2507963" y="1693995"/>
                  </a:lnTo>
                  <a:lnTo>
                    <a:pt x="2504651" y="1692844"/>
                  </a:lnTo>
                  <a:lnTo>
                    <a:pt x="2501869" y="1690206"/>
                  </a:lnTo>
                  <a:lnTo>
                    <a:pt x="2498575" y="1684046"/>
                  </a:lnTo>
                  <a:lnTo>
                    <a:pt x="2499549" y="1677508"/>
                  </a:lnTo>
                  <a:lnTo>
                    <a:pt x="2504003" y="1672320"/>
                  </a:lnTo>
                  <a:lnTo>
                    <a:pt x="2511149" y="1670206"/>
                  </a:lnTo>
                  <a:lnTo>
                    <a:pt x="2511149" y="1670998"/>
                  </a:lnTo>
                  <a:lnTo>
                    <a:pt x="2518594" y="1670998"/>
                  </a:lnTo>
                  <a:lnTo>
                    <a:pt x="2523009" y="1676225"/>
                  </a:lnTo>
                  <a:lnTo>
                    <a:pt x="2523793" y="1682196"/>
                  </a:lnTo>
                  <a:lnTo>
                    <a:pt x="2523793" y="1689175"/>
                  </a:lnTo>
                  <a:lnTo>
                    <a:pt x="2517724" y="1693995"/>
                  </a:lnTo>
                  <a:close/>
                </a:path>
                <a:path w="4122420" h="2482215">
                  <a:moveTo>
                    <a:pt x="2518594" y="1670998"/>
                  </a:moveTo>
                  <a:lnTo>
                    <a:pt x="2511149" y="1670998"/>
                  </a:lnTo>
                  <a:lnTo>
                    <a:pt x="2512009" y="1670926"/>
                  </a:lnTo>
                  <a:lnTo>
                    <a:pt x="2518533" y="1670926"/>
                  </a:lnTo>
                  <a:close/>
                </a:path>
                <a:path w="4122420" h="2482215">
                  <a:moveTo>
                    <a:pt x="246300" y="1694210"/>
                  </a:moveTo>
                  <a:lnTo>
                    <a:pt x="235325" y="1694210"/>
                  </a:lnTo>
                  <a:lnTo>
                    <a:pt x="233656" y="1693395"/>
                  </a:lnTo>
                  <a:lnTo>
                    <a:pt x="245465" y="1671813"/>
                  </a:lnTo>
                  <a:lnTo>
                    <a:pt x="245465" y="1672604"/>
                  </a:lnTo>
                  <a:lnTo>
                    <a:pt x="248828" y="1674211"/>
                  </a:lnTo>
                  <a:lnTo>
                    <a:pt x="251357" y="1678192"/>
                  </a:lnTo>
                  <a:lnTo>
                    <a:pt x="252217" y="1683012"/>
                  </a:lnTo>
                  <a:lnTo>
                    <a:pt x="252217" y="1689390"/>
                  </a:lnTo>
                  <a:lnTo>
                    <a:pt x="246300" y="1694210"/>
                  </a:lnTo>
                  <a:close/>
                </a:path>
                <a:path w="4122420" h="2482215">
                  <a:moveTo>
                    <a:pt x="2589591" y="1694210"/>
                  </a:moveTo>
                  <a:lnTo>
                    <a:pt x="2587063" y="1694210"/>
                  </a:lnTo>
                  <a:lnTo>
                    <a:pt x="2579916" y="1692209"/>
                  </a:lnTo>
                  <a:lnTo>
                    <a:pt x="2575462" y="1687205"/>
                  </a:lnTo>
                  <a:lnTo>
                    <a:pt x="2574488" y="1680705"/>
                  </a:lnTo>
                  <a:lnTo>
                    <a:pt x="2577782" y="1674211"/>
                  </a:lnTo>
                  <a:lnTo>
                    <a:pt x="2594649" y="1691788"/>
                  </a:lnTo>
                  <a:lnTo>
                    <a:pt x="2592120" y="1693395"/>
                  </a:lnTo>
                  <a:lnTo>
                    <a:pt x="2589591" y="1694210"/>
                  </a:lnTo>
                  <a:close/>
                </a:path>
                <a:path w="4122420" h="2482215">
                  <a:moveTo>
                    <a:pt x="2208331" y="1694210"/>
                  </a:moveTo>
                  <a:lnTo>
                    <a:pt x="2207497" y="1694210"/>
                  </a:lnTo>
                  <a:lnTo>
                    <a:pt x="2197777" y="1690449"/>
                  </a:lnTo>
                  <a:lnTo>
                    <a:pt x="2194411" y="1682172"/>
                  </a:lnTo>
                  <a:lnTo>
                    <a:pt x="2197398" y="1673896"/>
                  </a:lnTo>
                  <a:lnTo>
                    <a:pt x="2206738" y="1670134"/>
                  </a:lnTo>
                  <a:lnTo>
                    <a:pt x="2207244" y="1670134"/>
                  </a:lnTo>
                  <a:lnTo>
                    <a:pt x="2208331" y="1670206"/>
                  </a:lnTo>
                  <a:lnTo>
                    <a:pt x="2216866" y="1674065"/>
                  </a:lnTo>
                  <a:lnTo>
                    <a:pt x="2219711" y="1681903"/>
                  </a:lnTo>
                  <a:lnTo>
                    <a:pt x="2216866" y="1689893"/>
                  </a:lnTo>
                  <a:lnTo>
                    <a:pt x="2208331" y="1694210"/>
                  </a:lnTo>
                  <a:close/>
                </a:path>
                <a:path w="4122420" h="2482215">
                  <a:moveTo>
                    <a:pt x="1381178" y="1694234"/>
                  </a:moveTo>
                  <a:lnTo>
                    <a:pt x="1371391" y="1694234"/>
                  </a:lnTo>
                  <a:lnTo>
                    <a:pt x="1368281" y="1693251"/>
                  </a:lnTo>
                  <a:lnTo>
                    <a:pt x="1365651" y="1690997"/>
                  </a:lnTo>
                  <a:lnTo>
                    <a:pt x="1362357" y="1684380"/>
                  </a:lnTo>
                  <a:lnTo>
                    <a:pt x="1363331" y="1677607"/>
                  </a:lnTo>
                  <a:lnTo>
                    <a:pt x="1367785" y="1672332"/>
                  </a:lnTo>
                  <a:lnTo>
                    <a:pt x="1374931" y="1670206"/>
                  </a:lnTo>
                  <a:lnTo>
                    <a:pt x="1374931" y="1670998"/>
                  </a:lnTo>
                  <a:lnTo>
                    <a:pt x="1382487" y="1670998"/>
                  </a:lnTo>
                  <a:lnTo>
                    <a:pt x="1387575" y="1676225"/>
                  </a:lnTo>
                  <a:lnTo>
                    <a:pt x="1387575" y="1689366"/>
                  </a:lnTo>
                  <a:lnTo>
                    <a:pt x="1381178" y="1694234"/>
                  </a:lnTo>
                  <a:close/>
                </a:path>
                <a:path w="4122420" h="2482215">
                  <a:moveTo>
                    <a:pt x="1382487" y="1670998"/>
                  </a:moveTo>
                  <a:lnTo>
                    <a:pt x="1374931" y="1670998"/>
                  </a:lnTo>
                  <a:lnTo>
                    <a:pt x="1375791" y="1670926"/>
                  </a:lnTo>
                  <a:lnTo>
                    <a:pt x="1382417" y="1670926"/>
                  </a:lnTo>
                  <a:close/>
                </a:path>
                <a:path w="4122420" h="2482215">
                  <a:moveTo>
                    <a:pt x="1759933" y="1694234"/>
                  </a:moveTo>
                  <a:lnTo>
                    <a:pt x="1750148" y="1694234"/>
                  </a:lnTo>
                  <a:lnTo>
                    <a:pt x="1747012" y="1693251"/>
                  </a:lnTo>
                  <a:lnTo>
                    <a:pt x="1744382" y="1690997"/>
                  </a:lnTo>
                  <a:lnTo>
                    <a:pt x="1741092" y="1684380"/>
                  </a:lnTo>
                  <a:lnTo>
                    <a:pt x="1742071" y="1677607"/>
                  </a:lnTo>
                  <a:lnTo>
                    <a:pt x="1746526" y="1672332"/>
                  </a:lnTo>
                  <a:lnTo>
                    <a:pt x="1753662" y="1670206"/>
                  </a:lnTo>
                  <a:lnTo>
                    <a:pt x="1753662" y="1670998"/>
                  </a:lnTo>
                  <a:lnTo>
                    <a:pt x="1761218" y="1670998"/>
                  </a:lnTo>
                  <a:lnTo>
                    <a:pt x="1766331" y="1676225"/>
                  </a:lnTo>
                  <a:lnTo>
                    <a:pt x="1766331" y="1689366"/>
                  </a:lnTo>
                  <a:lnTo>
                    <a:pt x="1759933" y="1694234"/>
                  </a:lnTo>
                  <a:close/>
                </a:path>
                <a:path w="4122420" h="2482215">
                  <a:moveTo>
                    <a:pt x="1761218" y="1670998"/>
                  </a:moveTo>
                  <a:lnTo>
                    <a:pt x="1753662" y="1670998"/>
                  </a:lnTo>
                  <a:lnTo>
                    <a:pt x="1754522" y="1670926"/>
                  </a:lnTo>
                  <a:lnTo>
                    <a:pt x="1761148" y="1670926"/>
                  </a:lnTo>
                  <a:close/>
                </a:path>
                <a:path w="4122420" h="2482215">
                  <a:moveTo>
                    <a:pt x="2139120" y="1694234"/>
                  </a:moveTo>
                  <a:lnTo>
                    <a:pt x="2129359" y="1694234"/>
                  </a:lnTo>
                  <a:lnTo>
                    <a:pt x="2126349" y="1693251"/>
                  </a:lnTo>
                  <a:lnTo>
                    <a:pt x="2123973" y="1690997"/>
                  </a:lnTo>
                  <a:lnTo>
                    <a:pt x="2120199" y="1684380"/>
                  </a:lnTo>
                  <a:lnTo>
                    <a:pt x="2121017" y="1677607"/>
                  </a:lnTo>
                  <a:lnTo>
                    <a:pt x="2125633" y="1672332"/>
                  </a:lnTo>
                  <a:lnTo>
                    <a:pt x="2133253" y="1670206"/>
                  </a:lnTo>
                  <a:lnTo>
                    <a:pt x="2132419" y="1670998"/>
                  </a:lnTo>
                  <a:lnTo>
                    <a:pt x="2139974" y="1670998"/>
                  </a:lnTo>
                  <a:lnTo>
                    <a:pt x="2145113" y="1676225"/>
                  </a:lnTo>
                  <a:lnTo>
                    <a:pt x="2145897" y="1682196"/>
                  </a:lnTo>
                  <a:lnTo>
                    <a:pt x="2145897" y="1689366"/>
                  </a:lnTo>
                  <a:lnTo>
                    <a:pt x="2139120" y="1694234"/>
                  </a:lnTo>
                  <a:close/>
                </a:path>
                <a:path w="4122420" h="2482215">
                  <a:moveTo>
                    <a:pt x="2139974" y="1670998"/>
                  </a:moveTo>
                  <a:lnTo>
                    <a:pt x="2132419" y="1670998"/>
                  </a:lnTo>
                  <a:lnTo>
                    <a:pt x="2133278" y="1670926"/>
                  </a:lnTo>
                  <a:lnTo>
                    <a:pt x="2139904" y="1670926"/>
                  </a:lnTo>
                  <a:close/>
                </a:path>
                <a:path w="4122420" h="2482215">
                  <a:moveTo>
                    <a:pt x="2290490" y="1694234"/>
                  </a:moveTo>
                  <a:lnTo>
                    <a:pt x="2281109" y="1694234"/>
                  </a:lnTo>
                  <a:lnTo>
                    <a:pt x="2278176" y="1693251"/>
                  </a:lnTo>
                  <a:lnTo>
                    <a:pt x="2275799" y="1690997"/>
                  </a:lnTo>
                  <a:lnTo>
                    <a:pt x="2272023" y="1684380"/>
                  </a:lnTo>
                  <a:lnTo>
                    <a:pt x="2272748" y="1677607"/>
                  </a:lnTo>
                  <a:lnTo>
                    <a:pt x="2277111" y="1672332"/>
                  </a:lnTo>
                  <a:lnTo>
                    <a:pt x="2284245" y="1670206"/>
                  </a:lnTo>
                  <a:lnTo>
                    <a:pt x="2284245" y="1670998"/>
                  </a:lnTo>
                  <a:lnTo>
                    <a:pt x="2291800" y="1670998"/>
                  </a:lnTo>
                  <a:lnTo>
                    <a:pt x="2296888" y="1676225"/>
                  </a:lnTo>
                  <a:lnTo>
                    <a:pt x="2296888" y="1689366"/>
                  </a:lnTo>
                  <a:lnTo>
                    <a:pt x="2290490" y="1694234"/>
                  </a:lnTo>
                  <a:close/>
                </a:path>
                <a:path w="4122420" h="2482215">
                  <a:moveTo>
                    <a:pt x="2291800" y="1670998"/>
                  </a:moveTo>
                  <a:lnTo>
                    <a:pt x="2284245" y="1670998"/>
                  </a:lnTo>
                  <a:lnTo>
                    <a:pt x="2285105" y="1670926"/>
                  </a:lnTo>
                  <a:lnTo>
                    <a:pt x="2291730" y="1670926"/>
                  </a:lnTo>
                  <a:close/>
                </a:path>
                <a:path w="4122420" h="2482215">
                  <a:moveTo>
                    <a:pt x="2365569" y="1694234"/>
                  </a:moveTo>
                  <a:lnTo>
                    <a:pt x="2356188" y="1694234"/>
                  </a:lnTo>
                  <a:lnTo>
                    <a:pt x="2353254" y="1693251"/>
                  </a:lnTo>
                  <a:lnTo>
                    <a:pt x="2350877" y="1690997"/>
                  </a:lnTo>
                  <a:lnTo>
                    <a:pt x="2347101" y="1684380"/>
                  </a:lnTo>
                  <a:lnTo>
                    <a:pt x="2347827" y="1677607"/>
                  </a:lnTo>
                  <a:lnTo>
                    <a:pt x="2352189" y="1672332"/>
                  </a:lnTo>
                  <a:lnTo>
                    <a:pt x="2359323" y="1670206"/>
                  </a:lnTo>
                  <a:lnTo>
                    <a:pt x="2359323" y="1670998"/>
                  </a:lnTo>
                  <a:lnTo>
                    <a:pt x="2366878" y="1670998"/>
                  </a:lnTo>
                  <a:lnTo>
                    <a:pt x="2371967" y="1676225"/>
                  </a:lnTo>
                  <a:lnTo>
                    <a:pt x="2371967" y="1689366"/>
                  </a:lnTo>
                  <a:lnTo>
                    <a:pt x="2365569" y="1694234"/>
                  </a:lnTo>
                  <a:close/>
                </a:path>
                <a:path w="4122420" h="2482215">
                  <a:moveTo>
                    <a:pt x="2366878" y="1670998"/>
                  </a:moveTo>
                  <a:lnTo>
                    <a:pt x="2359323" y="1670998"/>
                  </a:lnTo>
                  <a:lnTo>
                    <a:pt x="2360183" y="1670926"/>
                  </a:lnTo>
                  <a:lnTo>
                    <a:pt x="2366808" y="1670926"/>
                  </a:lnTo>
                  <a:close/>
                </a:path>
                <a:path w="4122420" h="2482215">
                  <a:moveTo>
                    <a:pt x="842806" y="1694258"/>
                  </a:moveTo>
                  <a:lnTo>
                    <a:pt x="833532" y="1690489"/>
                  </a:lnTo>
                  <a:lnTo>
                    <a:pt x="830441" y="1682196"/>
                  </a:lnTo>
                  <a:lnTo>
                    <a:pt x="833532" y="1673904"/>
                  </a:lnTo>
                  <a:lnTo>
                    <a:pt x="842806" y="1670134"/>
                  </a:lnTo>
                  <a:lnTo>
                    <a:pt x="843312" y="1670134"/>
                  </a:lnTo>
                  <a:lnTo>
                    <a:pt x="844349" y="1670206"/>
                  </a:lnTo>
                  <a:lnTo>
                    <a:pt x="852898" y="1674409"/>
                  </a:lnTo>
                  <a:lnTo>
                    <a:pt x="855747" y="1682208"/>
                  </a:lnTo>
                  <a:lnTo>
                    <a:pt x="852898" y="1690008"/>
                  </a:lnTo>
                  <a:lnTo>
                    <a:pt x="844349" y="1694210"/>
                  </a:lnTo>
                  <a:lnTo>
                    <a:pt x="842806" y="1694258"/>
                  </a:lnTo>
                  <a:close/>
                </a:path>
                <a:path w="4122420" h="2482215">
                  <a:moveTo>
                    <a:pt x="1222397" y="1694258"/>
                  </a:moveTo>
                  <a:lnTo>
                    <a:pt x="1213109" y="1690489"/>
                  </a:lnTo>
                  <a:lnTo>
                    <a:pt x="1210013" y="1682196"/>
                  </a:lnTo>
                  <a:lnTo>
                    <a:pt x="1213109" y="1673904"/>
                  </a:lnTo>
                  <a:lnTo>
                    <a:pt x="1222397" y="1670134"/>
                  </a:lnTo>
                  <a:lnTo>
                    <a:pt x="1222903" y="1670134"/>
                  </a:lnTo>
                  <a:lnTo>
                    <a:pt x="1223940" y="1670206"/>
                  </a:lnTo>
                  <a:lnTo>
                    <a:pt x="1232474" y="1674409"/>
                  </a:lnTo>
                  <a:lnTo>
                    <a:pt x="1235319" y="1682208"/>
                  </a:lnTo>
                  <a:lnTo>
                    <a:pt x="1232474" y="1690008"/>
                  </a:lnTo>
                  <a:lnTo>
                    <a:pt x="1223940" y="1694210"/>
                  </a:lnTo>
                  <a:lnTo>
                    <a:pt x="1222397" y="1694258"/>
                  </a:lnTo>
                  <a:close/>
                </a:path>
                <a:path w="4122420" h="2482215">
                  <a:moveTo>
                    <a:pt x="1828033" y="1694258"/>
                  </a:moveTo>
                  <a:lnTo>
                    <a:pt x="1818759" y="1690489"/>
                  </a:lnTo>
                  <a:lnTo>
                    <a:pt x="1815667" y="1682196"/>
                  </a:lnTo>
                  <a:lnTo>
                    <a:pt x="1818759" y="1673904"/>
                  </a:lnTo>
                  <a:lnTo>
                    <a:pt x="1828033" y="1670134"/>
                  </a:lnTo>
                  <a:lnTo>
                    <a:pt x="1828538" y="1670134"/>
                  </a:lnTo>
                  <a:lnTo>
                    <a:pt x="1829575" y="1670206"/>
                  </a:lnTo>
                  <a:lnTo>
                    <a:pt x="1838124" y="1674409"/>
                  </a:lnTo>
                  <a:lnTo>
                    <a:pt x="1840974" y="1682208"/>
                  </a:lnTo>
                  <a:lnTo>
                    <a:pt x="1838124" y="1690008"/>
                  </a:lnTo>
                  <a:lnTo>
                    <a:pt x="1829575" y="1694210"/>
                  </a:lnTo>
                  <a:lnTo>
                    <a:pt x="1828033" y="1694258"/>
                  </a:lnTo>
                  <a:close/>
                </a:path>
                <a:path w="4122420" h="2482215">
                  <a:moveTo>
                    <a:pt x="465062" y="1694258"/>
                  </a:moveTo>
                  <a:lnTo>
                    <a:pt x="464025" y="1694258"/>
                  </a:lnTo>
                  <a:lnTo>
                    <a:pt x="454685" y="1690497"/>
                  </a:lnTo>
                  <a:lnTo>
                    <a:pt x="451698" y="1682220"/>
                  </a:lnTo>
                  <a:lnTo>
                    <a:pt x="455064" y="1673944"/>
                  </a:lnTo>
                  <a:lnTo>
                    <a:pt x="464784" y="1670182"/>
                  </a:lnTo>
                  <a:lnTo>
                    <a:pt x="465340" y="1670182"/>
                  </a:lnTo>
                  <a:lnTo>
                    <a:pt x="465618" y="1670206"/>
                  </a:lnTo>
                  <a:lnTo>
                    <a:pt x="474153" y="1674520"/>
                  </a:lnTo>
                  <a:lnTo>
                    <a:pt x="476998" y="1682505"/>
                  </a:lnTo>
                  <a:lnTo>
                    <a:pt x="474153" y="1690342"/>
                  </a:lnTo>
                  <a:lnTo>
                    <a:pt x="465618" y="1694210"/>
                  </a:lnTo>
                  <a:lnTo>
                    <a:pt x="465062" y="1694258"/>
                  </a:lnTo>
                  <a:close/>
                </a:path>
                <a:path w="4122420" h="2482215">
                  <a:moveTo>
                    <a:pt x="1450288" y="1694258"/>
                  </a:moveTo>
                  <a:lnTo>
                    <a:pt x="1449251" y="1694258"/>
                  </a:lnTo>
                  <a:lnTo>
                    <a:pt x="1439911" y="1690497"/>
                  </a:lnTo>
                  <a:lnTo>
                    <a:pt x="1436927" y="1682220"/>
                  </a:lnTo>
                  <a:lnTo>
                    <a:pt x="1440301" y="1673944"/>
                  </a:lnTo>
                  <a:lnTo>
                    <a:pt x="1450035" y="1670182"/>
                  </a:lnTo>
                  <a:lnTo>
                    <a:pt x="1450566" y="1670182"/>
                  </a:lnTo>
                  <a:lnTo>
                    <a:pt x="1450844" y="1670206"/>
                  </a:lnTo>
                  <a:lnTo>
                    <a:pt x="1459379" y="1674520"/>
                  </a:lnTo>
                  <a:lnTo>
                    <a:pt x="1462224" y="1682505"/>
                  </a:lnTo>
                  <a:lnTo>
                    <a:pt x="1459379" y="1690342"/>
                  </a:lnTo>
                  <a:lnTo>
                    <a:pt x="1450844" y="1694210"/>
                  </a:lnTo>
                  <a:lnTo>
                    <a:pt x="1450288" y="1694258"/>
                  </a:lnTo>
                  <a:close/>
                </a:path>
                <a:path w="4122420" h="2482215">
                  <a:moveTo>
                    <a:pt x="2055949" y="1694258"/>
                  </a:moveTo>
                  <a:lnTo>
                    <a:pt x="2054912" y="1694258"/>
                  </a:lnTo>
                  <a:lnTo>
                    <a:pt x="2045572" y="1690497"/>
                  </a:lnTo>
                  <a:lnTo>
                    <a:pt x="2042585" y="1682220"/>
                  </a:lnTo>
                  <a:lnTo>
                    <a:pt x="2045951" y="1673944"/>
                  </a:lnTo>
                  <a:lnTo>
                    <a:pt x="2055671" y="1670182"/>
                  </a:lnTo>
                  <a:lnTo>
                    <a:pt x="2056227" y="1670182"/>
                  </a:lnTo>
                  <a:lnTo>
                    <a:pt x="2056480" y="1670206"/>
                  </a:lnTo>
                  <a:lnTo>
                    <a:pt x="2065029" y="1674520"/>
                  </a:lnTo>
                  <a:lnTo>
                    <a:pt x="2067878" y="1682505"/>
                  </a:lnTo>
                  <a:lnTo>
                    <a:pt x="2065029" y="1690342"/>
                  </a:lnTo>
                  <a:lnTo>
                    <a:pt x="2056480" y="1694210"/>
                  </a:lnTo>
                  <a:lnTo>
                    <a:pt x="2055949" y="1694258"/>
                  </a:lnTo>
                  <a:close/>
                </a:path>
                <a:path w="4122420" h="2482215">
                  <a:moveTo>
                    <a:pt x="321125" y="1694402"/>
                  </a:moveTo>
                  <a:lnTo>
                    <a:pt x="311744" y="1694402"/>
                  </a:lnTo>
                  <a:lnTo>
                    <a:pt x="308659" y="1693347"/>
                  </a:lnTo>
                  <a:lnTo>
                    <a:pt x="306180" y="1690997"/>
                  </a:lnTo>
                  <a:lnTo>
                    <a:pt x="302404" y="1684380"/>
                  </a:lnTo>
                  <a:lnTo>
                    <a:pt x="303130" y="1677607"/>
                  </a:lnTo>
                  <a:lnTo>
                    <a:pt x="307493" y="1672332"/>
                  </a:lnTo>
                  <a:lnTo>
                    <a:pt x="314626" y="1670206"/>
                  </a:lnTo>
                  <a:lnTo>
                    <a:pt x="314626" y="1670998"/>
                  </a:lnTo>
                  <a:lnTo>
                    <a:pt x="322182" y="1670998"/>
                  </a:lnTo>
                  <a:lnTo>
                    <a:pt x="327270" y="1676225"/>
                  </a:lnTo>
                  <a:lnTo>
                    <a:pt x="327270" y="1689774"/>
                  </a:lnTo>
                  <a:lnTo>
                    <a:pt x="321125" y="1694402"/>
                  </a:lnTo>
                  <a:close/>
                </a:path>
                <a:path w="4122420" h="2482215">
                  <a:moveTo>
                    <a:pt x="322182" y="1670998"/>
                  </a:moveTo>
                  <a:lnTo>
                    <a:pt x="314626" y="1670998"/>
                  </a:lnTo>
                  <a:lnTo>
                    <a:pt x="315486" y="1670926"/>
                  </a:lnTo>
                  <a:lnTo>
                    <a:pt x="322112" y="1670926"/>
                  </a:lnTo>
                  <a:close/>
                </a:path>
                <a:path w="4122420" h="2482215">
                  <a:moveTo>
                    <a:pt x="1987066" y="1694402"/>
                  </a:moveTo>
                  <a:lnTo>
                    <a:pt x="1977684" y="1694402"/>
                  </a:lnTo>
                  <a:lnTo>
                    <a:pt x="1974599" y="1693347"/>
                  </a:lnTo>
                  <a:lnTo>
                    <a:pt x="1972146" y="1690997"/>
                  </a:lnTo>
                  <a:lnTo>
                    <a:pt x="1968359" y="1684380"/>
                  </a:lnTo>
                  <a:lnTo>
                    <a:pt x="1969083" y="1677607"/>
                  </a:lnTo>
                  <a:lnTo>
                    <a:pt x="1973444" y="1672332"/>
                  </a:lnTo>
                  <a:lnTo>
                    <a:pt x="1980567" y="1670206"/>
                  </a:lnTo>
                  <a:lnTo>
                    <a:pt x="1980567" y="1670998"/>
                  </a:lnTo>
                  <a:lnTo>
                    <a:pt x="1988846" y="1670998"/>
                  </a:lnTo>
                  <a:lnTo>
                    <a:pt x="1993236" y="1676225"/>
                  </a:lnTo>
                  <a:lnTo>
                    <a:pt x="1993236" y="1689774"/>
                  </a:lnTo>
                  <a:lnTo>
                    <a:pt x="1987066" y="1694402"/>
                  </a:lnTo>
                  <a:close/>
                </a:path>
                <a:path w="4122420" h="2482215">
                  <a:moveTo>
                    <a:pt x="1988846" y="1670998"/>
                  </a:moveTo>
                  <a:lnTo>
                    <a:pt x="1980567" y="1670998"/>
                  </a:lnTo>
                  <a:lnTo>
                    <a:pt x="1981553" y="1670926"/>
                  </a:lnTo>
                  <a:lnTo>
                    <a:pt x="1988785" y="1670926"/>
                  </a:lnTo>
                  <a:close/>
                </a:path>
                <a:path w="4122420" h="2482215">
                  <a:moveTo>
                    <a:pt x="396659" y="1694762"/>
                  </a:moveTo>
                  <a:lnTo>
                    <a:pt x="386924" y="1694762"/>
                  </a:lnTo>
                  <a:lnTo>
                    <a:pt x="383737" y="1693611"/>
                  </a:lnTo>
                  <a:lnTo>
                    <a:pt x="381259" y="1690997"/>
                  </a:lnTo>
                  <a:lnTo>
                    <a:pt x="377848" y="1684714"/>
                  </a:lnTo>
                  <a:lnTo>
                    <a:pt x="378626" y="1677904"/>
                  </a:lnTo>
                  <a:lnTo>
                    <a:pt x="383041" y="1672443"/>
                  </a:lnTo>
                  <a:lnTo>
                    <a:pt x="390540" y="1670206"/>
                  </a:lnTo>
                  <a:lnTo>
                    <a:pt x="397291" y="1670206"/>
                  </a:lnTo>
                  <a:lnTo>
                    <a:pt x="403183" y="1675794"/>
                  </a:lnTo>
                  <a:lnTo>
                    <a:pt x="403183" y="1689750"/>
                  </a:lnTo>
                  <a:lnTo>
                    <a:pt x="396659" y="1694762"/>
                  </a:lnTo>
                  <a:close/>
                </a:path>
                <a:path w="4122420" h="2482215">
                  <a:moveTo>
                    <a:pt x="1608335" y="1694762"/>
                  </a:moveTo>
                  <a:lnTo>
                    <a:pt x="1598953" y="1694762"/>
                  </a:lnTo>
                  <a:lnTo>
                    <a:pt x="1595868" y="1693611"/>
                  </a:lnTo>
                  <a:lnTo>
                    <a:pt x="1593390" y="1690997"/>
                  </a:lnTo>
                  <a:lnTo>
                    <a:pt x="1589627" y="1684714"/>
                  </a:lnTo>
                  <a:lnTo>
                    <a:pt x="1590444" y="1677904"/>
                  </a:lnTo>
                  <a:lnTo>
                    <a:pt x="1595054" y="1672443"/>
                  </a:lnTo>
                  <a:lnTo>
                    <a:pt x="1602671" y="1670206"/>
                  </a:lnTo>
                  <a:lnTo>
                    <a:pt x="1609423" y="1670998"/>
                  </a:lnTo>
                  <a:lnTo>
                    <a:pt x="1614480" y="1675794"/>
                  </a:lnTo>
                  <a:lnTo>
                    <a:pt x="1614480" y="1689750"/>
                  </a:lnTo>
                  <a:lnTo>
                    <a:pt x="1608335" y="1694762"/>
                  </a:lnTo>
                  <a:close/>
                </a:path>
                <a:path w="4122420" h="2482215">
                  <a:moveTo>
                    <a:pt x="1684729" y="1694762"/>
                  </a:moveTo>
                  <a:lnTo>
                    <a:pt x="1674967" y="1694762"/>
                  </a:lnTo>
                  <a:lnTo>
                    <a:pt x="1671781" y="1693611"/>
                  </a:lnTo>
                  <a:lnTo>
                    <a:pt x="1669328" y="1690997"/>
                  </a:lnTo>
                  <a:lnTo>
                    <a:pt x="1665551" y="1684714"/>
                  </a:lnTo>
                  <a:lnTo>
                    <a:pt x="1666360" y="1677904"/>
                  </a:lnTo>
                  <a:lnTo>
                    <a:pt x="1670968" y="1672443"/>
                  </a:lnTo>
                  <a:lnTo>
                    <a:pt x="1678584" y="1670206"/>
                  </a:lnTo>
                  <a:lnTo>
                    <a:pt x="1685335" y="1670206"/>
                  </a:lnTo>
                  <a:lnTo>
                    <a:pt x="1691253" y="1675794"/>
                  </a:lnTo>
                  <a:lnTo>
                    <a:pt x="1691253" y="1689750"/>
                  </a:lnTo>
                  <a:lnTo>
                    <a:pt x="1684729" y="1694762"/>
                  </a:lnTo>
                  <a:close/>
                </a:path>
                <a:path w="4122420" h="2482215">
                  <a:moveTo>
                    <a:pt x="548106" y="1694786"/>
                  </a:moveTo>
                  <a:lnTo>
                    <a:pt x="538345" y="1694786"/>
                  </a:lnTo>
                  <a:lnTo>
                    <a:pt x="535032" y="1693635"/>
                  </a:lnTo>
                  <a:lnTo>
                    <a:pt x="532251" y="1690997"/>
                  </a:lnTo>
                  <a:lnTo>
                    <a:pt x="528840" y="1684837"/>
                  </a:lnTo>
                  <a:lnTo>
                    <a:pt x="529618" y="1678300"/>
                  </a:lnTo>
                  <a:lnTo>
                    <a:pt x="534032" y="1673111"/>
                  </a:lnTo>
                  <a:lnTo>
                    <a:pt x="541531" y="1670998"/>
                  </a:lnTo>
                  <a:lnTo>
                    <a:pt x="548283" y="1670998"/>
                  </a:lnTo>
                  <a:lnTo>
                    <a:pt x="554175" y="1675794"/>
                  </a:lnTo>
                  <a:lnTo>
                    <a:pt x="554175" y="1689966"/>
                  </a:lnTo>
                  <a:lnTo>
                    <a:pt x="548106" y="1694786"/>
                  </a:lnTo>
                  <a:close/>
                </a:path>
                <a:path w="4122420" h="2482215">
                  <a:moveTo>
                    <a:pt x="699932" y="1694786"/>
                  </a:moveTo>
                  <a:lnTo>
                    <a:pt x="690196" y="1694786"/>
                  </a:lnTo>
                  <a:lnTo>
                    <a:pt x="686858" y="1693635"/>
                  </a:lnTo>
                  <a:lnTo>
                    <a:pt x="684077" y="1690997"/>
                  </a:lnTo>
                  <a:lnTo>
                    <a:pt x="680787" y="1684837"/>
                  </a:lnTo>
                  <a:lnTo>
                    <a:pt x="681766" y="1678300"/>
                  </a:lnTo>
                  <a:lnTo>
                    <a:pt x="686221" y="1673111"/>
                  </a:lnTo>
                  <a:lnTo>
                    <a:pt x="693357" y="1670998"/>
                  </a:lnTo>
                  <a:lnTo>
                    <a:pt x="693787" y="1670950"/>
                  </a:lnTo>
                  <a:lnTo>
                    <a:pt x="694647" y="1670926"/>
                  </a:lnTo>
                  <a:lnTo>
                    <a:pt x="700842" y="1670926"/>
                  </a:lnTo>
                  <a:lnTo>
                    <a:pt x="706026" y="1676273"/>
                  </a:lnTo>
                  <a:lnTo>
                    <a:pt x="706026" y="1689966"/>
                  </a:lnTo>
                  <a:lnTo>
                    <a:pt x="699932" y="1694786"/>
                  </a:lnTo>
                  <a:close/>
                </a:path>
                <a:path w="4122420" h="2482215">
                  <a:moveTo>
                    <a:pt x="1154222" y="1694786"/>
                  </a:moveTo>
                  <a:lnTo>
                    <a:pt x="1144461" y="1694786"/>
                  </a:lnTo>
                  <a:lnTo>
                    <a:pt x="1141249" y="1693635"/>
                  </a:lnTo>
                  <a:lnTo>
                    <a:pt x="1138746" y="1690997"/>
                  </a:lnTo>
                  <a:lnTo>
                    <a:pt x="1135335" y="1684837"/>
                  </a:lnTo>
                  <a:lnTo>
                    <a:pt x="1136113" y="1678300"/>
                  </a:lnTo>
                  <a:lnTo>
                    <a:pt x="1140528" y="1673111"/>
                  </a:lnTo>
                  <a:lnTo>
                    <a:pt x="1148027" y="1670998"/>
                  </a:lnTo>
                  <a:lnTo>
                    <a:pt x="1148456" y="1670950"/>
                  </a:lnTo>
                  <a:lnTo>
                    <a:pt x="1149316" y="1670926"/>
                  </a:lnTo>
                  <a:lnTo>
                    <a:pt x="1155512" y="1670926"/>
                  </a:lnTo>
                  <a:lnTo>
                    <a:pt x="1160671" y="1676273"/>
                  </a:lnTo>
                  <a:lnTo>
                    <a:pt x="1160671" y="1689966"/>
                  </a:lnTo>
                  <a:lnTo>
                    <a:pt x="1154222" y="1694786"/>
                  </a:lnTo>
                  <a:close/>
                </a:path>
                <a:path w="4122420" h="2482215">
                  <a:moveTo>
                    <a:pt x="1532953" y="1694786"/>
                  </a:moveTo>
                  <a:lnTo>
                    <a:pt x="1523217" y="1694786"/>
                  </a:lnTo>
                  <a:lnTo>
                    <a:pt x="1519980" y="1693635"/>
                  </a:lnTo>
                  <a:lnTo>
                    <a:pt x="1517477" y="1690997"/>
                  </a:lnTo>
                  <a:lnTo>
                    <a:pt x="1514066" y="1684837"/>
                  </a:lnTo>
                  <a:lnTo>
                    <a:pt x="1514844" y="1678300"/>
                  </a:lnTo>
                  <a:lnTo>
                    <a:pt x="1519259" y="1673111"/>
                  </a:lnTo>
                  <a:lnTo>
                    <a:pt x="1526758" y="1670998"/>
                  </a:lnTo>
                  <a:lnTo>
                    <a:pt x="1527187" y="1670950"/>
                  </a:lnTo>
                  <a:lnTo>
                    <a:pt x="1528047" y="1670926"/>
                  </a:lnTo>
                  <a:lnTo>
                    <a:pt x="1534243" y="1670926"/>
                  </a:lnTo>
                  <a:lnTo>
                    <a:pt x="1539426" y="1676273"/>
                  </a:lnTo>
                  <a:lnTo>
                    <a:pt x="1539426" y="1689966"/>
                  </a:lnTo>
                  <a:lnTo>
                    <a:pt x="1532953" y="1694786"/>
                  </a:lnTo>
                  <a:close/>
                </a:path>
                <a:path w="4122420" h="2482215">
                  <a:moveTo>
                    <a:pt x="1911355" y="1695050"/>
                  </a:moveTo>
                  <a:lnTo>
                    <a:pt x="1901619" y="1695050"/>
                  </a:lnTo>
                  <a:lnTo>
                    <a:pt x="1898585" y="1694043"/>
                  </a:lnTo>
                  <a:lnTo>
                    <a:pt x="1896233" y="1691788"/>
                  </a:lnTo>
                  <a:lnTo>
                    <a:pt x="1892812" y="1685171"/>
                  </a:lnTo>
                  <a:lnTo>
                    <a:pt x="1893591" y="1678399"/>
                  </a:lnTo>
                  <a:lnTo>
                    <a:pt x="1898011" y="1673123"/>
                  </a:lnTo>
                  <a:lnTo>
                    <a:pt x="1905514" y="1670998"/>
                  </a:lnTo>
                  <a:lnTo>
                    <a:pt x="1905893" y="1670950"/>
                  </a:lnTo>
                  <a:lnTo>
                    <a:pt x="1906652" y="1670926"/>
                  </a:lnTo>
                  <a:lnTo>
                    <a:pt x="1912898" y="1670926"/>
                  </a:lnTo>
                  <a:lnTo>
                    <a:pt x="1918158" y="1676969"/>
                  </a:lnTo>
                  <a:lnTo>
                    <a:pt x="1918158" y="1690158"/>
                  </a:lnTo>
                  <a:lnTo>
                    <a:pt x="1911355" y="1695050"/>
                  </a:lnTo>
                  <a:close/>
                </a:path>
                <a:path w="4122420" h="2482215">
                  <a:moveTo>
                    <a:pt x="615902" y="1695074"/>
                  </a:moveTo>
                  <a:lnTo>
                    <a:pt x="606628" y="1691301"/>
                  </a:lnTo>
                  <a:lnTo>
                    <a:pt x="603536" y="1683000"/>
                  </a:lnTo>
                  <a:lnTo>
                    <a:pt x="606628" y="1674699"/>
                  </a:lnTo>
                  <a:lnTo>
                    <a:pt x="615902" y="1670926"/>
                  </a:lnTo>
                  <a:lnTo>
                    <a:pt x="616408" y="1670926"/>
                  </a:lnTo>
                  <a:lnTo>
                    <a:pt x="617444" y="1670998"/>
                  </a:lnTo>
                  <a:lnTo>
                    <a:pt x="625993" y="1674866"/>
                  </a:lnTo>
                  <a:lnTo>
                    <a:pt x="628843" y="1682703"/>
                  </a:lnTo>
                  <a:lnTo>
                    <a:pt x="625993" y="1690688"/>
                  </a:lnTo>
                  <a:lnTo>
                    <a:pt x="617444" y="1695002"/>
                  </a:lnTo>
                  <a:lnTo>
                    <a:pt x="616913" y="1695050"/>
                  </a:lnTo>
                  <a:lnTo>
                    <a:pt x="615902" y="1695074"/>
                  </a:lnTo>
                  <a:close/>
                </a:path>
                <a:path w="4122420" h="2482215">
                  <a:moveTo>
                    <a:pt x="2433694" y="1695074"/>
                  </a:moveTo>
                  <a:lnTo>
                    <a:pt x="2424405" y="1691301"/>
                  </a:lnTo>
                  <a:lnTo>
                    <a:pt x="2421309" y="1683000"/>
                  </a:lnTo>
                  <a:lnTo>
                    <a:pt x="2424405" y="1674699"/>
                  </a:lnTo>
                  <a:lnTo>
                    <a:pt x="2433694" y="1670926"/>
                  </a:lnTo>
                  <a:lnTo>
                    <a:pt x="2434174" y="1670926"/>
                  </a:lnTo>
                  <a:lnTo>
                    <a:pt x="2435236" y="1670998"/>
                  </a:lnTo>
                  <a:lnTo>
                    <a:pt x="2443771" y="1675200"/>
                  </a:lnTo>
                  <a:lnTo>
                    <a:pt x="2446615" y="1683000"/>
                  </a:lnTo>
                  <a:lnTo>
                    <a:pt x="2443771" y="1690799"/>
                  </a:lnTo>
                  <a:lnTo>
                    <a:pt x="2435236" y="1695002"/>
                  </a:lnTo>
                  <a:lnTo>
                    <a:pt x="2434705" y="1695050"/>
                  </a:lnTo>
                  <a:lnTo>
                    <a:pt x="2433694" y="1695074"/>
                  </a:lnTo>
                  <a:close/>
                </a:path>
                <a:path w="4122420" h="2482215">
                  <a:moveTo>
                    <a:pt x="283371" y="1730228"/>
                  </a:moveTo>
                  <a:lnTo>
                    <a:pt x="273610" y="1730228"/>
                  </a:lnTo>
                  <a:lnTo>
                    <a:pt x="270601" y="1729245"/>
                  </a:lnTo>
                  <a:lnTo>
                    <a:pt x="268224" y="1726991"/>
                  </a:lnTo>
                  <a:lnTo>
                    <a:pt x="264475" y="1720461"/>
                  </a:lnTo>
                  <a:lnTo>
                    <a:pt x="265202" y="1713763"/>
                  </a:lnTo>
                  <a:lnTo>
                    <a:pt x="269647" y="1708481"/>
                  </a:lnTo>
                  <a:lnTo>
                    <a:pt x="277049" y="1706200"/>
                  </a:lnTo>
                  <a:lnTo>
                    <a:pt x="283649" y="1706416"/>
                  </a:lnTo>
                  <a:lnTo>
                    <a:pt x="289339" y="1711932"/>
                  </a:lnTo>
                  <a:lnTo>
                    <a:pt x="290174" y="1718190"/>
                  </a:lnTo>
                  <a:lnTo>
                    <a:pt x="290174" y="1725360"/>
                  </a:lnTo>
                  <a:lnTo>
                    <a:pt x="283371" y="1730228"/>
                  </a:lnTo>
                  <a:close/>
                </a:path>
                <a:path w="4122420" h="2482215">
                  <a:moveTo>
                    <a:pt x="2244746" y="1729461"/>
                  </a:moveTo>
                  <a:lnTo>
                    <a:pt x="2235457" y="1725692"/>
                  </a:lnTo>
                  <a:lnTo>
                    <a:pt x="2232361" y="1717399"/>
                  </a:lnTo>
                  <a:lnTo>
                    <a:pt x="2235457" y="1709107"/>
                  </a:lnTo>
                  <a:lnTo>
                    <a:pt x="2244746" y="1705337"/>
                  </a:lnTo>
                  <a:lnTo>
                    <a:pt x="2245226" y="1705337"/>
                  </a:lnTo>
                  <a:lnTo>
                    <a:pt x="2246288" y="1705409"/>
                  </a:lnTo>
                  <a:lnTo>
                    <a:pt x="2254823" y="1709712"/>
                  </a:lnTo>
                  <a:lnTo>
                    <a:pt x="2257667" y="1717696"/>
                  </a:lnTo>
                  <a:lnTo>
                    <a:pt x="2254823" y="1725531"/>
                  </a:lnTo>
                  <a:lnTo>
                    <a:pt x="2246288" y="1729389"/>
                  </a:lnTo>
                  <a:lnTo>
                    <a:pt x="2245757" y="1729437"/>
                  </a:lnTo>
                  <a:lnTo>
                    <a:pt x="2244746" y="1729461"/>
                  </a:lnTo>
                  <a:close/>
                </a:path>
                <a:path w="4122420" h="2482215">
                  <a:moveTo>
                    <a:pt x="1259469" y="1729461"/>
                  </a:moveTo>
                  <a:lnTo>
                    <a:pt x="1250128" y="1725699"/>
                  </a:lnTo>
                  <a:lnTo>
                    <a:pt x="1247141" y="1717423"/>
                  </a:lnTo>
                  <a:lnTo>
                    <a:pt x="1250507" y="1709147"/>
                  </a:lnTo>
                  <a:lnTo>
                    <a:pt x="1260227" y="1705385"/>
                  </a:lnTo>
                  <a:lnTo>
                    <a:pt x="1260783" y="1705385"/>
                  </a:lnTo>
                  <a:lnTo>
                    <a:pt x="1261062" y="1705409"/>
                  </a:lnTo>
                  <a:lnTo>
                    <a:pt x="1269596" y="1709712"/>
                  </a:lnTo>
                  <a:lnTo>
                    <a:pt x="1272441" y="1717696"/>
                  </a:lnTo>
                  <a:lnTo>
                    <a:pt x="1269596" y="1725531"/>
                  </a:lnTo>
                  <a:lnTo>
                    <a:pt x="1261062" y="1729389"/>
                  </a:lnTo>
                  <a:lnTo>
                    <a:pt x="1260505" y="1729437"/>
                  </a:lnTo>
                  <a:lnTo>
                    <a:pt x="1259469" y="1729461"/>
                  </a:lnTo>
                  <a:close/>
                </a:path>
                <a:path w="4122420" h="2482215">
                  <a:moveTo>
                    <a:pt x="736978" y="1729965"/>
                  </a:moveTo>
                  <a:lnTo>
                    <a:pt x="727217" y="1729965"/>
                  </a:lnTo>
                  <a:lnTo>
                    <a:pt x="723955" y="1728789"/>
                  </a:lnTo>
                  <a:lnTo>
                    <a:pt x="721199" y="1726200"/>
                  </a:lnTo>
                  <a:lnTo>
                    <a:pt x="717788" y="1719916"/>
                  </a:lnTo>
                  <a:lnTo>
                    <a:pt x="718566" y="1713107"/>
                  </a:lnTo>
                  <a:lnTo>
                    <a:pt x="722981" y="1707646"/>
                  </a:lnTo>
                  <a:lnTo>
                    <a:pt x="730480" y="1705409"/>
                  </a:lnTo>
                  <a:lnTo>
                    <a:pt x="731314" y="1706200"/>
                  </a:lnTo>
                  <a:lnTo>
                    <a:pt x="737231" y="1706992"/>
                  </a:lnTo>
                  <a:lnTo>
                    <a:pt x="742289" y="1711788"/>
                  </a:lnTo>
                  <a:lnTo>
                    <a:pt x="743123" y="1717399"/>
                  </a:lnTo>
                  <a:lnTo>
                    <a:pt x="743123" y="1724953"/>
                  </a:lnTo>
                  <a:lnTo>
                    <a:pt x="736978" y="1729965"/>
                  </a:lnTo>
                  <a:close/>
                </a:path>
                <a:path w="4122420" h="2482215">
                  <a:moveTo>
                    <a:pt x="812158" y="1729965"/>
                  </a:moveTo>
                  <a:lnTo>
                    <a:pt x="802675" y="1729965"/>
                  </a:lnTo>
                  <a:lnTo>
                    <a:pt x="799590" y="1728789"/>
                  </a:lnTo>
                  <a:lnTo>
                    <a:pt x="797112" y="1726200"/>
                  </a:lnTo>
                  <a:lnTo>
                    <a:pt x="793349" y="1719916"/>
                  </a:lnTo>
                  <a:lnTo>
                    <a:pt x="794166" y="1713107"/>
                  </a:lnTo>
                  <a:lnTo>
                    <a:pt x="798776" y="1707646"/>
                  </a:lnTo>
                  <a:lnTo>
                    <a:pt x="806392" y="1705409"/>
                  </a:lnTo>
                  <a:lnTo>
                    <a:pt x="807252" y="1706200"/>
                  </a:lnTo>
                  <a:lnTo>
                    <a:pt x="813144" y="1706992"/>
                  </a:lnTo>
                  <a:lnTo>
                    <a:pt x="818202" y="1711788"/>
                  </a:lnTo>
                  <a:lnTo>
                    <a:pt x="819062" y="1717399"/>
                  </a:lnTo>
                  <a:lnTo>
                    <a:pt x="818480" y="1724953"/>
                  </a:lnTo>
                  <a:lnTo>
                    <a:pt x="812158" y="1729965"/>
                  </a:lnTo>
                  <a:close/>
                </a:path>
                <a:path w="4122420" h="2482215">
                  <a:moveTo>
                    <a:pt x="888880" y="1729988"/>
                  </a:moveTo>
                  <a:lnTo>
                    <a:pt x="879145" y="1729988"/>
                  </a:lnTo>
                  <a:lnTo>
                    <a:pt x="875807" y="1728837"/>
                  </a:lnTo>
                  <a:lnTo>
                    <a:pt x="873025" y="1726200"/>
                  </a:lnTo>
                  <a:lnTo>
                    <a:pt x="869735" y="1720040"/>
                  </a:lnTo>
                  <a:lnTo>
                    <a:pt x="870715" y="1713502"/>
                  </a:lnTo>
                  <a:lnTo>
                    <a:pt x="875170" y="1708314"/>
                  </a:lnTo>
                  <a:lnTo>
                    <a:pt x="882306" y="1706200"/>
                  </a:lnTo>
                  <a:lnTo>
                    <a:pt x="889057" y="1706992"/>
                  </a:lnTo>
                  <a:lnTo>
                    <a:pt x="894975" y="1711788"/>
                  </a:lnTo>
                  <a:lnTo>
                    <a:pt x="894975" y="1725169"/>
                  </a:lnTo>
                  <a:lnTo>
                    <a:pt x="888880" y="1729988"/>
                  </a:lnTo>
                  <a:close/>
                </a:path>
                <a:path w="4122420" h="2482215">
                  <a:moveTo>
                    <a:pt x="964819" y="1729988"/>
                  </a:moveTo>
                  <a:lnTo>
                    <a:pt x="955437" y="1729988"/>
                  </a:lnTo>
                  <a:lnTo>
                    <a:pt x="952301" y="1728837"/>
                  </a:lnTo>
                  <a:lnTo>
                    <a:pt x="949798" y="1726200"/>
                  </a:lnTo>
                  <a:lnTo>
                    <a:pt x="946011" y="1720040"/>
                  </a:lnTo>
                  <a:lnTo>
                    <a:pt x="946735" y="1713502"/>
                  </a:lnTo>
                  <a:lnTo>
                    <a:pt x="951096" y="1708314"/>
                  </a:lnTo>
                  <a:lnTo>
                    <a:pt x="958219" y="1706200"/>
                  </a:lnTo>
                  <a:lnTo>
                    <a:pt x="964971" y="1706200"/>
                  </a:lnTo>
                  <a:lnTo>
                    <a:pt x="970888" y="1711788"/>
                  </a:lnTo>
                  <a:lnTo>
                    <a:pt x="970888" y="1725169"/>
                  </a:lnTo>
                  <a:lnTo>
                    <a:pt x="964819" y="1729988"/>
                  </a:lnTo>
                  <a:close/>
                </a:path>
                <a:path w="4122420" h="2482215">
                  <a:moveTo>
                    <a:pt x="1343549" y="1729988"/>
                  </a:moveTo>
                  <a:lnTo>
                    <a:pt x="1334168" y="1729988"/>
                  </a:lnTo>
                  <a:lnTo>
                    <a:pt x="1331032" y="1728837"/>
                  </a:lnTo>
                  <a:lnTo>
                    <a:pt x="1328529" y="1726200"/>
                  </a:lnTo>
                  <a:lnTo>
                    <a:pt x="1324753" y="1720040"/>
                  </a:lnTo>
                  <a:lnTo>
                    <a:pt x="1325479" y="1713502"/>
                  </a:lnTo>
                  <a:lnTo>
                    <a:pt x="1329841" y="1708314"/>
                  </a:lnTo>
                  <a:lnTo>
                    <a:pt x="1336975" y="1706200"/>
                  </a:lnTo>
                  <a:lnTo>
                    <a:pt x="1343727" y="1706200"/>
                  </a:lnTo>
                  <a:lnTo>
                    <a:pt x="1349619" y="1711788"/>
                  </a:lnTo>
                  <a:lnTo>
                    <a:pt x="1349619" y="1725169"/>
                  </a:lnTo>
                  <a:lnTo>
                    <a:pt x="1343549" y="1729988"/>
                  </a:lnTo>
                  <a:close/>
                </a:path>
                <a:path w="4122420" h="2482215">
                  <a:moveTo>
                    <a:pt x="1722280" y="1729988"/>
                  </a:moveTo>
                  <a:lnTo>
                    <a:pt x="1712924" y="1729988"/>
                  </a:lnTo>
                  <a:lnTo>
                    <a:pt x="1709763" y="1728837"/>
                  </a:lnTo>
                  <a:lnTo>
                    <a:pt x="1707285" y="1726200"/>
                  </a:lnTo>
                  <a:lnTo>
                    <a:pt x="1703498" y="1720040"/>
                  </a:lnTo>
                  <a:lnTo>
                    <a:pt x="1704222" y="1713502"/>
                  </a:lnTo>
                  <a:lnTo>
                    <a:pt x="1708583" y="1708314"/>
                  </a:lnTo>
                  <a:lnTo>
                    <a:pt x="1715706" y="1706200"/>
                  </a:lnTo>
                  <a:lnTo>
                    <a:pt x="1722458" y="1706200"/>
                  </a:lnTo>
                  <a:lnTo>
                    <a:pt x="1728375" y="1711788"/>
                  </a:lnTo>
                  <a:lnTo>
                    <a:pt x="1728375" y="1725169"/>
                  </a:lnTo>
                  <a:lnTo>
                    <a:pt x="1722280" y="1729988"/>
                  </a:lnTo>
                  <a:close/>
                </a:path>
                <a:path w="4122420" h="2482215">
                  <a:moveTo>
                    <a:pt x="2176950" y="1729988"/>
                  </a:moveTo>
                  <a:lnTo>
                    <a:pt x="2167189" y="1729988"/>
                  </a:lnTo>
                  <a:lnTo>
                    <a:pt x="2163876" y="1728837"/>
                  </a:lnTo>
                  <a:lnTo>
                    <a:pt x="2161094" y="1726200"/>
                  </a:lnTo>
                  <a:lnTo>
                    <a:pt x="2157801" y="1720040"/>
                  </a:lnTo>
                  <a:lnTo>
                    <a:pt x="2158774" y="1713502"/>
                  </a:lnTo>
                  <a:lnTo>
                    <a:pt x="2163228" y="1708314"/>
                  </a:lnTo>
                  <a:lnTo>
                    <a:pt x="2170375" y="1706200"/>
                  </a:lnTo>
                  <a:lnTo>
                    <a:pt x="2177127" y="1706200"/>
                  </a:lnTo>
                  <a:lnTo>
                    <a:pt x="2183019" y="1711788"/>
                  </a:lnTo>
                  <a:lnTo>
                    <a:pt x="2183019" y="1725169"/>
                  </a:lnTo>
                  <a:lnTo>
                    <a:pt x="2176950" y="1729988"/>
                  </a:lnTo>
                  <a:close/>
                </a:path>
                <a:path w="4122420" h="2482215">
                  <a:moveTo>
                    <a:pt x="2403855" y="1729988"/>
                  </a:moveTo>
                  <a:lnTo>
                    <a:pt x="2394473" y="1729988"/>
                  </a:lnTo>
                  <a:lnTo>
                    <a:pt x="2391337" y="1728837"/>
                  </a:lnTo>
                  <a:lnTo>
                    <a:pt x="2388834" y="1726200"/>
                  </a:lnTo>
                  <a:lnTo>
                    <a:pt x="2385058" y="1720040"/>
                  </a:lnTo>
                  <a:lnTo>
                    <a:pt x="2385784" y="1713502"/>
                  </a:lnTo>
                  <a:lnTo>
                    <a:pt x="2390146" y="1708314"/>
                  </a:lnTo>
                  <a:lnTo>
                    <a:pt x="2397280" y="1706200"/>
                  </a:lnTo>
                  <a:lnTo>
                    <a:pt x="2404031" y="1706200"/>
                  </a:lnTo>
                  <a:lnTo>
                    <a:pt x="2409924" y="1711788"/>
                  </a:lnTo>
                  <a:lnTo>
                    <a:pt x="2409924" y="1725169"/>
                  </a:lnTo>
                  <a:lnTo>
                    <a:pt x="2403855" y="1729988"/>
                  </a:lnTo>
                  <a:close/>
                </a:path>
                <a:path w="4122420" h="2482215">
                  <a:moveTo>
                    <a:pt x="2625019" y="1730204"/>
                  </a:moveTo>
                  <a:lnTo>
                    <a:pt x="2617433" y="1730204"/>
                  </a:lnTo>
                  <a:lnTo>
                    <a:pt x="2611515" y="1724593"/>
                  </a:lnTo>
                  <a:lnTo>
                    <a:pt x="2612375" y="1717399"/>
                  </a:lnTo>
                  <a:lnTo>
                    <a:pt x="2612375" y="1715792"/>
                  </a:lnTo>
                  <a:lnTo>
                    <a:pt x="2613210" y="1713394"/>
                  </a:lnTo>
                  <a:lnTo>
                    <a:pt x="2614069" y="1711788"/>
                  </a:lnTo>
                  <a:lnTo>
                    <a:pt x="2619962" y="1717399"/>
                  </a:lnTo>
                  <a:lnTo>
                    <a:pt x="2630076" y="1728598"/>
                  </a:lnTo>
                  <a:lnTo>
                    <a:pt x="2628408" y="1729389"/>
                  </a:lnTo>
                  <a:lnTo>
                    <a:pt x="2625019" y="1729389"/>
                  </a:lnTo>
                  <a:lnTo>
                    <a:pt x="2625019" y="1730204"/>
                  </a:lnTo>
                  <a:close/>
                </a:path>
                <a:path w="4122420" h="2482215">
                  <a:moveTo>
                    <a:pt x="1798623" y="1730204"/>
                  </a:moveTo>
                  <a:lnTo>
                    <a:pt x="1789166" y="1730204"/>
                  </a:lnTo>
                  <a:lnTo>
                    <a:pt x="1785828" y="1728957"/>
                  </a:lnTo>
                  <a:lnTo>
                    <a:pt x="1783198" y="1726200"/>
                  </a:lnTo>
                  <a:lnTo>
                    <a:pt x="1779774" y="1720040"/>
                  </a:lnTo>
                  <a:lnTo>
                    <a:pt x="1780458" y="1713502"/>
                  </a:lnTo>
                  <a:lnTo>
                    <a:pt x="1784617" y="1708314"/>
                  </a:lnTo>
                  <a:lnTo>
                    <a:pt x="1791619" y="1706200"/>
                  </a:lnTo>
                  <a:lnTo>
                    <a:pt x="1799230" y="1706200"/>
                  </a:lnTo>
                  <a:lnTo>
                    <a:pt x="1805123" y="1711788"/>
                  </a:lnTo>
                  <a:lnTo>
                    <a:pt x="1805038" y="1720040"/>
                  </a:lnTo>
                  <a:lnTo>
                    <a:pt x="1804566" y="1725792"/>
                  </a:lnTo>
                  <a:lnTo>
                    <a:pt x="1798623" y="1730204"/>
                  </a:lnTo>
                  <a:close/>
                </a:path>
                <a:path w="4122420" h="2482215">
                  <a:moveTo>
                    <a:pt x="1494668" y="1730228"/>
                  </a:moveTo>
                  <a:lnTo>
                    <a:pt x="1484907" y="1730228"/>
                  </a:lnTo>
                  <a:lnTo>
                    <a:pt x="1481898" y="1729245"/>
                  </a:lnTo>
                  <a:lnTo>
                    <a:pt x="1479521" y="1726991"/>
                  </a:lnTo>
                  <a:lnTo>
                    <a:pt x="1475758" y="1720374"/>
                  </a:lnTo>
                  <a:lnTo>
                    <a:pt x="1476575" y="1713601"/>
                  </a:lnTo>
                  <a:lnTo>
                    <a:pt x="1481185" y="1708326"/>
                  </a:lnTo>
                  <a:lnTo>
                    <a:pt x="1488801" y="1706200"/>
                  </a:lnTo>
                  <a:lnTo>
                    <a:pt x="1495553" y="1706200"/>
                  </a:lnTo>
                  <a:lnTo>
                    <a:pt x="1500610" y="1711788"/>
                  </a:lnTo>
                  <a:lnTo>
                    <a:pt x="1501445" y="1718190"/>
                  </a:lnTo>
                  <a:lnTo>
                    <a:pt x="1501445" y="1725360"/>
                  </a:lnTo>
                  <a:lnTo>
                    <a:pt x="1494668" y="1730228"/>
                  </a:lnTo>
                  <a:close/>
                </a:path>
                <a:path w="4122420" h="2482215">
                  <a:moveTo>
                    <a:pt x="1570581" y="1730228"/>
                  </a:moveTo>
                  <a:lnTo>
                    <a:pt x="1560820" y="1730228"/>
                  </a:lnTo>
                  <a:lnTo>
                    <a:pt x="1557811" y="1729245"/>
                  </a:lnTo>
                  <a:lnTo>
                    <a:pt x="1555433" y="1726991"/>
                  </a:lnTo>
                  <a:lnTo>
                    <a:pt x="1551670" y="1720374"/>
                  </a:lnTo>
                  <a:lnTo>
                    <a:pt x="1552488" y="1713601"/>
                  </a:lnTo>
                  <a:lnTo>
                    <a:pt x="1557098" y="1708326"/>
                  </a:lnTo>
                  <a:lnTo>
                    <a:pt x="1564714" y="1706200"/>
                  </a:lnTo>
                  <a:lnTo>
                    <a:pt x="1571466" y="1706200"/>
                  </a:lnTo>
                  <a:lnTo>
                    <a:pt x="1576523" y="1711788"/>
                  </a:lnTo>
                  <a:lnTo>
                    <a:pt x="1577383" y="1718190"/>
                  </a:lnTo>
                  <a:lnTo>
                    <a:pt x="1577383" y="1725360"/>
                  </a:lnTo>
                  <a:lnTo>
                    <a:pt x="1570581" y="1730228"/>
                  </a:lnTo>
                  <a:close/>
                </a:path>
                <a:path w="4122420" h="2482215">
                  <a:moveTo>
                    <a:pt x="1873803" y="1730228"/>
                  </a:moveTo>
                  <a:lnTo>
                    <a:pt x="1864017" y="1730228"/>
                  </a:lnTo>
                  <a:lnTo>
                    <a:pt x="1860881" y="1729245"/>
                  </a:lnTo>
                  <a:lnTo>
                    <a:pt x="1858277" y="1726991"/>
                  </a:lnTo>
                  <a:lnTo>
                    <a:pt x="1854851" y="1720374"/>
                  </a:lnTo>
                  <a:lnTo>
                    <a:pt x="1855622" y="1713601"/>
                  </a:lnTo>
                  <a:lnTo>
                    <a:pt x="1860033" y="1708326"/>
                  </a:lnTo>
                  <a:lnTo>
                    <a:pt x="1867532" y="1706200"/>
                  </a:lnTo>
                  <a:lnTo>
                    <a:pt x="1874284" y="1706200"/>
                  </a:lnTo>
                  <a:lnTo>
                    <a:pt x="1880201" y="1711788"/>
                  </a:lnTo>
                  <a:lnTo>
                    <a:pt x="1880201" y="1725360"/>
                  </a:lnTo>
                  <a:lnTo>
                    <a:pt x="1873803" y="1730228"/>
                  </a:lnTo>
                  <a:close/>
                </a:path>
                <a:path w="4122420" h="2482215">
                  <a:moveTo>
                    <a:pt x="2100708" y="1730228"/>
                  </a:moveTo>
                  <a:lnTo>
                    <a:pt x="2091326" y="1730228"/>
                  </a:lnTo>
                  <a:lnTo>
                    <a:pt x="2088393" y="1729245"/>
                  </a:lnTo>
                  <a:lnTo>
                    <a:pt x="2086016" y="1726991"/>
                  </a:lnTo>
                  <a:lnTo>
                    <a:pt x="2082229" y="1720374"/>
                  </a:lnTo>
                  <a:lnTo>
                    <a:pt x="2082956" y="1713601"/>
                  </a:lnTo>
                  <a:lnTo>
                    <a:pt x="2087325" y="1708326"/>
                  </a:lnTo>
                  <a:lnTo>
                    <a:pt x="2094462" y="1706200"/>
                  </a:lnTo>
                  <a:lnTo>
                    <a:pt x="2101188" y="1706200"/>
                  </a:lnTo>
                  <a:lnTo>
                    <a:pt x="2107106" y="1711788"/>
                  </a:lnTo>
                  <a:lnTo>
                    <a:pt x="2107106" y="1725360"/>
                  </a:lnTo>
                  <a:lnTo>
                    <a:pt x="2100708" y="1730228"/>
                  </a:lnTo>
                  <a:close/>
                </a:path>
                <a:path w="4122420" h="2482215">
                  <a:moveTo>
                    <a:pt x="427965" y="1730252"/>
                  </a:moveTo>
                  <a:lnTo>
                    <a:pt x="426954" y="1730252"/>
                  </a:lnTo>
                  <a:lnTo>
                    <a:pt x="417680" y="1726483"/>
                  </a:lnTo>
                  <a:lnTo>
                    <a:pt x="414588" y="1718191"/>
                  </a:lnTo>
                  <a:lnTo>
                    <a:pt x="417680" y="1709898"/>
                  </a:lnTo>
                  <a:lnTo>
                    <a:pt x="426954" y="1706129"/>
                  </a:lnTo>
                  <a:lnTo>
                    <a:pt x="427459" y="1706129"/>
                  </a:lnTo>
                  <a:lnTo>
                    <a:pt x="428496" y="1706200"/>
                  </a:lnTo>
                  <a:lnTo>
                    <a:pt x="437045" y="1710514"/>
                  </a:lnTo>
                  <a:lnTo>
                    <a:pt x="439895" y="1718499"/>
                  </a:lnTo>
                  <a:lnTo>
                    <a:pt x="437045" y="1726336"/>
                  </a:lnTo>
                  <a:lnTo>
                    <a:pt x="428496" y="1730204"/>
                  </a:lnTo>
                  <a:lnTo>
                    <a:pt x="427965" y="1730252"/>
                  </a:lnTo>
                  <a:close/>
                </a:path>
                <a:path w="4122420" h="2482215">
                  <a:moveTo>
                    <a:pt x="1033626" y="1730252"/>
                  </a:moveTo>
                  <a:lnTo>
                    <a:pt x="1032589" y="1730252"/>
                  </a:lnTo>
                  <a:lnTo>
                    <a:pt x="1023315" y="1726483"/>
                  </a:lnTo>
                  <a:lnTo>
                    <a:pt x="1020224" y="1718191"/>
                  </a:lnTo>
                  <a:lnTo>
                    <a:pt x="1023315" y="1709898"/>
                  </a:lnTo>
                  <a:lnTo>
                    <a:pt x="1032589" y="1706129"/>
                  </a:lnTo>
                  <a:lnTo>
                    <a:pt x="1033095" y="1706129"/>
                  </a:lnTo>
                  <a:lnTo>
                    <a:pt x="1034157" y="1706200"/>
                  </a:lnTo>
                  <a:lnTo>
                    <a:pt x="1042692" y="1710403"/>
                  </a:lnTo>
                  <a:lnTo>
                    <a:pt x="1045537" y="1718202"/>
                  </a:lnTo>
                  <a:lnTo>
                    <a:pt x="1042692" y="1726002"/>
                  </a:lnTo>
                  <a:lnTo>
                    <a:pt x="1034157" y="1730204"/>
                  </a:lnTo>
                  <a:lnTo>
                    <a:pt x="1033626" y="1730252"/>
                  </a:lnTo>
                  <a:close/>
                </a:path>
                <a:path w="4122420" h="2482215">
                  <a:moveTo>
                    <a:pt x="1412357" y="1730252"/>
                  </a:moveTo>
                  <a:lnTo>
                    <a:pt x="1411346" y="1730252"/>
                  </a:lnTo>
                  <a:lnTo>
                    <a:pt x="1402057" y="1726483"/>
                  </a:lnTo>
                  <a:lnTo>
                    <a:pt x="1398961" y="1718191"/>
                  </a:lnTo>
                  <a:lnTo>
                    <a:pt x="1402057" y="1709898"/>
                  </a:lnTo>
                  <a:lnTo>
                    <a:pt x="1411346" y="1706129"/>
                  </a:lnTo>
                  <a:lnTo>
                    <a:pt x="1411851" y="1706129"/>
                  </a:lnTo>
                  <a:lnTo>
                    <a:pt x="1412888" y="1706200"/>
                  </a:lnTo>
                  <a:lnTo>
                    <a:pt x="1421423" y="1710514"/>
                  </a:lnTo>
                  <a:lnTo>
                    <a:pt x="1424267" y="1718499"/>
                  </a:lnTo>
                  <a:lnTo>
                    <a:pt x="1421423" y="1726336"/>
                  </a:lnTo>
                  <a:lnTo>
                    <a:pt x="1412888" y="1730204"/>
                  </a:lnTo>
                  <a:lnTo>
                    <a:pt x="1412357" y="1730252"/>
                  </a:lnTo>
                  <a:close/>
                </a:path>
                <a:path w="4122420" h="2482215">
                  <a:moveTo>
                    <a:pt x="1639287" y="1730252"/>
                  </a:moveTo>
                  <a:lnTo>
                    <a:pt x="1638326" y="1730252"/>
                  </a:lnTo>
                  <a:lnTo>
                    <a:pt x="1629464" y="1726483"/>
                  </a:lnTo>
                  <a:lnTo>
                    <a:pt x="1626510" y="1718191"/>
                  </a:lnTo>
                  <a:lnTo>
                    <a:pt x="1629464" y="1709898"/>
                  </a:lnTo>
                  <a:lnTo>
                    <a:pt x="1638326" y="1706129"/>
                  </a:lnTo>
                  <a:lnTo>
                    <a:pt x="1638806" y="1706129"/>
                  </a:lnTo>
                  <a:lnTo>
                    <a:pt x="1639793" y="1706200"/>
                  </a:lnTo>
                  <a:lnTo>
                    <a:pt x="1648811" y="1710514"/>
                  </a:lnTo>
                  <a:lnTo>
                    <a:pt x="1651817" y="1718499"/>
                  </a:lnTo>
                  <a:lnTo>
                    <a:pt x="1648811" y="1726336"/>
                  </a:lnTo>
                  <a:lnTo>
                    <a:pt x="1639793" y="1730204"/>
                  </a:lnTo>
                  <a:lnTo>
                    <a:pt x="1639287" y="1730252"/>
                  </a:lnTo>
                  <a:close/>
                </a:path>
                <a:path w="4122420" h="2482215">
                  <a:moveTo>
                    <a:pt x="2018018" y="1730252"/>
                  </a:moveTo>
                  <a:lnTo>
                    <a:pt x="2017057" y="1730252"/>
                  </a:lnTo>
                  <a:lnTo>
                    <a:pt x="2008195" y="1726483"/>
                  </a:lnTo>
                  <a:lnTo>
                    <a:pt x="2005241" y="1718191"/>
                  </a:lnTo>
                  <a:lnTo>
                    <a:pt x="2008195" y="1709898"/>
                  </a:lnTo>
                  <a:lnTo>
                    <a:pt x="2017057" y="1706129"/>
                  </a:lnTo>
                  <a:lnTo>
                    <a:pt x="2017537" y="1706129"/>
                  </a:lnTo>
                  <a:lnTo>
                    <a:pt x="2018524" y="1706200"/>
                  </a:lnTo>
                  <a:lnTo>
                    <a:pt x="2027542" y="1710403"/>
                  </a:lnTo>
                  <a:lnTo>
                    <a:pt x="2030548" y="1718202"/>
                  </a:lnTo>
                  <a:lnTo>
                    <a:pt x="2027542" y="1726002"/>
                  </a:lnTo>
                  <a:lnTo>
                    <a:pt x="2018524" y="1730204"/>
                  </a:lnTo>
                  <a:lnTo>
                    <a:pt x="2018018" y="1730252"/>
                  </a:lnTo>
                  <a:close/>
                </a:path>
                <a:path w="4122420" h="2482215">
                  <a:moveTo>
                    <a:pt x="653808" y="1730276"/>
                  </a:moveTo>
                  <a:lnTo>
                    <a:pt x="644562" y="1726627"/>
                  </a:lnTo>
                  <a:lnTo>
                    <a:pt x="641480" y="1718598"/>
                  </a:lnTo>
                  <a:lnTo>
                    <a:pt x="644562" y="1710569"/>
                  </a:lnTo>
                  <a:lnTo>
                    <a:pt x="653808" y="1706920"/>
                  </a:lnTo>
                  <a:lnTo>
                    <a:pt x="654339" y="1706920"/>
                  </a:lnTo>
                  <a:lnTo>
                    <a:pt x="655401" y="1706992"/>
                  </a:lnTo>
                  <a:lnTo>
                    <a:pt x="663950" y="1710848"/>
                  </a:lnTo>
                  <a:lnTo>
                    <a:pt x="666799" y="1718598"/>
                  </a:lnTo>
                  <a:lnTo>
                    <a:pt x="663950" y="1726348"/>
                  </a:lnTo>
                  <a:lnTo>
                    <a:pt x="655401" y="1730204"/>
                  </a:lnTo>
                  <a:lnTo>
                    <a:pt x="654870" y="1730252"/>
                  </a:lnTo>
                  <a:lnTo>
                    <a:pt x="653808" y="1730276"/>
                  </a:lnTo>
                  <a:close/>
                </a:path>
                <a:path w="4122420" h="2482215">
                  <a:moveTo>
                    <a:pt x="359082" y="1730396"/>
                  </a:moveTo>
                  <a:lnTo>
                    <a:pt x="349321" y="1730396"/>
                  </a:lnTo>
                  <a:lnTo>
                    <a:pt x="346033" y="1729341"/>
                  </a:lnTo>
                  <a:lnTo>
                    <a:pt x="343303" y="1726991"/>
                  </a:lnTo>
                  <a:lnTo>
                    <a:pt x="339892" y="1720708"/>
                  </a:lnTo>
                  <a:lnTo>
                    <a:pt x="340669" y="1713898"/>
                  </a:lnTo>
                  <a:lnTo>
                    <a:pt x="345084" y="1708437"/>
                  </a:lnTo>
                  <a:lnTo>
                    <a:pt x="352583" y="1706200"/>
                  </a:lnTo>
                  <a:lnTo>
                    <a:pt x="359335" y="1706200"/>
                  </a:lnTo>
                  <a:lnTo>
                    <a:pt x="365227" y="1711788"/>
                  </a:lnTo>
                  <a:lnTo>
                    <a:pt x="365227" y="1725768"/>
                  </a:lnTo>
                  <a:lnTo>
                    <a:pt x="359082" y="1730396"/>
                  </a:lnTo>
                  <a:close/>
                </a:path>
                <a:path w="4122420" h="2482215">
                  <a:moveTo>
                    <a:pt x="1116569" y="1730396"/>
                  </a:moveTo>
                  <a:lnTo>
                    <a:pt x="1106783" y="1730396"/>
                  </a:lnTo>
                  <a:lnTo>
                    <a:pt x="1103521" y="1729341"/>
                  </a:lnTo>
                  <a:lnTo>
                    <a:pt x="1100790" y="1726991"/>
                  </a:lnTo>
                  <a:lnTo>
                    <a:pt x="1097379" y="1720708"/>
                  </a:lnTo>
                  <a:lnTo>
                    <a:pt x="1098157" y="1713898"/>
                  </a:lnTo>
                  <a:lnTo>
                    <a:pt x="1102571" y="1708437"/>
                  </a:lnTo>
                  <a:lnTo>
                    <a:pt x="1110070" y="1706200"/>
                  </a:lnTo>
                  <a:lnTo>
                    <a:pt x="1116822" y="1706200"/>
                  </a:lnTo>
                  <a:lnTo>
                    <a:pt x="1122714" y="1711788"/>
                  </a:lnTo>
                  <a:lnTo>
                    <a:pt x="1122714" y="1725768"/>
                  </a:lnTo>
                  <a:lnTo>
                    <a:pt x="1116569" y="1730396"/>
                  </a:lnTo>
                  <a:close/>
                </a:path>
                <a:path w="4122420" h="2482215">
                  <a:moveTo>
                    <a:pt x="1191623" y="1730396"/>
                  </a:moveTo>
                  <a:lnTo>
                    <a:pt x="1182240" y="1730396"/>
                  </a:lnTo>
                  <a:lnTo>
                    <a:pt x="1179156" y="1729341"/>
                  </a:lnTo>
                  <a:lnTo>
                    <a:pt x="1176703" y="1726991"/>
                  </a:lnTo>
                  <a:lnTo>
                    <a:pt x="1172929" y="1720708"/>
                  </a:lnTo>
                  <a:lnTo>
                    <a:pt x="1173747" y="1713898"/>
                  </a:lnTo>
                  <a:lnTo>
                    <a:pt x="1178363" y="1708437"/>
                  </a:lnTo>
                  <a:lnTo>
                    <a:pt x="1185983" y="1706200"/>
                  </a:lnTo>
                  <a:lnTo>
                    <a:pt x="1192735" y="1706200"/>
                  </a:lnTo>
                  <a:lnTo>
                    <a:pt x="1198627" y="1711788"/>
                  </a:lnTo>
                  <a:lnTo>
                    <a:pt x="1197792" y="1718190"/>
                  </a:lnTo>
                  <a:lnTo>
                    <a:pt x="1197792" y="1725768"/>
                  </a:lnTo>
                  <a:lnTo>
                    <a:pt x="1191623" y="1730396"/>
                  </a:lnTo>
                  <a:close/>
                </a:path>
                <a:path w="4122420" h="2482215">
                  <a:moveTo>
                    <a:pt x="1949565" y="1730396"/>
                  </a:moveTo>
                  <a:lnTo>
                    <a:pt x="1939829" y="1730396"/>
                  </a:lnTo>
                  <a:lnTo>
                    <a:pt x="1936643" y="1729341"/>
                  </a:lnTo>
                  <a:lnTo>
                    <a:pt x="1934190" y="1726991"/>
                  </a:lnTo>
                  <a:lnTo>
                    <a:pt x="1930416" y="1720708"/>
                  </a:lnTo>
                  <a:lnTo>
                    <a:pt x="1931234" y="1713898"/>
                  </a:lnTo>
                  <a:lnTo>
                    <a:pt x="1935851" y="1708437"/>
                  </a:lnTo>
                  <a:lnTo>
                    <a:pt x="1943470" y="1706200"/>
                  </a:lnTo>
                  <a:lnTo>
                    <a:pt x="1950197" y="1706200"/>
                  </a:lnTo>
                  <a:lnTo>
                    <a:pt x="1956114" y="1711788"/>
                  </a:lnTo>
                  <a:lnTo>
                    <a:pt x="1956114" y="1725768"/>
                  </a:lnTo>
                  <a:lnTo>
                    <a:pt x="1949565" y="1730396"/>
                  </a:lnTo>
                  <a:close/>
                </a:path>
                <a:path w="4122420" h="2482215">
                  <a:moveTo>
                    <a:pt x="2327840" y="1730396"/>
                  </a:moveTo>
                  <a:lnTo>
                    <a:pt x="2318079" y="1730396"/>
                  </a:lnTo>
                  <a:lnTo>
                    <a:pt x="2314817" y="1729341"/>
                  </a:lnTo>
                  <a:lnTo>
                    <a:pt x="2312086" y="1726991"/>
                  </a:lnTo>
                  <a:lnTo>
                    <a:pt x="2308782" y="1720708"/>
                  </a:lnTo>
                  <a:lnTo>
                    <a:pt x="2309757" y="1713898"/>
                  </a:lnTo>
                  <a:lnTo>
                    <a:pt x="2314216" y="1708437"/>
                  </a:lnTo>
                  <a:lnTo>
                    <a:pt x="2321367" y="1706200"/>
                  </a:lnTo>
                  <a:lnTo>
                    <a:pt x="2328093" y="1706200"/>
                  </a:lnTo>
                  <a:lnTo>
                    <a:pt x="2334010" y="1711788"/>
                  </a:lnTo>
                  <a:lnTo>
                    <a:pt x="2334010" y="1725768"/>
                  </a:lnTo>
                  <a:lnTo>
                    <a:pt x="2327840" y="1730396"/>
                  </a:lnTo>
                  <a:close/>
                </a:path>
                <a:path w="4122420" h="2482215">
                  <a:moveTo>
                    <a:pt x="2555605" y="1730396"/>
                  </a:moveTo>
                  <a:lnTo>
                    <a:pt x="2545844" y="1730396"/>
                  </a:lnTo>
                  <a:lnTo>
                    <a:pt x="2542556" y="1729341"/>
                  </a:lnTo>
                  <a:lnTo>
                    <a:pt x="2539826" y="1726991"/>
                  </a:lnTo>
                  <a:lnTo>
                    <a:pt x="2536532" y="1720708"/>
                  </a:lnTo>
                  <a:lnTo>
                    <a:pt x="2537505" y="1713898"/>
                  </a:lnTo>
                  <a:lnTo>
                    <a:pt x="2541959" y="1708437"/>
                  </a:lnTo>
                  <a:lnTo>
                    <a:pt x="2549106" y="1706200"/>
                  </a:lnTo>
                  <a:lnTo>
                    <a:pt x="2555858" y="1706200"/>
                  </a:lnTo>
                  <a:lnTo>
                    <a:pt x="2561750" y="1711788"/>
                  </a:lnTo>
                  <a:lnTo>
                    <a:pt x="2561750" y="1725768"/>
                  </a:lnTo>
                  <a:lnTo>
                    <a:pt x="2555605" y="1730396"/>
                  </a:lnTo>
                  <a:close/>
                </a:path>
                <a:path w="4122420" h="2482215">
                  <a:moveTo>
                    <a:pt x="585304" y="1730444"/>
                  </a:moveTo>
                  <a:lnTo>
                    <a:pt x="575846" y="1730444"/>
                  </a:lnTo>
                  <a:lnTo>
                    <a:pt x="572711" y="1729365"/>
                  </a:lnTo>
                  <a:lnTo>
                    <a:pt x="570207" y="1726991"/>
                  </a:lnTo>
                  <a:lnTo>
                    <a:pt x="566914" y="1720374"/>
                  </a:lnTo>
                  <a:lnTo>
                    <a:pt x="567887" y="1713601"/>
                  </a:lnTo>
                  <a:lnTo>
                    <a:pt x="572341" y="1708326"/>
                  </a:lnTo>
                  <a:lnTo>
                    <a:pt x="579488" y="1706200"/>
                  </a:lnTo>
                  <a:lnTo>
                    <a:pt x="587074" y="1706200"/>
                  </a:lnTo>
                  <a:lnTo>
                    <a:pt x="592131" y="1711788"/>
                  </a:lnTo>
                  <a:lnTo>
                    <a:pt x="592022" y="1720374"/>
                  </a:lnTo>
                  <a:lnTo>
                    <a:pt x="591575" y="1725984"/>
                  </a:lnTo>
                  <a:lnTo>
                    <a:pt x="585304" y="1730444"/>
                  </a:lnTo>
                  <a:close/>
                </a:path>
                <a:path w="4122420" h="2482215">
                  <a:moveTo>
                    <a:pt x="510149" y="1730780"/>
                  </a:moveTo>
                  <a:lnTo>
                    <a:pt x="500388" y="1730780"/>
                  </a:lnTo>
                  <a:lnTo>
                    <a:pt x="497076" y="1729629"/>
                  </a:lnTo>
                  <a:lnTo>
                    <a:pt x="494294" y="1726991"/>
                  </a:lnTo>
                  <a:lnTo>
                    <a:pt x="491001" y="1720831"/>
                  </a:lnTo>
                  <a:lnTo>
                    <a:pt x="491974" y="1714294"/>
                  </a:lnTo>
                  <a:lnTo>
                    <a:pt x="496428" y="1709105"/>
                  </a:lnTo>
                  <a:lnTo>
                    <a:pt x="503575" y="1706992"/>
                  </a:lnTo>
                  <a:lnTo>
                    <a:pt x="503575" y="1706200"/>
                  </a:lnTo>
                  <a:lnTo>
                    <a:pt x="511161" y="1706992"/>
                  </a:lnTo>
                  <a:lnTo>
                    <a:pt x="516219" y="1711788"/>
                  </a:lnTo>
                  <a:lnTo>
                    <a:pt x="516219" y="1725984"/>
                  </a:lnTo>
                  <a:lnTo>
                    <a:pt x="510149" y="1730780"/>
                  </a:lnTo>
                  <a:close/>
                </a:path>
                <a:path w="4122420" h="2482215">
                  <a:moveTo>
                    <a:pt x="2479768" y="1730780"/>
                  </a:moveTo>
                  <a:lnTo>
                    <a:pt x="2470386" y="1730780"/>
                  </a:lnTo>
                  <a:lnTo>
                    <a:pt x="2467251" y="1729629"/>
                  </a:lnTo>
                  <a:lnTo>
                    <a:pt x="2464747" y="1726991"/>
                  </a:lnTo>
                  <a:lnTo>
                    <a:pt x="2460971" y="1720831"/>
                  </a:lnTo>
                  <a:lnTo>
                    <a:pt x="2461697" y="1714294"/>
                  </a:lnTo>
                  <a:lnTo>
                    <a:pt x="2466059" y="1709105"/>
                  </a:lnTo>
                  <a:lnTo>
                    <a:pt x="2473193" y="1706992"/>
                  </a:lnTo>
                  <a:lnTo>
                    <a:pt x="2473193" y="1706200"/>
                  </a:lnTo>
                  <a:lnTo>
                    <a:pt x="2480779" y="1706200"/>
                  </a:lnTo>
                  <a:lnTo>
                    <a:pt x="2485837" y="1711788"/>
                  </a:lnTo>
                  <a:lnTo>
                    <a:pt x="2485837" y="1725984"/>
                  </a:lnTo>
                  <a:lnTo>
                    <a:pt x="2479768" y="1730780"/>
                  </a:lnTo>
                  <a:close/>
                </a:path>
                <a:path w="4122420" h="2482215">
                  <a:moveTo>
                    <a:pt x="245035" y="1766246"/>
                  </a:moveTo>
                  <a:lnTo>
                    <a:pt x="235578" y="1766246"/>
                  </a:lnTo>
                  <a:lnTo>
                    <a:pt x="232644" y="1765239"/>
                  </a:lnTo>
                  <a:lnTo>
                    <a:pt x="230267" y="1762985"/>
                  </a:lnTo>
                  <a:lnTo>
                    <a:pt x="226519" y="1756455"/>
                  </a:lnTo>
                  <a:lnTo>
                    <a:pt x="227246" y="1749757"/>
                  </a:lnTo>
                  <a:lnTo>
                    <a:pt x="231690" y="1744475"/>
                  </a:lnTo>
                  <a:lnTo>
                    <a:pt x="239093" y="1742194"/>
                  </a:lnTo>
                  <a:lnTo>
                    <a:pt x="245693" y="1742410"/>
                  </a:lnTo>
                  <a:lnTo>
                    <a:pt x="251383" y="1747926"/>
                  </a:lnTo>
                  <a:lnTo>
                    <a:pt x="252217" y="1754184"/>
                  </a:lnTo>
                  <a:lnTo>
                    <a:pt x="251635" y="1761354"/>
                  </a:lnTo>
                  <a:lnTo>
                    <a:pt x="245035" y="1766246"/>
                  </a:lnTo>
                  <a:close/>
                </a:path>
                <a:path w="4122420" h="2482215">
                  <a:moveTo>
                    <a:pt x="774556" y="1765599"/>
                  </a:moveTo>
                  <a:lnTo>
                    <a:pt x="764795" y="1765599"/>
                  </a:lnTo>
                  <a:lnTo>
                    <a:pt x="761634" y="1764520"/>
                  </a:lnTo>
                  <a:lnTo>
                    <a:pt x="759155" y="1762194"/>
                  </a:lnTo>
                  <a:lnTo>
                    <a:pt x="755744" y="1755910"/>
                  </a:lnTo>
                  <a:lnTo>
                    <a:pt x="756523" y="1749101"/>
                  </a:lnTo>
                  <a:lnTo>
                    <a:pt x="760937" y="1743640"/>
                  </a:lnTo>
                  <a:lnTo>
                    <a:pt x="768436" y="1741403"/>
                  </a:lnTo>
                  <a:lnTo>
                    <a:pt x="769271" y="1742194"/>
                  </a:lnTo>
                  <a:lnTo>
                    <a:pt x="775188" y="1742986"/>
                  </a:lnTo>
                  <a:lnTo>
                    <a:pt x="780245" y="1747782"/>
                  </a:lnTo>
                  <a:lnTo>
                    <a:pt x="781080" y="1753393"/>
                  </a:lnTo>
                  <a:lnTo>
                    <a:pt x="781080" y="1760947"/>
                  </a:lnTo>
                  <a:lnTo>
                    <a:pt x="774556" y="1765599"/>
                  </a:lnTo>
                  <a:close/>
                </a:path>
                <a:path w="4122420" h="2482215">
                  <a:moveTo>
                    <a:pt x="926761" y="1765599"/>
                  </a:moveTo>
                  <a:lnTo>
                    <a:pt x="917000" y="1765599"/>
                  </a:lnTo>
                  <a:lnTo>
                    <a:pt x="913738" y="1764520"/>
                  </a:lnTo>
                  <a:lnTo>
                    <a:pt x="910981" y="1762194"/>
                  </a:lnTo>
                  <a:lnTo>
                    <a:pt x="907571" y="1755910"/>
                  </a:lnTo>
                  <a:lnTo>
                    <a:pt x="908349" y="1749101"/>
                  </a:lnTo>
                  <a:lnTo>
                    <a:pt x="912763" y="1743640"/>
                  </a:lnTo>
                  <a:lnTo>
                    <a:pt x="920262" y="1741403"/>
                  </a:lnTo>
                  <a:lnTo>
                    <a:pt x="920262" y="1742194"/>
                  </a:lnTo>
                  <a:lnTo>
                    <a:pt x="927014" y="1742194"/>
                  </a:lnTo>
                  <a:lnTo>
                    <a:pt x="932071" y="1747782"/>
                  </a:lnTo>
                  <a:lnTo>
                    <a:pt x="932931" y="1753393"/>
                  </a:lnTo>
                  <a:lnTo>
                    <a:pt x="932931" y="1760947"/>
                  </a:lnTo>
                  <a:lnTo>
                    <a:pt x="926761" y="1765599"/>
                  </a:lnTo>
                  <a:close/>
                </a:path>
                <a:path w="4122420" h="2482215">
                  <a:moveTo>
                    <a:pt x="1078612" y="1765599"/>
                  </a:moveTo>
                  <a:lnTo>
                    <a:pt x="1068826" y="1765599"/>
                  </a:lnTo>
                  <a:lnTo>
                    <a:pt x="1065564" y="1764520"/>
                  </a:lnTo>
                  <a:lnTo>
                    <a:pt x="1062833" y="1762194"/>
                  </a:lnTo>
                  <a:lnTo>
                    <a:pt x="1059539" y="1755566"/>
                  </a:lnTo>
                  <a:lnTo>
                    <a:pt x="1060513" y="1748795"/>
                  </a:lnTo>
                  <a:lnTo>
                    <a:pt x="1064967" y="1743525"/>
                  </a:lnTo>
                  <a:lnTo>
                    <a:pt x="1072113" y="1741403"/>
                  </a:lnTo>
                  <a:lnTo>
                    <a:pt x="1072113" y="1742194"/>
                  </a:lnTo>
                  <a:lnTo>
                    <a:pt x="1078865" y="1742194"/>
                  </a:lnTo>
                  <a:lnTo>
                    <a:pt x="1083923" y="1746990"/>
                  </a:lnTo>
                  <a:lnTo>
                    <a:pt x="1084757" y="1753393"/>
                  </a:lnTo>
                  <a:lnTo>
                    <a:pt x="1084757" y="1760947"/>
                  </a:lnTo>
                  <a:lnTo>
                    <a:pt x="1078612" y="1765599"/>
                  </a:lnTo>
                  <a:close/>
                </a:path>
                <a:path w="4122420" h="2482215">
                  <a:moveTo>
                    <a:pt x="1305517" y="1765599"/>
                  </a:moveTo>
                  <a:lnTo>
                    <a:pt x="1295731" y="1765599"/>
                  </a:lnTo>
                  <a:lnTo>
                    <a:pt x="1292469" y="1764520"/>
                  </a:lnTo>
                  <a:lnTo>
                    <a:pt x="1289738" y="1762194"/>
                  </a:lnTo>
                  <a:lnTo>
                    <a:pt x="1286327" y="1755910"/>
                  </a:lnTo>
                  <a:lnTo>
                    <a:pt x="1287105" y="1749101"/>
                  </a:lnTo>
                  <a:lnTo>
                    <a:pt x="1291519" y="1743640"/>
                  </a:lnTo>
                  <a:lnTo>
                    <a:pt x="1299018" y="1741403"/>
                  </a:lnTo>
                  <a:lnTo>
                    <a:pt x="1299018" y="1742194"/>
                  </a:lnTo>
                  <a:lnTo>
                    <a:pt x="1305770" y="1742194"/>
                  </a:lnTo>
                  <a:lnTo>
                    <a:pt x="1310828" y="1747782"/>
                  </a:lnTo>
                  <a:lnTo>
                    <a:pt x="1311662" y="1753393"/>
                  </a:lnTo>
                  <a:lnTo>
                    <a:pt x="1311662" y="1760947"/>
                  </a:lnTo>
                  <a:lnTo>
                    <a:pt x="1305517" y="1765599"/>
                  </a:lnTo>
                  <a:close/>
                </a:path>
                <a:path w="4122420" h="2482215">
                  <a:moveTo>
                    <a:pt x="2214830" y="1765599"/>
                  </a:moveTo>
                  <a:lnTo>
                    <a:pt x="2205044" y="1765599"/>
                  </a:lnTo>
                  <a:lnTo>
                    <a:pt x="2201782" y="1764520"/>
                  </a:lnTo>
                  <a:lnTo>
                    <a:pt x="2199051" y="1762194"/>
                  </a:lnTo>
                  <a:lnTo>
                    <a:pt x="2195640" y="1755566"/>
                  </a:lnTo>
                  <a:lnTo>
                    <a:pt x="2196418" y="1748795"/>
                  </a:lnTo>
                  <a:lnTo>
                    <a:pt x="2200833" y="1743525"/>
                  </a:lnTo>
                  <a:lnTo>
                    <a:pt x="2208331" y="1741403"/>
                  </a:lnTo>
                  <a:lnTo>
                    <a:pt x="2208331" y="1742194"/>
                  </a:lnTo>
                  <a:lnTo>
                    <a:pt x="2215083" y="1742194"/>
                  </a:lnTo>
                  <a:lnTo>
                    <a:pt x="2220141" y="1746990"/>
                  </a:lnTo>
                  <a:lnTo>
                    <a:pt x="2220975" y="1753393"/>
                  </a:lnTo>
                  <a:lnTo>
                    <a:pt x="2220975" y="1760947"/>
                  </a:lnTo>
                  <a:lnTo>
                    <a:pt x="2214830" y="1765599"/>
                  </a:lnTo>
                  <a:close/>
                </a:path>
                <a:path w="4122420" h="2482215">
                  <a:moveTo>
                    <a:pt x="850924" y="1765983"/>
                  </a:moveTo>
                  <a:lnTo>
                    <a:pt x="841188" y="1765983"/>
                  </a:lnTo>
                  <a:lnTo>
                    <a:pt x="837850" y="1764831"/>
                  </a:lnTo>
                  <a:lnTo>
                    <a:pt x="835069" y="1762194"/>
                  </a:lnTo>
                  <a:lnTo>
                    <a:pt x="831778" y="1756034"/>
                  </a:lnTo>
                  <a:lnTo>
                    <a:pt x="832758" y="1749496"/>
                  </a:lnTo>
                  <a:lnTo>
                    <a:pt x="837213" y="1744308"/>
                  </a:lnTo>
                  <a:lnTo>
                    <a:pt x="844349" y="1742194"/>
                  </a:lnTo>
                  <a:lnTo>
                    <a:pt x="845209" y="1742194"/>
                  </a:lnTo>
                  <a:lnTo>
                    <a:pt x="851935" y="1742986"/>
                  </a:lnTo>
                  <a:lnTo>
                    <a:pt x="857018" y="1747782"/>
                  </a:lnTo>
                  <a:lnTo>
                    <a:pt x="857018" y="1761162"/>
                  </a:lnTo>
                  <a:lnTo>
                    <a:pt x="850924" y="1765983"/>
                  </a:lnTo>
                  <a:close/>
                </a:path>
                <a:path w="4122420" h="2482215">
                  <a:moveTo>
                    <a:pt x="1002775" y="1765983"/>
                  </a:moveTo>
                  <a:lnTo>
                    <a:pt x="993014" y="1765983"/>
                  </a:lnTo>
                  <a:lnTo>
                    <a:pt x="989676" y="1764831"/>
                  </a:lnTo>
                  <a:lnTo>
                    <a:pt x="986920" y="1762194"/>
                  </a:lnTo>
                  <a:lnTo>
                    <a:pt x="983616" y="1756034"/>
                  </a:lnTo>
                  <a:lnTo>
                    <a:pt x="984590" y="1749496"/>
                  </a:lnTo>
                  <a:lnTo>
                    <a:pt x="989050" y="1744308"/>
                  </a:lnTo>
                  <a:lnTo>
                    <a:pt x="996201" y="1742194"/>
                  </a:lnTo>
                  <a:lnTo>
                    <a:pt x="1002927" y="1742194"/>
                  </a:lnTo>
                  <a:lnTo>
                    <a:pt x="1008844" y="1747782"/>
                  </a:lnTo>
                  <a:lnTo>
                    <a:pt x="1008844" y="1761162"/>
                  </a:lnTo>
                  <a:lnTo>
                    <a:pt x="1002775" y="1765983"/>
                  </a:lnTo>
                  <a:close/>
                </a:path>
                <a:path w="4122420" h="2482215">
                  <a:moveTo>
                    <a:pt x="1381506" y="1765983"/>
                  </a:moveTo>
                  <a:lnTo>
                    <a:pt x="1371745" y="1765983"/>
                  </a:lnTo>
                  <a:lnTo>
                    <a:pt x="1368433" y="1764831"/>
                  </a:lnTo>
                  <a:lnTo>
                    <a:pt x="1365651" y="1762194"/>
                  </a:lnTo>
                  <a:lnTo>
                    <a:pt x="1362357" y="1756034"/>
                  </a:lnTo>
                  <a:lnTo>
                    <a:pt x="1363331" y="1749496"/>
                  </a:lnTo>
                  <a:lnTo>
                    <a:pt x="1367785" y="1744308"/>
                  </a:lnTo>
                  <a:lnTo>
                    <a:pt x="1374931" y="1742194"/>
                  </a:lnTo>
                  <a:lnTo>
                    <a:pt x="1381683" y="1742194"/>
                  </a:lnTo>
                  <a:lnTo>
                    <a:pt x="1387575" y="1747782"/>
                  </a:lnTo>
                  <a:lnTo>
                    <a:pt x="1387575" y="1761162"/>
                  </a:lnTo>
                  <a:lnTo>
                    <a:pt x="1381506" y="1765983"/>
                  </a:lnTo>
                  <a:close/>
                </a:path>
                <a:path w="4122420" h="2482215">
                  <a:moveTo>
                    <a:pt x="1532953" y="1765983"/>
                  </a:moveTo>
                  <a:lnTo>
                    <a:pt x="1523217" y="1765983"/>
                  </a:lnTo>
                  <a:lnTo>
                    <a:pt x="1519980" y="1764831"/>
                  </a:lnTo>
                  <a:lnTo>
                    <a:pt x="1517477" y="1762194"/>
                  </a:lnTo>
                  <a:lnTo>
                    <a:pt x="1514066" y="1756034"/>
                  </a:lnTo>
                  <a:lnTo>
                    <a:pt x="1514844" y="1749496"/>
                  </a:lnTo>
                  <a:lnTo>
                    <a:pt x="1519259" y="1744308"/>
                  </a:lnTo>
                  <a:lnTo>
                    <a:pt x="1526758" y="1742194"/>
                  </a:lnTo>
                  <a:lnTo>
                    <a:pt x="1533509" y="1742194"/>
                  </a:lnTo>
                  <a:lnTo>
                    <a:pt x="1538567" y="1747782"/>
                  </a:lnTo>
                  <a:lnTo>
                    <a:pt x="1539426" y="1754184"/>
                  </a:lnTo>
                  <a:lnTo>
                    <a:pt x="1539426" y="1761162"/>
                  </a:lnTo>
                  <a:lnTo>
                    <a:pt x="1532953" y="1765983"/>
                  </a:lnTo>
                  <a:close/>
                </a:path>
                <a:path w="4122420" h="2482215">
                  <a:moveTo>
                    <a:pt x="1760237" y="1765983"/>
                  </a:moveTo>
                  <a:lnTo>
                    <a:pt x="1750501" y="1765983"/>
                  </a:lnTo>
                  <a:lnTo>
                    <a:pt x="1747163" y="1764831"/>
                  </a:lnTo>
                  <a:lnTo>
                    <a:pt x="1744382" y="1762194"/>
                  </a:lnTo>
                  <a:lnTo>
                    <a:pt x="1741092" y="1756034"/>
                  </a:lnTo>
                  <a:lnTo>
                    <a:pt x="1742071" y="1749496"/>
                  </a:lnTo>
                  <a:lnTo>
                    <a:pt x="1746526" y="1744308"/>
                  </a:lnTo>
                  <a:lnTo>
                    <a:pt x="1753662" y="1742194"/>
                  </a:lnTo>
                  <a:lnTo>
                    <a:pt x="1760414" y="1742194"/>
                  </a:lnTo>
                  <a:lnTo>
                    <a:pt x="1766331" y="1747782"/>
                  </a:lnTo>
                  <a:lnTo>
                    <a:pt x="1766331" y="1761162"/>
                  </a:lnTo>
                  <a:lnTo>
                    <a:pt x="1760237" y="1765983"/>
                  </a:lnTo>
                  <a:close/>
                </a:path>
                <a:path w="4122420" h="2482215">
                  <a:moveTo>
                    <a:pt x="1836175" y="1765983"/>
                  </a:moveTo>
                  <a:lnTo>
                    <a:pt x="1826414" y="1765983"/>
                  </a:lnTo>
                  <a:lnTo>
                    <a:pt x="1823076" y="1764831"/>
                  </a:lnTo>
                  <a:lnTo>
                    <a:pt x="1820295" y="1762194"/>
                  </a:lnTo>
                  <a:lnTo>
                    <a:pt x="1816884" y="1756034"/>
                  </a:lnTo>
                  <a:lnTo>
                    <a:pt x="1817662" y="1749496"/>
                  </a:lnTo>
                  <a:lnTo>
                    <a:pt x="1822076" y="1744308"/>
                  </a:lnTo>
                  <a:lnTo>
                    <a:pt x="1829575" y="1742194"/>
                  </a:lnTo>
                  <a:lnTo>
                    <a:pt x="1836327" y="1742194"/>
                  </a:lnTo>
                  <a:lnTo>
                    <a:pt x="1841385" y="1747782"/>
                  </a:lnTo>
                  <a:lnTo>
                    <a:pt x="1842244" y="1754184"/>
                  </a:lnTo>
                  <a:lnTo>
                    <a:pt x="1842244" y="1761162"/>
                  </a:lnTo>
                  <a:lnTo>
                    <a:pt x="1836175" y="1765983"/>
                  </a:lnTo>
                  <a:close/>
                </a:path>
                <a:path w="4122420" h="2482215">
                  <a:moveTo>
                    <a:pt x="2138993" y="1765983"/>
                  </a:moveTo>
                  <a:lnTo>
                    <a:pt x="2129232" y="1765983"/>
                  </a:lnTo>
                  <a:lnTo>
                    <a:pt x="2125894" y="1764831"/>
                  </a:lnTo>
                  <a:lnTo>
                    <a:pt x="2123138" y="1762194"/>
                  </a:lnTo>
                  <a:lnTo>
                    <a:pt x="2119834" y="1756034"/>
                  </a:lnTo>
                  <a:lnTo>
                    <a:pt x="2120808" y="1749496"/>
                  </a:lnTo>
                  <a:lnTo>
                    <a:pt x="2125268" y="1744308"/>
                  </a:lnTo>
                  <a:lnTo>
                    <a:pt x="2132419" y="1742194"/>
                  </a:lnTo>
                  <a:lnTo>
                    <a:pt x="2139145" y="1742194"/>
                  </a:lnTo>
                  <a:lnTo>
                    <a:pt x="2145062" y="1747782"/>
                  </a:lnTo>
                  <a:lnTo>
                    <a:pt x="2145062" y="1761162"/>
                  </a:lnTo>
                  <a:lnTo>
                    <a:pt x="2138993" y="1765983"/>
                  </a:lnTo>
                  <a:close/>
                </a:path>
                <a:path w="4122420" h="2482215">
                  <a:moveTo>
                    <a:pt x="2290819" y="1765983"/>
                  </a:moveTo>
                  <a:lnTo>
                    <a:pt x="2281438" y="1765983"/>
                  </a:lnTo>
                  <a:lnTo>
                    <a:pt x="2278302" y="1764831"/>
                  </a:lnTo>
                  <a:lnTo>
                    <a:pt x="2275799" y="1762194"/>
                  </a:lnTo>
                  <a:lnTo>
                    <a:pt x="2272023" y="1756034"/>
                  </a:lnTo>
                  <a:lnTo>
                    <a:pt x="2272748" y="1749496"/>
                  </a:lnTo>
                  <a:lnTo>
                    <a:pt x="2277111" y="1744308"/>
                  </a:lnTo>
                  <a:lnTo>
                    <a:pt x="2284245" y="1742194"/>
                  </a:lnTo>
                  <a:lnTo>
                    <a:pt x="2290996" y="1742194"/>
                  </a:lnTo>
                  <a:lnTo>
                    <a:pt x="2296888" y="1746990"/>
                  </a:lnTo>
                  <a:lnTo>
                    <a:pt x="2296888" y="1761162"/>
                  </a:lnTo>
                  <a:lnTo>
                    <a:pt x="2290819" y="1765983"/>
                  </a:lnTo>
                  <a:close/>
                </a:path>
                <a:path w="4122420" h="2482215">
                  <a:moveTo>
                    <a:pt x="2662976" y="1766198"/>
                  </a:moveTo>
                  <a:lnTo>
                    <a:pt x="2655389" y="1766198"/>
                  </a:lnTo>
                  <a:lnTo>
                    <a:pt x="2650332" y="1760587"/>
                  </a:lnTo>
                  <a:lnTo>
                    <a:pt x="2650332" y="1752602"/>
                  </a:lnTo>
                  <a:lnTo>
                    <a:pt x="2651166" y="1751786"/>
                  </a:lnTo>
                  <a:lnTo>
                    <a:pt x="2651166" y="1750204"/>
                  </a:lnTo>
                  <a:lnTo>
                    <a:pt x="2665505" y="1765383"/>
                  </a:lnTo>
                  <a:lnTo>
                    <a:pt x="2662976" y="1765383"/>
                  </a:lnTo>
                  <a:lnTo>
                    <a:pt x="2662976" y="1766198"/>
                  </a:lnTo>
                  <a:close/>
                </a:path>
                <a:path w="4122420" h="2482215">
                  <a:moveTo>
                    <a:pt x="320873" y="1766246"/>
                  </a:moveTo>
                  <a:lnTo>
                    <a:pt x="311491" y="1766246"/>
                  </a:lnTo>
                  <a:lnTo>
                    <a:pt x="308558" y="1765239"/>
                  </a:lnTo>
                  <a:lnTo>
                    <a:pt x="306180" y="1762985"/>
                  </a:lnTo>
                  <a:lnTo>
                    <a:pt x="302404" y="1756368"/>
                  </a:lnTo>
                  <a:lnTo>
                    <a:pt x="303130" y="1749595"/>
                  </a:lnTo>
                  <a:lnTo>
                    <a:pt x="307493" y="1744320"/>
                  </a:lnTo>
                  <a:lnTo>
                    <a:pt x="314626" y="1742194"/>
                  </a:lnTo>
                  <a:lnTo>
                    <a:pt x="321378" y="1742194"/>
                  </a:lnTo>
                  <a:lnTo>
                    <a:pt x="327270" y="1747782"/>
                  </a:lnTo>
                  <a:lnTo>
                    <a:pt x="327270" y="1761354"/>
                  </a:lnTo>
                  <a:lnTo>
                    <a:pt x="320873" y="1766246"/>
                  </a:lnTo>
                  <a:close/>
                </a:path>
                <a:path w="4122420" h="2482215">
                  <a:moveTo>
                    <a:pt x="1608082" y="1766246"/>
                  </a:moveTo>
                  <a:lnTo>
                    <a:pt x="1598701" y="1766246"/>
                  </a:lnTo>
                  <a:lnTo>
                    <a:pt x="1595767" y="1765239"/>
                  </a:lnTo>
                  <a:lnTo>
                    <a:pt x="1593390" y="1762985"/>
                  </a:lnTo>
                  <a:lnTo>
                    <a:pt x="1589627" y="1756368"/>
                  </a:lnTo>
                  <a:lnTo>
                    <a:pt x="1590444" y="1749595"/>
                  </a:lnTo>
                  <a:lnTo>
                    <a:pt x="1595054" y="1744320"/>
                  </a:lnTo>
                  <a:lnTo>
                    <a:pt x="1602671" y="1742194"/>
                  </a:lnTo>
                  <a:lnTo>
                    <a:pt x="1609423" y="1742194"/>
                  </a:lnTo>
                  <a:lnTo>
                    <a:pt x="1614480" y="1747782"/>
                  </a:lnTo>
                  <a:lnTo>
                    <a:pt x="1614480" y="1761354"/>
                  </a:lnTo>
                  <a:lnTo>
                    <a:pt x="1608082" y="1766246"/>
                  </a:lnTo>
                  <a:close/>
                </a:path>
                <a:path w="4122420" h="2482215">
                  <a:moveTo>
                    <a:pt x="396659" y="1766390"/>
                  </a:moveTo>
                  <a:lnTo>
                    <a:pt x="386898" y="1766390"/>
                  </a:lnTo>
                  <a:lnTo>
                    <a:pt x="383737" y="1765335"/>
                  </a:lnTo>
                  <a:lnTo>
                    <a:pt x="381259" y="1762985"/>
                  </a:lnTo>
                  <a:lnTo>
                    <a:pt x="377848" y="1756368"/>
                  </a:lnTo>
                  <a:lnTo>
                    <a:pt x="378626" y="1749595"/>
                  </a:lnTo>
                  <a:lnTo>
                    <a:pt x="383041" y="1744320"/>
                  </a:lnTo>
                  <a:lnTo>
                    <a:pt x="390540" y="1742194"/>
                  </a:lnTo>
                  <a:lnTo>
                    <a:pt x="397291" y="1742194"/>
                  </a:lnTo>
                  <a:lnTo>
                    <a:pt x="403183" y="1747782"/>
                  </a:lnTo>
                  <a:lnTo>
                    <a:pt x="403183" y="1761762"/>
                  </a:lnTo>
                  <a:lnTo>
                    <a:pt x="396659" y="1766390"/>
                  </a:lnTo>
                  <a:close/>
                </a:path>
                <a:path w="4122420" h="2482215">
                  <a:moveTo>
                    <a:pt x="472117" y="1766390"/>
                  </a:moveTo>
                  <a:lnTo>
                    <a:pt x="462356" y="1766390"/>
                  </a:lnTo>
                  <a:lnTo>
                    <a:pt x="459069" y="1765335"/>
                  </a:lnTo>
                  <a:lnTo>
                    <a:pt x="456338" y="1762985"/>
                  </a:lnTo>
                  <a:lnTo>
                    <a:pt x="453044" y="1756368"/>
                  </a:lnTo>
                  <a:lnTo>
                    <a:pt x="454018" y="1749595"/>
                  </a:lnTo>
                  <a:lnTo>
                    <a:pt x="458471" y="1744320"/>
                  </a:lnTo>
                  <a:lnTo>
                    <a:pt x="465618" y="1742194"/>
                  </a:lnTo>
                  <a:lnTo>
                    <a:pt x="472370" y="1742194"/>
                  </a:lnTo>
                  <a:lnTo>
                    <a:pt x="478262" y="1747782"/>
                  </a:lnTo>
                  <a:lnTo>
                    <a:pt x="478262" y="1761762"/>
                  </a:lnTo>
                  <a:lnTo>
                    <a:pt x="472117" y="1766390"/>
                  </a:lnTo>
                  <a:close/>
                </a:path>
                <a:path w="4122420" h="2482215">
                  <a:moveTo>
                    <a:pt x="548030" y="1766390"/>
                  </a:moveTo>
                  <a:lnTo>
                    <a:pt x="538269" y="1766390"/>
                  </a:lnTo>
                  <a:lnTo>
                    <a:pt x="534982" y="1765335"/>
                  </a:lnTo>
                  <a:lnTo>
                    <a:pt x="532251" y="1762985"/>
                  </a:lnTo>
                  <a:lnTo>
                    <a:pt x="528840" y="1756702"/>
                  </a:lnTo>
                  <a:lnTo>
                    <a:pt x="529618" y="1749892"/>
                  </a:lnTo>
                  <a:lnTo>
                    <a:pt x="534032" y="1744431"/>
                  </a:lnTo>
                  <a:lnTo>
                    <a:pt x="541531" y="1742194"/>
                  </a:lnTo>
                  <a:lnTo>
                    <a:pt x="548283" y="1742194"/>
                  </a:lnTo>
                  <a:lnTo>
                    <a:pt x="554175" y="1747782"/>
                  </a:lnTo>
                  <a:lnTo>
                    <a:pt x="554175" y="1761762"/>
                  </a:lnTo>
                  <a:lnTo>
                    <a:pt x="548030" y="1766390"/>
                  </a:lnTo>
                  <a:close/>
                </a:path>
                <a:path w="4122420" h="2482215">
                  <a:moveTo>
                    <a:pt x="1229579" y="1766390"/>
                  </a:moveTo>
                  <a:lnTo>
                    <a:pt x="1220223" y="1766390"/>
                  </a:lnTo>
                  <a:lnTo>
                    <a:pt x="1217112" y="1765335"/>
                  </a:lnTo>
                  <a:lnTo>
                    <a:pt x="1214659" y="1762985"/>
                  </a:lnTo>
                  <a:lnTo>
                    <a:pt x="1210885" y="1756368"/>
                  </a:lnTo>
                  <a:lnTo>
                    <a:pt x="1211704" y="1749595"/>
                  </a:lnTo>
                  <a:lnTo>
                    <a:pt x="1216320" y="1744320"/>
                  </a:lnTo>
                  <a:lnTo>
                    <a:pt x="1223940" y="1742194"/>
                  </a:lnTo>
                  <a:lnTo>
                    <a:pt x="1230692" y="1742194"/>
                  </a:lnTo>
                  <a:lnTo>
                    <a:pt x="1235749" y="1747782"/>
                  </a:lnTo>
                  <a:lnTo>
                    <a:pt x="1235749" y="1761762"/>
                  </a:lnTo>
                  <a:lnTo>
                    <a:pt x="1229579" y="1766390"/>
                  </a:lnTo>
                  <a:close/>
                </a:path>
                <a:path w="4122420" h="2482215">
                  <a:moveTo>
                    <a:pt x="1456585" y="1766390"/>
                  </a:moveTo>
                  <a:lnTo>
                    <a:pt x="1447127" y="1766390"/>
                  </a:lnTo>
                  <a:lnTo>
                    <a:pt x="1444042" y="1765335"/>
                  </a:lnTo>
                  <a:lnTo>
                    <a:pt x="1441564" y="1762985"/>
                  </a:lnTo>
                  <a:lnTo>
                    <a:pt x="1437801" y="1756368"/>
                  </a:lnTo>
                  <a:lnTo>
                    <a:pt x="1438618" y="1749595"/>
                  </a:lnTo>
                  <a:lnTo>
                    <a:pt x="1443228" y="1744320"/>
                  </a:lnTo>
                  <a:lnTo>
                    <a:pt x="1450844" y="1742194"/>
                  </a:lnTo>
                  <a:lnTo>
                    <a:pt x="1457596" y="1742194"/>
                  </a:lnTo>
                  <a:lnTo>
                    <a:pt x="1463488" y="1747782"/>
                  </a:lnTo>
                  <a:lnTo>
                    <a:pt x="1463488" y="1754184"/>
                  </a:lnTo>
                  <a:lnTo>
                    <a:pt x="1462932" y="1761762"/>
                  </a:lnTo>
                  <a:lnTo>
                    <a:pt x="1456585" y="1766390"/>
                  </a:lnTo>
                  <a:close/>
                </a:path>
                <a:path w="4122420" h="2482215">
                  <a:moveTo>
                    <a:pt x="1684703" y="1766390"/>
                  </a:moveTo>
                  <a:lnTo>
                    <a:pt x="1674967" y="1766390"/>
                  </a:lnTo>
                  <a:lnTo>
                    <a:pt x="1671781" y="1765335"/>
                  </a:lnTo>
                  <a:lnTo>
                    <a:pt x="1669328" y="1762985"/>
                  </a:lnTo>
                  <a:lnTo>
                    <a:pt x="1665551" y="1756368"/>
                  </a:lnTo>
                  <a:lnTo>
                    <a:pt x="1666360" y="1749595"/>
                  </a:lnTo>
                  <a:lnTo>
                    <a:pt x="1670968" y="1744320"/>
                  </a:lnTo>
                  <a:lnTo>
                    <a:pt x="1678584" y="1742194"/>
                  </a:lnTo>
                  <a:lnTo>
                    <a:pt x="1685335" y="1742194"/>
                  </a:lnTo>
                  <a:lnTo>
                    <a:pt x="1691253" y="1747782"/>
                  </a:lnTo>
                  <a:lnTo>
                    <a:pt x="1691253" y="1761762"/>
                  </a:lnTo>
                  <a:lnTo>
                    <a:pt x="1684703" y="1766390"/>
                  </a:lnTo>
                  <a:close/>
                </a:path>
                <a:path w="4122420" h="2482215">
                  <a:moveTo>
                    <a:pt x="1987066" y="1766390"/>
                  </a:moveTo>
                  <a:lnTo>
                    <a:pt x="1977684" y="1766390"/>
                  </a:lnTo>
                  <a:lnTo>
                    <a:pt x="1974599" y="1765335"/>
                  </a:lnTo>
                  <a:lnTo>
                    <a:pt x="1972146" y="1762985"/>
                  </a:lnTo>
                  <a:lnTo>
                    <a:pt x="1968359" y="1756368"/>
                  </a:lnTo>
                  <a:lnTo>
                    <a:pt x="1969083" y="1749595"/>
                  </a:lnTo>
                  <a:lnTo>
                    <a:pt x="1973444" y="1744320"/>
                  </a:lnTo>
                  <a:lnTo>
                    <a:pt x="1980567" y="1742194"/>
                  </a:lnTo>
                  <a:lnTo>
                    <a:pt x="1988179" y="1742194"/>
                  </a:lnTo>
                  <a:lnTo>
                    <a:pt x="1993236" y="1747782"/>
                  </a:lnTo>
                  <a:lnTo>
                    <a:pt x="1993236" y="1761762"/>
                  </a:lnTo>
                  <a:lnTo>
                    <a:pt x="1987066" y="1766390"/>
                  </a:lnTo>
                  <a:close/>
                </a:path>
                <a:path w="4122420" h="2482215">
                  <a:moveTo>
                    <a:pt x="2062979" y="1766390"/>
                  </a:moveTo>
                  <a:lnTo>
                    <a:pt x="2053218" y="1766390"/>
                  </a:lnTo>
                  <a:lnTo>
                    <a:pt x="2049956" y="1765335"/>
                  </a:lnTo>
                  <a:lnTo>
                    <a:pt x="2047225" y="1762985"/>
                  </a:lnTo>
                  <a:lnTo>
                    <a:pt x="2043920" y="1756368"/>
                  </a:lnTo>
                  <a:lnTo>
                    <a:pt x="2044892" y="1749595"/>
                  </a:lnTo>
                  <a:lnTo>
                    <a:pt x="2049344" y="1744320"/>
                  </a:lnTo>
                  <a:lnTo>
                    <a:pt x="2056480" y="1742194"/>
                  </a:lnTo>
                  <a:lnTo>
                    <a:pt x="2063232" y="1742194"/>
                  </a:lnTo>
                  <a:lnTo>
                    <a:pt x="2069149" y="1747782"/>
                  </a:lnTo>
                  <a:lnTo>
                    <a:pt x="2069149" y="1761762"/>
                  </a:lnTo>
                  <a:lnTo>
                    <a:pt x="2062979" y="1766390"/>
                  </a:lnTo>
                  <a:close/>
                </a:path>
                <a:path w="4122420" h="2482215">
                  <a:moveTo>
                    <a:pt x="2517648" y="1766390"/>
                  </a:moveTo>
                  <a:lnTo>
                    <a:pt x="2507888" y="1766390"/>
                  </a:lnTo>
                  <a:lnTo>
                    <a:pt x="2504600" y="1765335"/>
                  </a:lnTo>
                  <a:lnTo>
                    <a:pt x="2501869" y="1762985"/>
                  </a:lnTo>
                  <a:lnTo>
                    <a:pt x="2498575" y="1756368"/>
                  </a:lnTo>
                  <a:lnTo>
                    <a:pt x="2499549" y="1749595"/>
                  </a:lnTo>
                  <a:lnTo>
                    <a:pt x="2504003" y="1744320"/>
                  </a:lnTo>
                  <a:lnTo>
                    <a:pt x="2511149" y="1742194"/>
                  </a:lnTo>
                  <a:lnTo>
                    <a:pt x="2517901" y="1742194"/>
                  </a:lnTo>
                  <a:lnTo>
                    <a:pt x="2523793" y="1747782"/>
                  </a:lnTo>
                  <a:lnTo>
                    <a:pt x="2523793" y="1761762"/>
                  </a:lnTo>
                  <a:lnTo>
                    <a:pt x="2517648" y="1766390"/>
                  </a:lnTo>
                  <a:close/>
                </a:path>
                <a:path w="4122420" h="2482215">
                  <a:moveTo>
                    <a:pt x="2593562" y="1766390"/>
                  </a:moveTo>
                  <a:lnTo>
                    <a:pt x="2583801" y="1766390"/>
                  </a:lnTo>
                  <a:lnTo>
                    <a:pt x="2580513" y="1765335"/>
                  </a:lnTo>
                  <a:lnTo>
                    <a:pt x="2577782" y="1762985"/>
                  </a:lnTo>
                  <a:lnTo>
                    <a:pt x="2574371" y="1756368"/>
                  </a:lnTo>
                  <a:lnTo>
                    <a:pt x="2575149" y="1749595"/>
                  </a:lnTo>
                  <a:lnTo>
                    <a:pt x="2579563" y="1744320"/>
                  </a:lnTo>
                  <a:lnTo>
                    <a:pt x="2587063" y="1742194"/>
                  </a:lnTo>
                  <a:lnTo>
                    <a:pt x="2593814" y="1742194"/>
                  </a:lnTo>
                  <a:lnTo>
                    <a:pt x="2599706" y="1747782"/>
                  </a:lnTo>
                  <a:lnTo>
                    <a:pt x="2599706" y="1761762"/>
                  </a:lnTo>
                  <a:lnTo>
                    <a:pt x="2593562" y="1766390"/>
                  </a:lnTo>
                  <a:close/>
                </a:path>
                <a:path w="4122420" h="2482215">
                  <a:moveTo>
                    <a:pt x="623969" y="1766750"/>
                  </a:moveTo>
                  <a:lnTo>
                    <a:pt x="614182" y="1766750"/>
                  </a:lnTo>
                  <a:lnTo>
                    <a:pt x="610920" y="1765599"/>
                  </a:lnTo>
                  <a:lnTo>
                    <a:pt x="608164" y="1762985"/>
                  </a:lnTo>
                  <a:lnTo>
                    <a:pt x="604874" y="1756702"/>
                  </a:lnTo>
                  <a:lnTo>
                    <a:pt x="605853" y="1749892"/>
                  </a:lnTo>
                  <a:lnTo>
                    <a:pt x="610308" y="1744431"/>
                  </a:lnTo>
                  <a:lnTo>
                    <a:pt x="617444" y="1742194"/>
                  </a:lnTo>
                  <a:lnTo>
                    <a:pt x="624196" y="1742194"/>
                  </a:lnTo>
                  <a:lnTo>
                    <a:pt x="630113" y="1747782"/>
                  </a:lnTo>
                  <a:lnTo>
                    <a:pt x="630113" y="1761738"/>
                  </a:lnTo>
                  <a:lnTo>
                    <a:pt x="623969" y="1766750"/>
                  </a:lnTo>
                  <a:close/>
                </a:path>
                <a:path w="4122420" h="2482215">
                  <a:moveTo>
                    <a:pt x="699881" y="1766750"/>
                  </a:moveTo>
                  <a:lnTo>
                    <a:pt x="690121" y="1766750"/>
                  </a:lnTo>
                  <a:lnTo>
                    <a:pt x="686833" y="1765599"/>
                  </a:lnTo>
                  <a:lnTo>
                    <a:pt x="684077" y="1762985"/>
                  </a:lnTo>
                  <a:lnTo>
                    <a:pt x="680787" y="1756702"/>
                  </a:lnTo>
                  <a:lnTo>
                    <a:pt x="681766" y="1749892"/>
                  </a:lnTo>
                  <a:lnTo>
                    <a:pt x="686221" y="1744431"/>
                  </a:lnTo>
                  <a:lnTo>
                    <a:pt x="693357" y="1742194"/>
                  </a:lnTo>
                  <a:lnTo>
                    <a:pt x="700109" y="1742194"/>
                  </a:lnTo>
                  <a:lnTo>
                    <a:pt x="706026" y="1747782"/>
                  </a:lnTo>
                  <a:lnTo>
                    <a:pt x="706026" y="1761738"/>
                  </a:lnTo>
                  <a:lnTo>
                    <a:pt x="699881" y="1766750"/>
                  </a:lnTo>
                  <a:close/>
                </a:path>
                <a:path w="4122420" h="2482215">
                  <a:moveTo>
                    <a:pt x="1911633" y="1766750"/>
                  </a:moveTo>
                  <a:lnTo>
                    <a:pt x="1901873" y="1766750"/>
                  </a:lnTo>
                  <a:lnTo>
                    <a:pt x="1898686" y="1765599"/>
                  </a:lnTo>
                  <a:lnTo>
                    <a:pt x="1896233" y="1762985"/>
                  </a:lnTo>
                  <a:lnTo>
                    <a:pt x="1892812" y="1756825"/>
                  </a:lnTo>
                  <a:lnTo>
                    <a:pt x="1893591" y="1750288"/>
                  </a:lnTo>
                  <a:lnTo>
                    <a:pt x="1898011" y="1745099"/>
                  </a:lnTo>
                  <a:lnTo>
                    <a:pt x="1905514" y="1742986"/>
                  </a:lnTo>
                  <a:lnTo>
                    <a:pt x="1905514" y="1742194"/>
                  </a:lnTo>
                  <a:lnTo>
                    <a:pt x="1912240" y="1742194"/>
                  </a:lnTo>
                  <a:lnTo>
                    <a:pt x="1918158" y="1747782"/>
                  </a:lnTo>
                  <a:lnTo>
                    <a:pt x="1918158" y="1761738"/>
                  </a:lnTo>
                  <a:lnTo>
                    <a:pt x="1911633" y="1766750"/>
                  </a:lnTo>
                  <a:close/>
                </a:path>
                <a:path w="4122420" h="2482215">
                  <a:moveTo>
                    <a:pt x="2441735" y="1766750"/>
                  </a:moveTo>
                  <a:lnTo>
                    <a:pt x="2431974" y="1766750"/>
                  </a:lnTo>
                  <a:lnTo>
                    <a:pt x="2428687" y="1765599"/>
                  </a:lnTo>
                  <a:lnTo>
                    <a:pt x="2425956" y="1762985"/>
                  </a:lnTo>
                  <a:lnTo>
                    <a:pt x="2422662" y="1756702"/>
                  </a:lnTo>
                  <a:lnTo>
                    <a:pt x="2423636" y="1749892"/>
                  </a:lnTo>
                  <a:lnTo>
                    <a:pt x="2428089" y="1744431"/>
                  </a:lnTo>
                  <a:lnTo>
                    <a:pt x="2435236" y="1742194"/>
                  </a:lnTo>
                  <a:lnTo>
                    <a:pt x="2442823" y="1742194"/>
                  </a:lnTo>
                  <a:lnTo>
                    <a:pt x="2447880" y="1747782"/>
                  </a:lnTo>
                  <a:lnTo>
                    <a:pt x="2447880" y="1761738"/>
                  </a:lnTo>
                  <a:lnTo>
                    <a:pt x="2441735" y="1766750"/>
                  </a:lnTo>
                  <a:close/>
                </a:path>
                <a:path w="4122420" h="2482215">
                  <a:moveTo>
                    <a:pt x="1154222" y="1766774"/>
                  </a:moveTo>
                  <a:lnTo>
                    <a:pt x="1144461" y="1766774"/>
                  </a:lnTo>
                  <a:lnTo>
                    <a:pt x="1141249" y="1765623"/>
                  </a:lnTo>
                  <a:lnTo>
                    <a:pt x="1138746" y="1762985"/>
                  </a:lnTo>
                  <a:lnTo>
                    <a:pt x="1135335" y="1756825"/>
                  </a:lnTo>
                  <a:lnTo>
                    <a:pt x="1136113" y="1750288"/>
                  </a:lnTo>
                  <a:lnTo>
                    <a:pt x="1140528" y="1745099"/>
                  </a:lnTo>
                  <a:lnTo>
                    <a:pt x="1148027" y="1742986"/>
                  </a:lnTo>
                  <a:lnTo>
                    <a:pt x="1148027" y="1742194"/>
                  </a:lnTo>
                  <a:lnTo>
                    <a:pt x="1154778" y="1742194"/>
                  </a:lnTo>
                  <a:lnTo>
                    <a:pt x="1160671" y="1747782"/>
                  </a:lnTo>
                  <a:lnTo>
                    <a:pt x="1160671" y="1761978"/>
                  </a:lnTo>
                  <a:lnTo>
                    <a:pt x="1154222" y="1766774"/>
                  </a:lnTo>
                  <a:close/>
                </a:path>
                <a:path w="4122420" h="2482215">
                  <a:moveTo>
                    <a:pt x="2365898" y="1766774"/>
                  </a:moveTo>
                  <a:lnTo>
                    <a:pt x="2356137" y="1766774"/>
                  </a:lnTo>
                  <a:lnTo>
                    <a:pt x="2352824" y="1765623"/>
                  </a:lnTo>
                  <a:lnTo>
                    <a:pt x="2350043" y="1762985"/>
                  </a:lnTo>
                  <a:lnTo>
                    <a:pt x="2346749" y="1756825"/>
                  </a:lnTo>
                  <a:lnTo>
                    <a:pt x="2347723" y="1750288"/>
                  </a:lnTo>
                  <a:lnTo>
                    <a:pt x="2352176" y="1745099"/>
                  </a:lnTo>
                  <a:lnTo>
                    <a:pt x="2359323" y="1742986"/>
                  </a:lnTo>
                  <a:lnTo>
                    <a:pt x="2359323" y="1742194"/>
                  </a:lnTo>
                  <a:lnTo>
                    <a:pt x="2366910" y="1742194"/>
                  </a:lnTo>
                  <a:lnTo>
                    <a:pt x="2371967" y="1747782"/>
                  </a:lnTo>
                  <a:lnTo>
                    <a:pt x="2371967" y="1761978"/>
                  </a:lnTo>
                  <a:lnTo>
                    <a:pt x="2365898" y="1766774"/>
                  </a:lnTo>
                  <a:close/>
                </a:path>
                <a:path w="4122420" h="2482215">
                  <a:moveTo>
                    <a:pt x="207863" y="1802240"/>
                  </a:moveTo>
                  <a:lnTo>
                    <a:pt x="198051" y="1802240"/>
                  </a:lnTo>
                  <a:lnTo>
                    <a:pt x="194941" y="1801233"/>
                  </a:lnTo>
                  <a:lnTo>
                    <a:pt x="192311" y="1798979"/>
                  </a:lnTo>
                  <a:lnTo>
                    <a:pt x="188918" y="1792446"/>
                  </a:lnTo>
                  <a:lnTo>
                    <a:pt x="189615" y="1785742"/>
                  </a:lnTo>
                  <a:lnTo>
                    <a:pt x="193872" y="1780459"/>
                  </a:lnTo>
                  <a:lnTo>
                    <a:pt x="201162" y="1778188"/>
                  </a:lnTo>
                  <a:lnTo>
                    <a:pt x="208520" y="1778404"/>
                  </a:lnTo>
                  <a:lnTo>
                    <a:pt x="213426" y="1783895"/>
                  </a:lnTo>
                  <a:lnTo>
                    <a:pt x="214235" y="1790178"/>
                  </a:lnTo>
                  <a:lnTo>
                    <a:pt x="214235" y="1797348"/>
                  </a:lnTo>
                  <a:lnTo>
                    <a:pt x="207863" y="1802240"/>
                  </a:lnTo>
                  <a:close/>
                </a:path>
                <a:path w="4122420" h="2482215">
                  <a:moveTo>
                    <a:pt x="283371" y="1802240"/>
                  </a:moveTo>
                  <a:lnTo>
                    <a:pt x="273610" y="1802240"/>
                  </a:lnTo>
                  <a:lnTo>
                    <a:pt x="270601" y="1801233"/>
                  </a:lnTo>
                  <a:lnTo>
                    <a:pt x="268224" y="1798979"/>
                  </a:lnTo>
                  <a:lnTo>
                    <a:pt x="264475" y="1792449"/>
                  </a:lnTo>
                  <a:lnTo>
                    <a:pt x="265202" y="1785751"/>
                  </a:lnTo>
                  <a:lnTo>
                    <a:pt x="269647" y="1780469"/>
                  </a:lnTo>
                  <a:lnTo>
                    <a:pt x="277049" y="1778188"/>
                  </a:lnTo>
                  <a:lnTo>
                    <a:pt x="283649" y="1778404"/>
                  </a:lnTo>
                  <a:lnTo>
                    <a:pt x="289339" y="1783920"/>
                  </a:lnTo>
                  <a:lnTo>
                    <a:pt x="290174" y="1790178"/>
                  </a:lnTo>
                  <a:lnTo>
                    <a:pt x="290174" y="1797348"/>
                  </a:lnTo>
                  <a:lnTo>
                    <a:pt x="283371" y="1802240"/>
                  </a:lnTo>
                  <a:close/>
                </a:path>
                <a:path w="4122420" h="2482215">
                  <a:moveTo>
                    <a:pt x="732022" y="1801449"/>
                  </a:moveTo>
                  <a:lnTo>
                    <a:pt x="731516" y="1801449"/>
                  </a:lnTo>
                  <a:lnTo>
                    <a:pt x="730480" y="1801377"/>
                  </a:lnTo>
                  <a:lnTo>
                    <a:pt x="721945" y="1797519"/>
                  </a:lnTo>
                  <a:lnTo>
                    <a:pt x="719100" y="1789684"/>
                  </a:lnTo>
                  <a:lnTo>
                    <a:pt x="721945" y="1781700"/>
                  </a:lnTo>
                  <a:lnTo>
                    <a:pt x="730480" y="1777397"/>
                  </a:lnTo>
                  <a:lnTo>
                    <a:pt x="731010" y="1777349"/>
                  </a:lnTo>
                  <a:lnTo>
                    <a:pt x="732022" y="1777325"/>
                  </a:lnTo>
                  <a:lnTo>
                    <a:pt x="741296" y="1781094"/>
                  </a:lnTo>
                  <a:lnTo>
                    <a:pt x="744388" y="1789387"/>
                  </a:lnTo>
                  <a:lnTo>
                    <a:pt x="741296" y="1797680"/>
                  </a:lnTo>
                  <a:lnTo>
                    <a:pt x="732022" y="1801449"/>
                  </a:lnTo>
                  <a:close/>
                </a:path>
                <a:path w="4122420" h="2482215">
                  <a:moveTo>
                    <a:pt x="812512" y="1801593"/>
                  </a:moveTo>
                  <a:lnTo>
                    <a:pt x="802751" y="1801593"/>
                  </a:lnTo>
                  <a:lnTo>
                    <a:pt x="799590" y="1800514"/>
                  </a:lnTo>
                  <a:lnTo>
                    <a:pt x="797112" y="1798188"/>
                  </a:lnTo>
                  <a:lnTo>
                    <a:pt x="793349" y="1791560"/>
                  </a:lnTo>
                  <a:lnTo>
                    <a:pt x="794166" y="1784789"/>
                  </a:lnTo>
                  <a:lnTo>
                    <a:pt x="798776" y="1779519"/>
                  </a:lnTo>
                  <a:lnTo>
                    <a:pt x="806392" y="1777397"/>
                  </a:lnTo>
                  <a:lnTo>
                    <a:pt x="807252" y="1778188"/>
                  </a:lnTo>
                  <a:lnTo>
                    <a:pt x="813144" y="1778980"/>
                  </a:lnTo>
                  <a:lnTo>
                    <a:pt x="818202" y="1783800"/>
                  </a:lnTo>
                  <a:lnTo>
                    <a:pt x="819062" y="1789387"/>
                  </a:lnTo>
                  <a:lnTo>
                    <a:pt x="819062" y="1796941"/>
                  </a:lnTo>
                  <a:lnTo>
                    <a:pt x="812512" y="1801593"/>
                  </a:lnTo>
                  <a:close/>
                </a:path>
                <a:path w="4122420" h="2482215">
                  <a:moveTo>
                    <a:pt x="1267561" y="1801593"/>
                  </a:moveTo>
                  <a:lnTo>
                    <a:pt x="1257774" y="1801593"/>
                  </a:lnTo>
                  <a:lnTo>
                    <a:pt x="1254512" y="1800514"/>
                  </a:lnTo>
                  <a:lnTo>
                    <a:pt x="1251781" y="1798188"/>
                  </a:lnTo>
                  <a:lnTo>
                    <a:pt x="1248370" y="1791560"/>
                  </a:lnTo>
                  <a:lnTo>
                    <a:pt x="1249148" y="1784789"/>
                  </a:lnTo>
                  <a:lnTo>
                    <a:pt x="1253563" y="1779519"/>
                  </a:lnTo>
                  <a:lnTo>
                    <a:pt x="1261062" y="1777397"/>
                  </a:lnTo>
                  <a:lnTo>
                    <a:pt x="1261062" y="1778188"/>
                  </a:lnTo>
                  <a:lnTo>
                    <a:pt x="1267813" y="1778188"/>
                  </a:lnTo>
                  <a:lnTo>
                    <a:pt x="1272871" y="1783800"/>
                  </a:lnTo>
                  <a:lnTo>
                    <a:pt x="1273706" y="1789387"/>
                  </a:lnTo>
                  <a:lnTo>
                    <a:pt x="1273706" y="1796941"/>
                  </a:lnTo>
                  <a:lnTo>
                    <a:pt x="1267561" y="1801593"/>
                  </a:lnTo>
                  <a:close/>
                </a:path>
                <a:path w="4122420" h="2482215">
                  <a:moveTo>
                    <a:pt x="2252787" y="1801593"/>
                  </a:moveTo>
                  <a:lnTo>
                    <a:pt x="2243405" y="1801593"/>
                  </a:lnTo>
                  <a:lnTo>
                    <a:pt x="2240320" y="1800514"/>
                  </a:lnTo>
                  <a:lnTo>
                    <a:pt x="2237842" y="1798188"/>
                  </a:lnTo>
                  <a:lnTo>
                    <a:pt x="2234066" y="1791560"/>
                  </a:lnTo>
                  <a:lnTo>
                    <a:pt x="2234792" y="1784789"/>
                  </a:lnTo>
                  <a:lnTo>
                    <a:pt x="2239154" y="1779519"/>
                  </a:lnTo>
                  <a:lnTo>
                    <a:pt x="2246288" y="1777397"/>
                  </a:lnTo>
                  <a:lnTo>
                    <a:pt x="2246288" y="1778188"/>
                  </a:lnTo>
                  <a:lnTo>
                    <a:pt x="2253040" y="1778188"/>
                  </a:lnTo>
                  <a:lnTo>
                    <a:pt x="2258932" y="1782984"/>
                  </a:lnTo>
                  <a:lnTo>
                    <a:pt x="2258932" y="1796941"/>
                  </a:lnTo>
                  <a:lnTo>
                    <a:pt x="2252787" y="1801593"/>
                  </a:lnTo>
                  <a:close/>
                </a:path>
                <a:path w="4122420" h="2482215">
                  <a:moveTo>
                    <a:pt x="888880" y="1801977"/>
                  </a:moveTo>
                  <a:lnTo>
                    <a:pt x="879145" y="1801977"/>
                  </a:lnTo>
                  <a:lnTo>
                    <a:pt x="875807" y="1800825"/>
                  </a:lnTo>
                  <a:lnTo>
                    <a:pt x="873025" y="1798188"/>
                  </a:lnTo>
                  <a:lnTo>
                    <a:pt x="869614" y="1792028"/>
                  </a:lnTo>
                  <a:lnTo>
                    <a:pt x="870392" y="1785490"/>
                  </a:lnTo>
                  <a:lnTo>
                    <a:pt x="874807" y="1780302"/>
                  </a:lnTo>
                  <a:lnTo>
                    <a:pt x="882306" y="1778188"/>
                  </a:lnTo>
                  <a:lnTo>
                    <a:pt x="889057" y="1778188"/>
                  </a:lnTo>
                  <a:lnTo>
                    <a:pt x="894975" y="1783800"/>
                  </a:lnTo>
                  <a:lnTo>
                    <a:pt x="894975" y="1797156"/>
                  </a:lnTo>
                  <a:lnTo>
                    <a:pt x="888880" y="1801977"/>
                  </a:lnTo>
                  <a:close/>
                </a:path>
                <a:path w="4122420" h="2482215">
                  <a:moveTo>
                    <a:pt x="1040732" y="1801977"/>
                  </a:moveTo>
                  <a:lnTo>
                    <a:pt x="1030971" y="1801977"/>
                  </a:lnTo>
                  <a:lnTo>
                    <a:pt x="1027633" y="1800825"/>
                  </a:lnTo>
                  <a:lnTo>
                    <a:pt x="1024876" y="1798188"/>
                  </a:lnTo>
                  <a:lnTo>
                    <a:pt x="1021572" y="1792028"/>
                  </a:lnTo>
                  <a:lnTo>
                    <a:pt x="1022547" y="1785490"/>
                  </a:lnTo>
                  <a:lnTo>
                    <a:pt x="1027007" y="1780302"/>
                  </a:lnTo>
                  <a:lnTo>
                    <a:pt x="1034157" y="1778188"/>
                  </a:lnTo>
                  <a:lnTo>
                    <a:pt x="1040883" y="1778188"/>
                  </a:lnTo>
                  <a:lnTo>
                    <a:pt x="1046801" y="1783800"/>
                  </a:lnTo>
                  <a:lnTo>
                    <a:pt x="1046801" y="1797156"/>
                  </a:lnTo>
                  <a:lnTo>
                    <a:pt x="1040732" y="1801977"/>
                  </a:lnTo>
                  <a:close/>
                </a:path>
                <a:path w="4122420" h="2482215">
                  <a:moveTo>
                    <a:pt x="1798219" y="1801977"/>
                  </a:moveTo>
                  <a:lnTo>
                    <a:pt x="1788458" y="1801977"/>
                  </a:lnTo>
                  <a:lnTo>
                    <a:pt x="1785120" y="1800825"/>
                  </a:lnTo>
                  <a:lnTo>
                    <a:pt x="1782338" y="1798188"/>
                  </a:lnTo>
                  <a:lnTo>
                    <a:pt x="1779048" y="1792028"/>
                  </a:lnTo>
                  <a:lnTo>
                    <a:pt x="1780028" y="1785490"/>
                  </a:lnTo>
                  <a:lnTo>
                    <a:pt x="1784483" y="1780302"/>
                  </a:lnTo>
                  <a:lnTo>
                    <a:pt x="1791619" y="1778188"/>
                  </a:lnTo>
                  <a:lnTo>
                    <a:pt x="1798371" y="1778188"/>
                  </a:lnTo>
                  <a:lnTo>
                    <a:pt x="1804288" y="1783800"/>
                  </a:lnTo>
                  <a:lnTo>
                    <a:pt x="1804288" y="1797156"/>
                  </a:lnTo>
                  <a:lnTo>
                    <a:pt x="1798219" y="1801977"/>
                  </a:lnTo>
                  <a:close/>
                </a:path>
                <a:path w="4122420" h="2482215">
                  <a:moveTo>
                    <a:pt x="1874132" y="1801977"/>
                  </a:moveTo>
                  <a:lnTo>
                    <a:pt x="1864371" y="1801977"/>
                  </a:lnTo>
                  <a:lnTo>
                    <a:pt x="1861033" y="1800825"/>
                  </a:lnTo>
                  <a:lnTo>
                    <a:pt x="1858277" y="1798188"/>
                  </a:lnTo>
                  <a:lnTo>
                    <a:pt x="1854851" y="1792028"/>
                  </a:lnTo>
                  <a:lnTo>
                    <a:pt x="1855622" y="1785490"/>
                  </a:lnTo>
                  <a:lnTo>
                    <a:pt x="1860033" y="1780302"/>
                  </a:lnTo>
                  <a:lnTo>
                    <a:pt x="1867532" y="1778188"/>
                  </a:lnTo>
                  <a:lnTo>
                    <a:pt x="1874284" y="1778188"/>
                  </a:lnTo>
                  <a:lnTo>
                    <a:pt x="1879341" y="1783800"/>
                  </a:lnTo>
                  <a:lnTo>
                    <a:pt x="1880201" y="1790178"/>
                  </a:lnTo>
                  <a:lnTo>
                    <a:pt x="1880201" y="1797156"/>
                  </a:lnTo>
                  <a:lnTo>
                    <a:pt x="1874132" y="1801977"/>
                  </a:lnTo>
                  <a:close/>
                </a:path>
                <a:path w="4122420" h="2482215">
                  <a:moveTo>
                    <a:pt x="2631594" y="1801977"/>
                  </a:moveTo>
                  <a:lnTo>
                    <a:pt x="2621858" y="1801977"/>
                  </a:lnTo>
                  <a:lnTo>
                    <a:pt x="2618520" y="1800825"/>
                  </a:lnTo>
                  <a:lnTo>
                    <a:pt x="2615738" y="1798188"/>
                  </a:lnTo>
                  <a:lnTo>
                    <a:pt x="2612327" y="1792028"/>
                  </a:lnTo>
                  <a:lnTo>
                    <a:pt x="2613106" y="1785490"/>
                  </a:lnTo>
                  <a:lnTo>
                    <a:pt x="2617520" y="1780302"/>
                  </a:lnTo>
                  <a:lnTo>
                    <a:pt x="2625019" y="1778188"/>
                  </a:lnTo>
                  <a:lnTo>
                    <a:pt x="2631771" y="1778188"/>
                  </a:lnTo>
                  <a:lnTo>
                    <a:pt x="2636828" y="1783800"/>
                  </a:lnTo>
                  <a:lnTo>
                    <a:pt x="2637688" y="1790178"/>
                  </a:lnTo>
                  <a:lnTo>
                    <a:pt x="2637688" y="1797156"/>
                  </a:lnTo>
                  <a:lnTo>
                    <a:pt x="2631594" y="1801977"/>
                  </a:lnTo>
                  <a:close/>
                </a:path>
                <a:path w="4122420" h="2482215">
                  <a:moveTo>
                    <a:pt x="2699263" y="1802192"/>
                  </a:moveTo>
                  <a:lnTo>
                    <a:pt x="2692512" y="1801377"/>
                  </a:lnTo>
                  <a:lnTo>
                    <a:pt x="2688288" y="1795790"/>
                  </a:lnTo>
                  <a:lnTo>
                    <a:pt x="2688288" y="1789387"/>
                  </a:lnTo>
                  <a:lnTo>
                    <a:pt x="2699263" y="1801377"/>
                  </a:lnTo>
                  <a:lnTo>
                    <a:pt x="2699263" y="1802192"/>
                  </a:lnTo>
                  <a:close/>
                </a:path>
                <a:path w="4122420" h="2482215">
                  <a:moveTo>
                    <a:pt x="1419134" y="1802240"/>
                  </a:moveTo>
                  <a:lnTo>
                    <a:pt x="1409348" y="1802240"/>
                  </a:lnTo>
                  <a:lnTo>
                    <a:pt x="1406237" y="1801233"/>
                  </a:lnTo>
                  <a:lnTo>
                    <a:pt x="1403607" y="1798979"/>
                  </a:lnTo>
                  <a:lnTo>
                    <a:pt x="1400314" y="1792362"/>
                  </a:lnTo>
                  <a:lnTo>
                    <a:pt x="1401287" y="1785589"/>
                  </a:lnTo>
                  <a:lnTo>
                    <a:pt x="1405741" y="1780314"/>
                  </a:lnTo>
                  <a:lnTo>
                    <a:pt x="1412888" y="1778188"/>
                  </a:lnTo>
                  <a:lnTo>
                    <a:pt x="1419640" y="1778188"/>
                  </a:lnTo>
                  <a:lnTo>
                    <a:pt x="1425532" y="1783800"/>
                  </a:lnTo>
                  <a:lnTo>
                    <a:pt x="1425532" y="1797348"/>
                  </a:lnTo>
                  <a:lnTo>
                    <a:pt x="1419134" y="1802240"/>
                  </a:lnTo>
                  <a:close/>
                </a:path>
                <a:path w="4122420" h="2482215">
                  <a:moveTo>
                    <a:pt x="354126" y="1802264"/>
                  </a:moveTo>
                  <a:lnTo>
                    <a:pt x="353620" y="1802264"/>
                  </a:lnTo>
                  <a:lnTo>
                    <a:pt x="352583" y="1802192"/>
                  </a:lnTo>
                  <a:lnTo>
                    <a:pt x="344049" y="1797990"/>
                  </a:lnTo>
                  <a:lnTo>
                    <a:pt x="341204" y="1790190"/>
                  </a:lnTo>
                  <a:lnTo>
                    <a:pt x="344049" y="1782391"/>
                  </a:lnTo>
                  <a:lnTo>
                    <a:pt x="352583" y="1778188"/>
                  </a:lnTo>
                  <a:lnTo>
                    <a:pt x="353114" y="1778140"/>
                  </a:lnTo>
                  <a:lnTo>
                    <a:pt x="354126" y="1778116"/>
                  </a:lnTo>
                  <a:lnTo>
                    <a:pt x="363400" y="1781890"/>
                  </a:lnTo>
                  <a:lnTo>
                    <a:pt x="366491" y="1790190"/>
                  </a:lnTo>
                  <a:lnTo>
                    <a:pt x="363400" y="1798491"/>
                  </a:lnTo>
                  <a:lnTo>
                    <a:pt x="354126" y="1802264"/>
                  </a:lnTo>
                  <a:close/>
                </a:path>
                <a:path w="4122420" h="2482215">
                  <a:moveTo>
                    <a:pt x="581030" y="1802264"/>
                  </a:moveTo>
                  <a:lnTo>
                    <a:pt x="580524" y="1802264"/>
                  </a:lnTo>
                  <a:lnTo>
                    <a:pt x="579488" y="1802192"/>
                  </a:lnTo>
                  <a:lnTo>
                    <a:pt x="570953" y="1797990"/>
                  </a:lnTo>
                  <a:lnTo>
                    <a:pt x="568109" y="1790190"/>
                  </a:lnTo>
                  <a:lnTo>
                    <a:pt x="570953" y="1782391"/>
                  </a:lnTo>
                  <a:lnTo>
                    <a:pt x="579488" y="1778188"/>
                  </a:lnTo>
                  <a:lnTo>
                    <a:pt x="580019" y="1778140"/>
                  </a:lnTo>
                  <a:lnTo>
                    <a:pt x="581030" y="1778116"/>
                  </a:lnTo>
                  <a:lnTo>
                    <a:pt x="590319" y="1781890"/>
                  </a:lnTo>
                  <a:lnTo>
                    <a:pt x="593415" y="1790190"/>
                  </a:lnTo>
                  <a:lnTo>
                    <a:pt x="590319" y="1798491"/>
                  </a:lnTo>
                  <a:lnTo>
                    <a:pt x="581030" y="1802264"/>
                  </a:lnTo>
                  <a:close/>
                </a:path>
                <a:path w="4122420" h="2482215">
                  <a:moveTo>
                    <a:pt x="959787" y="1802264"/>
                  </a:moveTo>
                  <a:lnTo>
                    <a:pt x="959281" y="1802264"/>
                  </a:lnTo>
                  <a:lnTo>
                    <a:pt x="958219" y="1802192"/>
                  </a:lnTo>
                  <a:lnTo>
                    <a:pt x="949684" y="1797875"/>
                  </a:lnTo>
                  <a:lnTo>
                    <a:pt x="946840" y="1789885"/>
                  </a:lnTo>
                  <a:lnTo>
                    <a:pt x="949684" y="1782047"/>
                  </a:lnTo>
                  <a:lnTo>
                    <a:pt x="958219" y="1778188"/>
                  </a:lnTo>
                  <a:lnTo>
                    <a:pt x="958750" y="1778140"/>
                  </a:lnTo>
                  <a:lnTo>
                    <a:pt x="959787" y="1778116"/>
                  </a:lnTo>
                  <a:lnTo>
                    <a:pt x="969061" y="1781890"/>
                  </a:lnTo>
                  <a:lnTo>
                    <a:pt x="972152" y="1790190"/>
                  </a:lnTo>
                  <a:lnTo>
                    <a:pt x="969061" y="1798491"/>
                  </a:lnTo>
                  <a:lnTo>
                    <a:pt x="959787" y="1802264"/>
                  </a:lnTo>
                  <a:close/>
                </a:path>
                <a:path w="4122420" h="2482215">
                  <a:moveTo>
                    <a:pt x="1338517" y="1802264"/>
                  </a:moveTo>
                  <a:lnTo>
                    <a:pt x="1338012" y="1802264"/>
                  </a:lnTo>
                  <a:lnTo>
                    <a:pt x="1336975" y="1802192"/>
                  </a:lnTo>
                  <a:lnTo>
                    <a:pt x="1328426" y="1797875"/>
                  </a:lnTo>
                  <a:lnTo>
                    <a:pt x="1325577" y="1789885"/>
                  </a:lnTo>
                  <a:lnTo>
                    <a:pt x="1328426" y="1782047"/>
                  </a:lnTo>
                  <a:lnTo>
                    <a:pt x="1336975" y="1778188"/>
                  </a:lnTo>
                  <a:lnTo>
                    <a:pt x="1337506" y="1778140"/>
                  </a:lnTo>
                  <a:lnTo>
                    <a:pt x="1338517" y="1778116"/>
                  </a:lnTo>
                  <a:lnTo>
                    <a:pt x="1347792" y="1781890"/>
                  </a:lnTo>
                  <a:lnTo>
                    <a:pt x="1350883" y="1790190"/>
                  </a:lnTo>
                  <a:lnTo>
                    <a:pt x="1347792" y="1798491"/>
                  </a:lnTo>
                  <a:lnTo>
                    <a:pt x="1338517" y="1802264"/>
                  </a:lnTo>
                  <a:close/>
                </a:path>
                <a:path w="4122420" h="2482215">
                  <a:moveTo>
                    <a:pt x="1566206" y="1802264"/>
                  </a:moveTo>
                  <a:lnTo>
                    <a:pt x="1565726" y="1802264"/>
                  </a:lnTo>
                  <a:lnTo>
                    <a:pt x="1564714" y="1802192"/>
                  </a:lnTo>
                  <a:lnTo>
                    <a:pt x="1555696" y="1797990"/>
                  </a:lnTo>
                  <a:lnTo>
                    <a:pt x="1552690" y="1790190"/>
                  </a:lnTo>
                  <a:lnTo>
                    <a:pt x="1555696" y="1782391"/>
                  </a:lnTo>
                  <a:lnTo>
                    <a:pt x="1564714" y="1778188"/>
                  </a:lnTo>
                  <a:lnTo>
                    <a:pt x="1565220" y="1778140"/>
                  </a:lnTo>
                  <a:lnTo>
                    <a:pt x="1566206" y="1778116"/>
                  </a:lnTo>
                  <a:lnTo>
                    <a:pt x="1575054" y="1781890"/>
                  </a:lnTo>
                  <a:lnTo>
                    <a:pt x="1578003" y="1790190"/>
                  </a:lnTo>
                  <a:lnTo>
                    <a:pt x="1575054" y="1798491"/>
                  </a:lnTo>
                  <a:lnTo>
                    <a:pt x="1566206" y="1802264"/>
                  </a:lnTo>
                  <a:close/>
                </a:path>
                <a:path w="4122420" h="2482215">
                  <a:moveTo>
                    <a:pt x="1717248" y="1802264"/>
                  </a:moveTo>
                  <a:lnTo>
                    <a:pt x="1716768" y="1802264"/>
                  </a:lnTo>
                  <a:lnTo>
                    <a:pt x="1715706" y="1802192"/>
                  </a:lnTo>
                  <a:lnTo>
                    <a:pt x="1707171" y="1797875"/>
                  </a:lnTo>
                  <a:lnTo>
                    <a:pt x="1704327" y="1789885"/>
                  </a:lnTo>
                  <a:lnTo>
                    <a:pt x="1707171" y="1782047"/>
                  </a:lnTo>
                  <a:lnTo>
                    <a:pt x="1715706" y="1778188"/>
                  </a:lnTo>
                  <a:lnTo>
                    <a:pt x="1716237" y="1778140"/>
                  </a:lnTo>
                  <a:lnTo>
                    <a:pt x="1717248" y="1778116"/>
                  </a:lnTo>
                  <a:lnTo>
                    <a:pt x="1726537" y="1781890"/>
                  </a:lnTo>
                  <a:lnTo>
                    <a:pt x="1729633" y="1790190"/>
                  </a:lnTo>
                  <a:lnTo>
                    <a:pt x="1726537" y="1798491"/>
                  </a:lnTo>
                  <a:lnTo>
                    <a:pt x="1717248" y="1802264"/>
                  </a:lnTo>
                  <a:close/>
                </a:path>
                <a:path w="4122420" h="2482215">
                  <a:moveTo>
                    <a:pt x="1944937" y="1802264"/>
                  </a:moveTo>
                  <a:lnTo>
                    <a:pt x="1944456" y="1802264"/>
                  </a:lnTo>
                  <a:lnTo>
                    <a:pt x="1943470" y="1802192"/>
                  </a:lnTo>
                  <a:lnTo>
                    <a:pt x="1934452" y="1797990"/>
                  </a:lnTo>
                  <a:lnTo>
                    <a:pt x="1931446" y="1790190"/>
                  </a:lnTo>
                  <a:lnTo>
                    <a:pt x="1934452" y="1782391"/>
                  </a:lnTo>
                  <a:lnTo>
                    <a:pt x="1943470" y="1778188"/>
                  </a:lnTo>
                  <a:lnTo>
                    <a:pt x="1943976" y="1778140"/>
                  </a:lnTo>
                  <a:lnTo>
                    <a:pt x="1944937" y="1778116"/>
                  </a:lnTo>
                  <a:lnTo>
                    <a:pt x="1953799" y="1781890"/>
                  </a:lnTo>
                  <a:lnTo>
                    <a:pt x="1956752" y="1790190"/>
                  </a:lnTo>
                  <a:lnTo>
                    <a:pt x="1953799" y="1798491"/>
                  </a:lnTo>
                  <a:lnTo>
                    <a:pt x="1944937" y="1802264"/>
                  </a:lnTo>
                  <a:close/>
                </a:path>
                <a:path w="4122420" h="2482215">
                  <a:moveTo>
                    <a:pt x="2171917" y="1802264"/>
                  </a:moveTo>
                  <a:lnTo>
                    <a:pt x="2171412" y="1802264"/>
                  </a:lnTo>
                  <a:lnTo>
                    <a:pt x="2170375" y="1802192"/>
                  </a:lnTo>
                  <a:lnTo>
                    <a:pt x="2161826" y="1797875"/>
                  </a:lnTo>
                  <a:lnTo>
                    <a:pt x="2158977" y="1789885"/>
                  </a:lnTo>
                  <a:lnTo>
                    <a:pt x="2161826" y="1782047"/>
                  </a:lnTo>
                  <a:lnTo>
                    <a:pt x="2170375" y="1778188"/>
                  </a:lnTo>
                  <a:lnTo>
                    <a:pt x="2170906" y="1778140"/>
                  </a:lnTo>
                  <a:lnTo>
                    <a:pt x="2171917" y="1778116"/>
                  </a:lnTo>
                  <a:lnTo>
                    <a:pt x="2181192" y="1781890"/>
                  </a:lnTo>
                  <a:lnTo>
                    <a:pt x="2184283" y="1790190"/>
                  </a:lnTo>
                  <a:lnTo>
                    <a:pt x="2181192" y="1798491"/>
                  </a:lnTo>
                  <a:lnTo>
                    <a:pt x="2171917" y="1802264"/>
                  </a:lnTo>
                  <a:close/>
                </a:path>
                <a:path w="4122420" h="2482215">
                  <a:moveTo>
                    <a:pt x="2322909" y="1802264"/>
                  </a:moveTo>
                  <a:lnTo>
                    <a:pt x="2322403" y="1802264"/>
                  </a:lnTo>
                  <a:lnTo>
                    <a:pt x="2321367" y="1802192"/>
                  </a:lnTo>
                  <a:lnTo>
                    <a:pt x="2312818" y="1797990"/>
                  </a:lnTo>
                  <a:lnTo>
                    <a:pt x="2309968" y="1790190"/>
                  </a:lnTo>
                  <a:lnTo>
                    <a:pt x="2312818" y="1782391"/>
                  </a:lnTo>
                  <a:lnTo>
                    <a:pt x="2321367" y="1778188"/>
                  </a:lnTo>
                  <a:lnTo>
                    <a:pt x="2321898" y="1778140"/>
                  </a:lnTo>
                  <a:lnTo>
                    <a:pt x="2322909" y="1778116"/>
                  </a:lnTo>
                  <a:lnTo>
                    <a:pt x="2332183" y="1781890"/>
                  </a:lnTo>
                  <a:lnTo>
                    <a:pt x="2335275" y="1790190"/>
                  </a:lnTo>
                  <a:lnTo>
                    <a:pt x="2332183" y="1798491"/>
                  </a:lnTo>
                  <a:lnTo>
                    <a:pt x="2322909" y="1802264"/>
                  </a:lnTo>
                  <a:close/>
                </a:path>
                <a:path w="4122420" h="2482215">
                  <a:moveTo>
                    <a:pt x="434616" y="1802408"/>
                  </a:moveTo>
                  <a:lnTo>
                    <a:pt x="424855" y="1802408"/>
                  </a:lnTo>
                  <a:lnTo>
                    <a:pt x="421694" y="1801329"/>
                  </a:lnTo>
                  <a:lnTo>
                    <a:pt x="419215" y="1798979"/>
                  </a:lnTo>
                  <a:lnTo>
                    <a:pt x="415452" y="1792362"/>
                  </a:lnTo>
                  <a:lnTo>
                    <a:pt x="416270" y="1785589"/>
                  </a:lnTo>
                  <a:lnTo>
                    <a:pt x="420880" y="1780314"/>
                  </a:lnTo>
                  <a:lnTo>
                    <a:pt x="428496" y="1778188"/>
                  </a:lnTo>
                  <a:lnTo>
                    <a:pt x="435248" y="1778188"/>
                  </a:lnTo>
                  <a:lnTo>
                    <a:pt x="441165" y="1783800"/>
                  </a:lnTo>
                  <a:lnTo>
                    <a:pt x="441165" y="1797756"/>
                  </a:lnTo>
                  <a:lnTo>
                    <a:pt x="434616" y="1802408"/>
                  </a:lnTo>
                  <a:close/>
                </a:path>
                <a:path w="4122420" h="2482215">
                  <a:moveTo>
                    <a:pt x="1116569" y="1802408"/>
                  </a:moveTo>
                  <a:lnTo>
                    <a:pt x="1106783" y="1802408"/>
                  </a:lnTo>
                  <a:lnTo>
                    <a:pt x="1103521" y="1801329"/>
                  </a:lnTo>
                  <a:lnTo>
                    <a:pt x="1100790" y="1798979"/>
                  </a:lnTo>
                  <a:lnTo>
                    <a:pt x="1097379" y="1792362"/>
                  </a:lnTo>
                  <a:lnTo>
                    <a:pt x="1098157" y="1785589"/>
                  </a:lnTo>
                  <a:lnTo>
                    <a:pt x="1102571" y="1780314"/>
                  </a:lnTo>
                  <a:lnTo>
                    <a:pt x="1110070" y="1778188"/>
                  </a:lnTo>
                  <a:lnTo>
                    <a:pt x="1116822" y="1778188"/>
                  </a:lnTo>
                  <a:lnTo>
                    <a:pt x="1122714" y="1783800"/>
                  </a:lnTo>
                  <a:lnTo>
                    <a:pt x="1122714" y="1797756"/>
                  </a:lnTo>
                  <a:lnTo>
                    <a:pt x="1116569" y="1802408"/>
                  </a:lnTo>
                  <a:close/>
                </a:path>
                <a:path w="4122420" h="2482215">
                  <a:moveTo>
                    <a:pt x="1494921" y="1802408"/>
                  </a:moveTo>
                  <a:lnTo>
                    <a:pt x="1485160" y="1802408"/>
                  </a:lnTo>
                  <a:lnTo>
                    <a:pt x="1481999" y="1801329"/>
                  </a:lnTo>
                  <a:lnTo>
                    <a:pt x="1479521" y="1798979"/>
                  </a:lnTo>
                  <a:lnTo>
                    <a:pt x="1475758" y="1792362"/>
                  </a:lnTo>
                  <a:lnTo>
                    <a:pt x="1476575" y="1785589"/>
                  </a:lnTo>
                  <a:lnTo>
                    <a:pt x="1481185" y="1780314"/>
                  </a:lnTo>
                  <a:lnTo>
                    <a:pt x="1488801" y="1778188"/>
                  </a:lnTo>
                  <a:lnTo>
                    <a:pt x="1495553" y="1778188"/>
                  </a:lnTo>
                  <a:lnTo>
                    <a:pt x="1501445" y="1783800"/>
                  </a:lnTo>
                  <a:lnTo>
                    <a:pt x="1501445" y="1797756"/>
                  </a:lnTo>
                  <a:lnTo>
                    <a:pt x="1494921" y="1802408"/>
                  </a:lnTo>
                  <a:close/>
                </a:path>
                <a:path w="4122420" h="2482215">
                  <a:moveTo>
                    <a:pt x="1646292" y="1802408"/>
                  </a:moveTo>
                  <a:lnTo>
                    <a:pt x="1636910" y="1802408"/>
                  </a:lnTo>
                  <a:lnTo>
                    <a:pt x="1633825" y="1801329"/>
                  </a:lnTo>
                  <a:lnTo>
                    <a:pt x="1631347" y="1798979"/>
                  </a:lnTo>
                  <a:lnTo>
                    <a:pt x="1627571" y="1792362"/>
                  </a:lnTo>
                  <a:lnTo>
                    <a:pt x="1628296" y="1785589"/>
                  </a:lnTo>
                  <a:lnTo>
                    <a:pt x="1632659" y="1780314"/>
                  </a:lnTo>
                  <a:lnTo>
                    <a:pt x="1639793" y="1778188"/>
                  </a:lnTo>
                  <a:lnTo>
                    <a:pt x="1647379" y="1778188"/>
                  </a:lnTo>
                  <a:lnTo>
                    <a:pt x="1652437" y="1783800"/>
                  </a:lnTo>
                  <a:lnTo>
                    <a:pt x="1652437" y="1797756"/>
                  </a:lnTo>
                  <a:lnTo>
                    <a:pt x="1646292" y="1802408"/>
                  </a:lnTo>
                  <a:close/>
                </a:path>
                <a:path w="4122420" h="2482215">
                  <a:moveTo>
                    <a:pt x="2025023" y="1802408"/>
                  </a:moveTo>
                  <a:lnTo>
                    <a:pt x="2015641" y="1802408"/>
                  </a:lnTo>
                  <a:lnTo>
                    <a:pt x="2012556" y="1801329"/>
                  </a:lnTo>
                  <a:lnTo>
                    <a:pt x="2010103" y="1798979"/>
                  </a:lnTo>
                  <a:lnTo>
                    <a:pt x="2006316" y="1792362"/>
                  </a:lnTo>
                  <a:lnTo>
                    <a:pt x="2007040" y="1785589"/>
                  </a:lnTo>
                  <a:lnTo>
                    <a:pt x="2011401" y="1780314"/>
                  </a:lnTo>
                  <a:lnTo>
                    <a:pt x="2018524" y="1778188"/>
                  </a:lnTo>
                  <a:lnTo>
                    <a:pt x="2026135" y="1778188"/>
                  </a:lnTo>
                  <a:lnTo>
                    <a:pt x="2031192" y="1783800"/>
                  </a:lnTo>
                  <a:lnTo>
                    <a:pt x="2031192" y="1797756"/>
                  </a:lnTo>
                  <a:lnTo>
                    <a:pt x="2025023" y="1802408"/>
                  </a:lnTo>
                  <a:close/>
                </a:path>
                <a:path w="4122420" h="2482215">
                  <a:moveTo>
                    <a:pt x="2100935" y="1802408"/>
                  </a:moveTo>
                  <a:lnTo>
                    <a:pt x="2091554" y="1802408"/>
                  </a:lnTo>
                  <a:lnTo>
                    <a:pt x="2088469" y="1801329"/>
                  </a:lnTo>
                  <a:lnTo>
                    <a:pt x="2086016" y="1798979"/>
                  </a:lnTo>
                  <a:lnTo>
                    <a:pt x="2082229" y="1792362"/>
                  </a:lnTo>
                  <a:lnTo>
                    <a:pt x="2082956" y="1785589"/>
                  </a:lnTo>
                  <a:lnTo>
                    <a:pt x="2087325" y="1780314"/>
                  </a:lnTo>
                  <a:lnTo>
                    <a:pt x="2094462" y="1778188"/>
                  </a:lnTo>
                  <a:lnTo>
                    <a:pt x="2101188" y="1778188"/>
                  </a:lnTo>
                  <a:lnTo>
                    <a:pt x="2107106" y="1783800"/>
                  </a:lnTo>
                  <a:lnTo>
                    <a:pt x="2107106" y="1797756"/>
                  </a:lnTo>
                  <a:lnTo>
                    <a:pt x="2100935" y="1802408"/>
                  </a:lnTo>
                  <a:close/>
                </a:path>
                <a:path w="4122420" h="2482215">
                  <a:moveTo>
                    <a:pt x="510074" y="1802744"/>
                  </a:moveTo>
                  <a:lnTo>
                    <a:pt x="500313" y="1802744"/>
                  </a:lnTo>
                  <a:lnTo>
                    <a:pt x="497051" y="1801593"/>
                  </a:lnTo>
                  <a:lnTo>
                    <a:pt x="494294" y="1798979"/>
                  </a:lnTo>
                  <a:lnTo>
                    <a:pt x="490883" y="1792807"/>
                  </a:lnTo>
                  <a:lnTo>
                    <a:pt x="491661" y="1786183"/>
                  </a:lnTo>
                  <a:lnTo>
                    <a:pt x="496076" y="1780759"/>
                  </a:lnTo>
                  <a:lnTo>
                    <a:pt x="503575" y="1778188"/>
                  </a:lnTo>
                  <a:lnTo>
                    <a:pt x="511161" y="1778188"/>
                  </a:lnTo>
                  <a:lnTo>
                    <a:pt x="516219" y="1783800"/>
                  </a:lnTo>
                  <a:lnTo>
                    <a:pt x="516219" y="1797756"/>
                  </a:lnTo>
                  <a:lnTo>
                    <a:pt x="510074" y="1802744"/>
                  </a:lnTo>
                  <a:close/>
                </a:path>
                <a:path w="4122420" h="2482215">
                  <a:moveTo>
                    <a:pt x="661925" y="1802744"/>
                  </a:moveTo>
                  <a:lnTo>
                    <a:pt x="652139" y="1802744"/>
                  </a:lnTo>
                  <a:lnTo>
                    <a:pt x="648877" y="1801593"/>
                  </a:lnTo>
                  <a:lnTo>
                    <a:pt x="646121" y="1798979"/>
                  </a:lnTo>
                  <a:lnTo>
                    <a:pt x="642830" y="1792696"/>
                  </a:lnTo>
                  <a:lnTo>
                    <a:pt x="643810" y="1785886"/>
                  </a:lnTo>
                  <a:lnTo>
                    <a:pt x="648265" y="1780425"/>
                  </a:lnTo>
                  <a:lnTo>
                    <a:pt x="655401" y="1778188"/>
                  </a:lnTo>
                  <a:lnTo>
                    <a:pt x="662153" y="1778188"/>
                  </a:lnTo>
                  <a:lnTo>
                    <a:pt x="668070" y="1783800"/>
                  </a:lnTo>
                  <a:lnTo>
                    <a:pt x="668070" y="1797756"/>
                  </a:lnTo>
                  <a:lnTo>
                    <a:pt x="661925" y="1802744"/>
                  </a:lnTo>
                  <a:close/>
                </a:path>
                <a:path w="4122420" h="2482215">
                  <a:moveTo>
                    <a:pt x="1192027" y="1802744"/>
                  </a:moveTo>
                  <a:lnTo>
                    <a:pt x="1182342" y="1802744"/>
                  </a:lnTo>
                  <a:lnTo>
                    <a:pt x="1179181" y="1801593"/>
                  </a:lnTo>
                  <a:lnTo>
                    <a:pt x="1176703" y="1798979"/>
                  </a:lnTo>
                  <a:lnTo>
                    <a:pt x="1172929" y="1792807"/>
                  </a:lnTo>
                  <a:lnTo>
                    <a:pt x="1173747" y="1786183"/>
                  </a:lnTo>
                  <a:lnTo>
                    <a:pt x="1178363" y="1780759"/>
                  </a:lnTo>
                  <a:lnTo>
                    <a:pt x="1185983" y="1778188"/>
                  </a:lnTo>
                  <a:lnTo>
                    <a:pt x="1192735" y="1778188"/>
                  </a:lnTo>
                  <a:lnTo>
                    <a:pt x="1198627" y="1783800"/>
                  </a:lnTo>
                  <a:lnTo>
                    <a:pt x="1197792" y="1790178"/>
                  </a:lnTo>
                  <a:lnTo>
                    <a:pt x="1198349" y="1797756"/>
                  </a:lnTo>
                  <a:lnTo>
                    <a:pt x="1192027" y="1802744"/>
                  </a:lnTo>
                  <a:close/>
                </a:path>
                <a:path w="4122420" h="2482215">
                  <a:moveTo>
                    <a:pt x="2403779" y="1802744"/>
                  </a:moveTo>
                  <a:lnTo>
                    <a:pt x="2394397" y="1802744"/>
                  </a:lnTo>
                  <a:lnTo>
                    <a:pt x="2391312" y="1801593"/>
                  </a:lnTo>
                  <a:lnTo>
                    <a:pt x="2388834" y="1798979"/>
                  </a:lnTo>
                  <a:lnTo>
                    <a:pt x="2385058" y="1792696"/>
                  </a:lnTo>
                  <a:lnTo>
                    <a:pt x="2385784" y="1785886"/>
                  </a:lnTo>
                  <a:lnTo>
                    <a:pt x="2390146" y="1780425"/>
                  </a:lnTo>
                  <a:lnTo>
                    <a:pt x="2397280" y="1778188"/>
                  </a:lnTo>
                  <a:lnTo>
                    <a:pt x="2404866" y="1778188"/>
                  </a:lnTo>
                  <a:lnTo>
                    <a:pt x="2409924" y="1783800"/>
                  </a:lnTo>
                  <a:lnTo>
                    <a:pt x="2409924" y="1797756"/>
                  </a:lnTo>
                  <a:lnTo>
                    <a:pt x="2403779" y="1802744"/>
                  </a:lnTo>
                  <a:close/>
                </a:path>
                <a:path w="4122420" h="2482215">
                  <a:moveTo>
                    <a:pt x="2479768" y="1802792"/>
                  </a:moveTo>
                  <a:lnTo>
                    <a:pt x="2470386" y="1802792"/>
                  </a:lnTo>
                  <a:lnTo>
                    <a:pt x="2467251" y="1801617"/>
                  </a:lnTo>
                  <a:lnTo>
                    <a:pt x="2464747" y="1798979"/>
                  </a:lnTo>
                  <a:lnTo>
                    <a:pt x="2460971" y="1792819"/>
                  </a:lnTo>
                  <a:lnTo>
                    <a:pt x="2461697" y="1786282"/>
                  </a:lnTo>
                  <a:lnTo>
                    <a:pt x="2466059" y="1781093"/>
                  </a:lnTo>
                  <a:lnTo>
                    <a:pt x="2473193" y="1778980"/>
                  </a:lnTo>
                  <a:lnTo>
                    <a:pt x="2473193" y="1778188"/>
                  </a:lnTo>
                  <a:lnTo>
                    <a:pt x="2480779" y="1778188"/>
                  </a:lnTo>
                  <a:lnTo>
                    <a:pt x="2485837" y="1783800"/>
                  </a:lnTo>
                  <a:lnTo>
                    <a:pt x="2485837" y="1797972"/>
                  </a:lnTo>
                  <a:lnTo>
                    <a:pt x="2479768" y="1802792"/>
                  </a:lnTo>
                  <a:close/>
                </a:path>
                <a:path w="4122420" h="2482215">
                  <a:moveTo>
                    <a:pt x="2550648" y="1803056"/>
                  </a:moveTo>
                  <a:lnTo>
                    <a:pt x="2550143" y="1803056"/>
                  </a:lnTo>
                  <a:lnTo>
                    <a:pt x="2549106" y="1802984"/>
                  </a:lnTo>
                  <a:lnTo>
                    <a:pt x="2540572" y="1798670"/>
                  </a:lnTo>
                  <a:lnTo>
                    <a:pt x="2537727" y="1790685"/>
                  </a:lnTo>
                  <a:lnTo>
                    <a:pt x="2540572" y="1782848"/>
                  </a:lnTo>
                  <a:lnTo>
                    <a:pt x="2549106" y="1778980"/>
                  </a:lnTo>
                  <a:lnTo>
                    <a:pt x="2550648" y="1778932"/>
                  </a:lnTo>
                  <a:lnTo>
                    <a:pt x="2559937" y="1782701"/>
                  </a:lnTo>
                  <a:lnTo>
                    <a:pt x="2563033" y="1790994"/>
                  </a:lnTo>
                  <a:lnTo>
                    <a:pt x="2559937" y="1799286"/>
                  </a:lnTo>
                  <a:lnTo>
                    <a:pt x="2550648" y="1803056"/>
                  </a:lnTo>
                  <a:close/>
                </a:path>
                <a:path w="4122420" h="2482215">
                  <a:moveTo>
                    <a:pt x="245743" y="1837970"/>
                  </a:moveTo>
                  <a:lnTo>
                    <a:pt x="236008" y="1837970"/>
                  </a:lnTo>
                  <a:lnTo>
                    <a:pt x="232771" y="1836820"/>
                  </a:lnTo>
                  <a:lnTo>
                    <a:pt x="230267" y="1834182"/>
                  </a:lnTo>
                  <a:lnTo>
                    <a:pt x="226519" y="1828106"/>
                  </a:lnTo>
                  <a:lnTo>
                    <a:pt x="227249" y="1821637"/>
                  </a:lnTo>
                  <a:lnTo>
                    <a:pt x="231701" y="1816441"/>
                  </a:lnTo>
                  <a:lnTo>
                    <a:pt x="239118" y="1814182"/>
                  </a:lnTo>
                  <a:lnTo>
                    <a:pt x="245693" y="1814374"/>
                  </a:lnTo>
                  <a:lnTo>
                    <a:pt x="251383" y="1819122"/>
                  </a:lnTo>
                  <a:lnTo>
                    <a:pt x="252217" y="1826196"/>
                  </a:lnTo>
                  <a:lnTo>
                    <a:pt x="252217" y="1833151"/>
                  </a:lnTo>
                  <a:lnTo>
                    <a:pt x="245743" y="1837970"/>
                  </a:lnTo>
                  <a:close/>
                </a:path>
                <a:path w="4122420" h="2482215">
                  <a:moveTo>
                    <a:pt x="1078360" y="1837419"/>
                  </a:moveTo>
                  <a:lnTo>
                    <a:pt x="1068573" y="1837419"/>
                  </a:lnTo>
                  <a:lnTo>
                    <a:pt x="1065463" y="1836436"/>
                  </a:lnTo>
                  <a:lnTo>
                    <a:pt x="1062833" y="1834182"/>
                  </a:lnTo>
                  <a:lnTo>
                    <a:pt x="1059422" y="1827564"/>
                  </a:lnTo>
                  <a:lnTo>
                    <a:pt x="1060200" y="1820792"/>
                  </a:lnTo>
                  <a:lnTo>
                    <a:pt x="1064615" y="1815517"/>
                  </a:lnTo>
                  <a:lnTo>
                    <a:pt x="1072113" y="1813391"/>
                  </a:lnTo>
                  <a:lnTo>
                    <a:pt x="1072113" y="1814182"/>
                  </a:lnTo>
                  <a:lnTo>
                    <a:pt x="1078865" y="1814182"/>
                  </a:lnTo>
                  <a:lnTo>
                    <a:pt x="1083923" y="1818978"/>
                  </a:lnTo>
                  <a:lnTo>
                    <a:pt x="1084757" y="1825381"/>
                  </a:lnTo>
                  <a:lnTo>
                    <a:pt x="1084757" y="1832551"/>
                  </a:lnTo>
                  <a:lnTo>
                    <a:pt x="1078360" y="1837419"/>
                  </a:lnTo>
                  <a:close/>
                </a:path>
                <a:path w="4122420" h="2482215">
                  <a:moveTo>
                    <a:pt x="769903" y="1837443"/>
                  </a:moveTo>
                  <a:lnTo>
                    <a:pt x="769448" y="1837443"/>
                  </a:lnTo>
                  <a:lnTo>
                    <a:pt x="768436" y="1837395"/>
                  </a:lnTo>
                  <a:lnTo>
                    <a:pt x="759418" y="1833193"/>
                  </a:lnTo>
                  <a:lnTo>
                    <a:pt x="756416" y="1825381"/>
                  </a:lnTo>
                  <a:lnTo>
                    <a:pt x="759418" y="1817594"/>
                  </a:lnTo>
                  <a:lnTo>
                    <a:pt x="768436" y="1813391"/>
                  </a:lnTo>
                  <a:lnTo>
                    <a:pt x="768942" y="1813343"/>
                  </a:lnTo>
                  <a:lnTo>
                    <a:pt x="769903" y="1813319"/>
                  </a:lnTo>
                  <a:lnTo>
                    <a:pt x="778765" y="1817089"/>
                  </a:lnTo>
                  <a:lnTo>
                    <a:pt x="781714" y="1825393"/>
                  </a:lnTo>
                  <a:lnTo>
                    <a:pt x="778765" y="1833674"/>
                  </a:lnTo>
                  <a:lnTo>
                    <a:pt x="769903" y="1837443"/>
                  </a:lnTo>
                  <a:close/>
                </a:path>
                <a:path w="4122420" h="2482215">
                  <a:moveTo>
                    <a:pt x="921830" y="1837443"/>
                  </a:moveTo>
                  <a:lnTo>
                    <a:pt x="921324" y="1837443"/>
                  </a:lnTo>
                  <a:lnTo>
                    <a:pt x="920262" y="1837395"/>
                  </a:lnTo>
                  <a:lnTo>
                    <a:pt x="911728" y="1833193"/>
                  </a:lnTo>
                  <a:lnTo>
                    <a:pt x="908887" y="1825381"/>
                  </a:lnTo>
                  <a:lnTo>
                    <a:pt x="911728" y="1817594"/>
                  </a:lnTo>
                  <a:lnTo>
                    <a:pt x="920262" y="1813391"/>
                  </a:lnTo>
                  <a:lnTo>
                    <a:pt x="920793" y="1813343"/>
                  </a:lnTo>
                  <a:lnTo>
                    <a:pt x="921830" y="1813319"/>
                  </a:lnTo>
                  <a:lnTo>
                    <a:pt x="931104" y="1817089"/>
                  </a:lnTo>
                  <a:lnTo>
                    <a:pt x="934191" y="1825393"/>
                  </a:lnTo>
                  <a:lnTo>
                    <a:pt x="931104" y="1833674"/>
                  </a:lnTo>
                  <a:lnTo>
                    <a:pt x="921830" y="1837443"/>
                  </a:lnTo>
                  <a:close/>
                </a:path>
                <a:path w="4122420" h="2482215">
                  <a:moveTo>
                    <a:pt x="1376524" y="1837443"/>
                  </a:moveTo>
                  <a:lnTo>
                    <a:pt x="1375994" y="1837443"/>
                  </a:lnTo>
                  <a:lnTo>
                    <a:pt x="1374931" y="1837395"/>
                  </a:lnTo>
                  <a:lnTo>
                    <a:pt x="1366383" y="1833539"/>
                  </a:lnTo>
                  <a:lnTo>
                    <a:pt x="1363537" y="1825777"/>
                  </a:lnTo>
                  <a:lnTo>
                    <a:pt x="1366383" y="1818039"/>
                  </a:lnTo>
                  <a:lnTo>
                    <a:pt x="1374931" y="1814182"/>
                  </a:lnTo>
                  <a:lnTo>
                    <a:pt x="1375462" y="1814134"/>
                  </a:lnTo>
                  <a:lnTo>
                    <a:pt x="1376524" y="1814110"/>
                  </a:lnTo>
                  <a:lnTo>
                    <a:pt x="1385770" y="1817756"/>
                  </a:lnTo>
                  <a:lnTo>
                    <a:pt x="1388848" y="1825789"/>
                  </a:lnTo>
                  <a:lnTo>
                    <a:pt x="1385770" y="1833797"/>
                  </a:lnTo>
                  <a:lnTo>
                    <a:pt x="1376524" y="1837443"/>
                  </a:lnTo>
                  <a:close/>
                </a:path>
                <a:path w="4122420" h="2482215">
                  <a:moveTo>
                    <a:pt x="1755255" y="1837443"/>
                  </a:moveTo>
                  <a:lnTo>
                    <a:pt x="1754750" y="1837443"/>
                  </a:lnTo>
                  <a:lnTo>
                    <a:pt x="1753662" y="1837395"/>
                  </a:lnTo>
                  <a:lnTo>
                    <a:pt x="1745128" y="1833539"/>
                  </a:lnTo>
                  <a:lnTo>
                    <a:pt x="1742287" y="1825777"/>
                  </a:lnTo>
                  <a:lnTo>
                    <a:pt x="1745128" y="1818039"/>
                  </a:lnTo>
                  <a:lnTo>
                    <a:pt x="1753662" y="1814182"/>
                  </a:lnTo>
                  <a:lnTo>
                    <a:pt x="1754219" y="1814134"/>
                  </a:lnTo>
                  <a:lnTo>
                    <a:pt x="1755255" y="1814110"/>
                  </a:lnTo>
                  <a:lnTo>
                    <a:pt x="1764501" y="1817756"/>
                  </a:lnTo>
                  <a:lnTo>
                    <a:pt x="1767579" y="1825789"/>
                  </a:lnTo>
                  <a:lnTo>
                    <a:pt x="1764501" y="1833797"/>
                  </a:lnTo>
                  <a:lnTo>
                    <a:pt x="1755255" y="1837443"/>
                  </a:lnTo>
                  <a:close/>
                </a:path>
                <a:path w="4122420" h="2482215">
                  <a:moveTo>
                    <a:pt x="1305517" y="1837587"/>
                  </a:moveTo>
                  <a:lnTo>
                    <a:pt x="1295731" y="1837587"/>
                  </a:lnTo>
                  <a:lnTo>
                    <a:pt x="1292469" y="1836532"/>
                  </a:lnTo>
                  <a:lnTo>
                    <a:pt x="1289738" y="1834182"/>
                  </a:lnTo>
                  <a:lnTo>
                    <a:pt x="1286327" y="1827564"/>
                  </a:lnTo>
                  <a:lnTo>
                    <a:pt x="1287105" y="1820792"/>
                  </a:lnTo>
                  <a:lnTo>
                    <a:pt x="1291519" y="1815517"/>
                  </a:lnTo>
                  <a:lnTo>
                    <a:pt x="1299018" y="1813391"/>
                  </a:lnTo>
                  <a:lnTo>
                    <a:pt x="1299018" y="1814182"/>
                  </a:lnTo>
                  <a:lnTo>
                    <a:pt x="1305770" y="1814182"/>
                  </a:lnTo>
                  <a:lnTo>
                    <a:pt x="1310828" y="1818978"/>
                  </a:lnTo>
                  <a:lnTo>
                    <a:pt x="1311662" y="1825381"/>
                  </a:lnTo>
                  <a:lnTo>
                    <a:pt x="1311662" y="1832959"/>
                  </a:lnTo>
                  <a:lnTo>
                    <a:pt x="1305517" y="1837587"/>
                  </a:lnTo>
                  <a:close/>
                </a:path>
                <a:path w="4122420" h="2482215">
                  <a:moveTo>
                    <a:pt x="2214830" y="1837587"/>
                  </a:moveTo>
                  <a:lnTo>
                    <a:pt x="2205044" y="1837587"/>
                  </a:lnTo>
                  <a:lnTo>
                    <a:pt x="2201782" y="1836532"/>
                  </a:lnTo>
                  <a:lnTo>
                    <a:pt x="2199051" y="1834182"/>
                  </a:lnTo>
                  <a:lnTo>
                    <a:pt x="2195640" y="1827564"/>
                  </a:lnTo>
                  <a:lnTo>
                    <a:pt x="2196418" y="1820792"/>
                  </a:lnTo>
                  <a:lnTo>
                    <a:pt x="2200833" y="1815517"/>
                  </a:lnTo>
                  <a:lnTo>
                    <a:pt x="2208331" y="1813391"/>
                  </a:lnTo>
                  <a:lnTo>
                    <a:pt x="2208331" y="1814182"/>
                  </a:lnTo>
                  <a:lnTo>
                    <a:pt x="2215083" y="1814182"/>
                  </a:lnTo>
                  <a:lnTo>
                    <a:pt x="2220141" y="1818978"/>
                  </a:lnTo>
                  <a:lnTo>
                    <a:pt x="2220975" y="1825381"/>
                  </a:lnTo>
                  <a:lnTo>
                    <a:pt x="2220975" y="1832959"/>
                  </a:lnTo>
                  <a:lnTo>
                    <a:pt x="2214830" y="1837587"/>
                  </a:lnTo>
                  <a:close/>
                </a:path>
                <a:path w="4122420" h="2482215">
                  <a:moveTo>
                    <a:pt x="1002699" y="1837946"/>
                  </a:moveTo>
                  <a:lnTo>
                    <a:pt x="992938" y="1837946"/>
                  </a:lnTo>
                  <a:lnTo>
                    <a:pt x="989651" y="1836795"/>
                  </a:lnTo>
                  <a:lnTo>
                    <a:pt x="986920" y="1834182"/>
                  </a:lnTo>
                  <a:lnTo>
                    <a:pt x="983616" y="1827898"/>
                  </a:lnTo>
                  <a:lnTo>
                    <a:pt x="984590" y="1821089"/>
                  </a:lnTo>
                  <a:lnTo>
                    <a:pt x="989050" y="1815628"/>
                  </a:lnTo>
                  <a:lnTo>
                    <a:pt x="996201" y="1813391"/>
                  </a:lnTo>
                  <a:lnTo>
                    <a:pt x="996201" y="1814182"/>
                  </a:lnTo>
                  <a:lnTo>
                    <a:pt x="1002927" y="1814182"/>
                  </a:lnTo>
                  <a:lnTo>
                    <a:pt x="1008844" y="1818978"/>
                  </a:lnTo>
                  <a:lnTo>
                    <a:pt x="1008844" y="1832935"/>
                  </a:lnTo>
                  <a:lnTo>
                    <a:pt x="1002699" y="1837946"/>
                  </a:lnTo>
                  <a:close/>
                </a:path>
                <a:path w="4122420" h="2482215">
                  <a:moveTo>
                    <a:pt x="1836099" y="1837946"/>
                  </a:moveTo>
                  <a:lnTo>
                    <a:pt x="1826338" y="1837946"/>
                  </a:lnTo>
                  <a:lnTo>
                    <a:pt x="1823051" y="1836795"/>
                  </a:lnTo>
                  <a:lnTo>
                    <a:pt x="1820295" y="1834182"/>
                  </a:lnTo>
                  <a:lnTo>
                    <a:pt x="1816884" y="1828022"/>
                  </a:lnTo>
                  <a:lnTo>
                    <a:pt x="1817662" y="1821484"/>
                  </a:lnTo>
                  <a:lnTo>
                    <a:pt x="1822076" y="1816296"/>
                  </a:lnTo>
                  <a:lnTo>
                    <a:pt x="1829575" y="1814182"/>
                  </a:lnTo>
                  <a:lnTo>
                    <a:pt x="1836327" y="1814182"/>
                  </a:lnTo>
                  <a:lnTo>
                    <a:pt x="1841385" y="1818978"/>
                  </a:lnTo>
                  <a:lnTo>
                    <a:pt x="1842244" y="1825381"/>
                  </a:lnTo>
                  <a:lnTo>
                    <a:pt x="1842244" y="1832935"/>
                  </a:lnTo>
                  <a:lnTo>
                    <a:pt x="1836099" y="1837946"/>
                  </a:lnTo>
                  <a:close/>
                </a:path>
                <a:path w="4122420" h="2482215">
                  <a:moveTo>
                    <a:pt x="2134037" y="1838210"/>
                  </a:moveTo>
                  <a:lnTo>
                    <a:pt x="2133253" y="1838186"/>
                  </a:lnTo>
                  <a:lnTo>
                    <a:pt x="2124235" y="1833873"/>
                  </a:lnTo>
                  <a:lnTo>
                    <a:pt x="2121229" y="1825888"/>
                  </a:lnTo>
                  <a:lnTo>
                    <a:pt x="2124235" y="1818051"/>
                  </a:lnTo>
                  <a:lnTo>
                    <a:pt x="2133253" y="1814182"/>
                  </a:lnTo>
                  <a:lnTo>
                    <a:pt x="2133784" y="1814134"/>
                  </a:lnTo>
                  <a:lnTo>
                    <a:pt x="2134770" y="1814110"/>
                  </a:lnTo>
                  <a:lnTo>
                    <a:pt x="2143684" y="1817876"/>
                  </a:lnTo>
                  <a:lnTo>
                    <a:pt x="2146532" y="1826160"/>
                  </a:lnTo>
                  <a:lnTo>
                    <a:pt x="2143315" y="1834445"/>
                  </a:lnTo>
                  <a:lnTo>
                    <a:pt x="2134037" y="1838210"/>
                  </a:lnTo>
                  <a:close/>
                </a:path>
                <a:path w="4122420" h="2482215">
                  <a:moveTo>
                    <a:pt x="320873" y="1838234"/>
                  </a:moveTo>
                  <a:lnTo>
                    <a:pt x="311491" y="1838234"/>
                  </a:lnTo>
                  <a:lnTo>
                    <a:pt x="308558" y="1837227"/>
                  </a:lnTo>
                  <a:lnTo>
                    <a:pt x="306180" y="1834973"/>
                  </a:lnTo>
                  <a:lnTo>
                    <a:pt x="302404" y="1828356"/>
                  </a:lnTo>
                  <a:lnTo>
                    <a:pt x="303130" y="1821583"/>
                  </a:lnTo>
                  <a:lnTo>
                    <a:pt x="307493" y="1816308"/>
                  </a:lnTo>
                  <a:lnTo>
                    <a:pt x="314626" y="1814182"/>
                  </a:lnTo>
                  <a:lnTo>
                    <a:pt x="321378" y="1814182"/>
                  </a:lnTo>
                  <a:lnTo>
                    <a:pt x="327270" y="1818978"/>
                  </a:lnTo>
                  <a:lnTo>
                    <a:pt x="327270" y="1833342"/>
                  </a:lnTo>
                  <a:lnTo>
                    <a:pt x="320873" y="1838234"/>
                  </a:lnTo>
                  <a:close/>
                </a:path>
                <a:path w="4122420" h="2482215">
                  <a:moveTo>
                    <a:pt x="396811" y="1838234"/>
                  </a:moveTo>
                  <a:lnTo>
                    <a:pt x="386999" y="1838234"/>
                  </a:lnTo>
                  <a:lnTo>
                    <a:pt x="383889" y="1837227"/>
                  </a:lnTo>
                  <a:lnTo>
                    <a:pt x="381259" y="1834973"/>
                  </a:lnTo>
                  <a:lnTo>
                    <a:pt x="377848" y="1828356"/>
                  </a:lnTo>
                  <a:lnTo>
                    <a:pt x="378626" y="1821583"/>
                  </a:lnTo>
                  <a:lnTo>
                    <a:pt x="383041" y="1816308"/>
                  </a:lnTo>
                  <a:lnTo>
                    <a:pt x="390540" y="1814182"/>
                  </a:lnTo>
                  <a:lnTo>
                    <a:pt x="397291" y="1814182"/>
                  </a:lnTo>
                  <a:lnTo>
                    <a:pt x="403183" y="1819794"/>
                  </a:lnTo>
                  <a:lnTo>
                    <a:pt x="403183" y="1833342"/>
                  </a:lnTo>
                  <a:lnTo>
                    <a:pt x="396811" y="1838234"/>
                  </a:lnTo>
                  <a:close/>
                </a:path>
                <a:path w="4122420" h="2482215">
                  <a:moveTo>
                    <a:pt x="471864" y="1838234"/>
                  </a:moveTo>
                  <a:lnTo>
                    <a:pt x="462078" y="1838234"/>
                  </a:lnTo>
                  <a:lnTo>
                    <a:pt x="458967" y="1837227"/>
                  </a:lnTo>
                  <a:lnTo>
                    <a:pt x="456338" y="1834973"/>
                  </a:lnTo>
                  <a:lnTo>
                    <a:pt x="453044" y="1828356"/>
                  </a:lnTo>
                  <a:lnTo>
                    <a:pt x="454018" y="1821583"/>
                  </a:lnTo>
                  <a:lnTo>
                    <a:pt x="458471" y="1816308"/>
                  </a:lnTo>
                  <a:lnTo>
                    <a:pt x="465618" y="1814182"/>
                  </a:lnTo>
                  <a:lnTo>
                    <a:pt x="472370" y="1814182"/>
                  </a:lnTo>
                  <a:lnTo>
                    <a:pt x="478262" y="1819794"/>
                  </a:lnTo>
                  <a:lnTo>
                    <a:pt x="478262" y="1833342"/>
                  </a:lnTo>
                  <a:lnTo>
                    <a:pt x="471864" y="1838234"/>
                  </a:lnTo>
                  <a:close/>
                </a:path>
                <a:path w="4122420" h="2482215">
                  <a:moveTo>
                    <a:pt x="851455" y="1838234"/>
                  </a:moveTo>
                  <a:lnTo>
                    <a:pt x="841669" y="1838234"/>
                  </a:lnTo>
                  <a:lnTo>
                    <a:pt x="838558" y="1837227"/>
                  </a:lnTo>
                  <a:lnTo>
                    <a:pt x="835928" y="1834973"/>
                  </a:lnTo>
                  <a:lnTo>
                    <a:pt x="832624" y="1828356"/>
                  </a:lnTo>
                  <a:lnTo>
                    <a:pt x="833599" y="1821583"/>
                  </a:lnTo>
                  <a:lnTo>
                    <a:pt x="838059" y="1816308"/>
                  </a:lnTo>
                  <a:lnTo>
                    <a:pt x="845209" y="1814182"/>
                  </a:lnTo>
                  <a:lnTo>
                    <a:pt x="851935" y="1814182"/>
                  </a:lnTo>
                  <a:lnTo>
                    <a:pt x="857853" y="1819794"/>
                  </a:lnTo>
                  <a:lnTo>
                    <a:pt x="857853" y="1833342"/>
                  </a:lnTo>
                  <a:lnTo>
                    <a:pt x="851455" y="1838234"/>
                  </a:lnTo>
                  <a:close/>
                </a:path>
                <a:path w="4122420" h="2482215">
                  <a:moveTo>
                    <a:pt x="1229351" y="1838234"/>
                  </a:moveTo>
                  <a:lnTo>
                    <a:pt x="1219970" y="1838234"/>
                  </a:lnTo>
                  <a:lnTo>
                    <a:pt x="1217036" y="1837227"/>
                  </a:lnTo>
                  <a:lnTo>
                    <a:pt x="1214659" y="1834973"/>
                  </a:lnTo>
                  <a:lnTo>
                    <a:pt x="1210885" y="1828356"/>
                  </a:lnTo>
                  <a:lnTo>
                    <a:pt x="1211704" y="1821583"/>
                  </a:lnTo>
                  <a:lnTo>
                    <a:pt x="1216320" y="1816308"/>
                  </a:lnTo>
                  <a:lnTo>
                    <a:pt x="1223940" y="1814182"/>
                  </a:lnTo>
                  <a:lnTo>
                    <a:pt x="1230692" y="1814182"/>
                  </a:lnTo>
                  <a:lnTo>
                    <a:pt x="1235749" y="1819794"/>
                  </a:lnTo>
                  <a:lnTo>
                    <a:pt x="1235749" y="1833342"/>
                  </a:lnTo>
                  <a:lnTo>
                    <a:pt x="1229351" y="1838234"/>
                  </a:lnTo>
                  <a:close/>
                </a:path>
                <a:path w="4122420" h="2482215">
                  <a:moveTo>
                    <a:pt x="1456256" y="1838234"/>
                  </a:moveTo>
                  <a:lnTo>
                    <a:pt x="1446874" y="1838234"/>
                  </a:lnTo>
                  <a:lnTo>
                    <a:pt x="1443941" y="1837227"/>
                  </a:lnTo>
                  <a:lnTo>
                    <a:pt x="1441564" y="1834973"/>
                  </a:lnTo>
                  <a:lnTo>
                    <a:pt x="1437788" y="1828356"/>
                  </a:lnTo>
                  <a:lnTo>
                    <a:pt x="1438514" y="1821583"/>
                  </a:lnTo>
                  <a:lnTo>
                    <a:pt x="1442876" y="1816308"/>
                  </a:lnTo>
                  <a:lnTo>
                    <a:pt x="1450010" y="1814182"/>
                  </a:lnTo>
                  <a:lnTo>
                    <a:pt x="1457596" y="1814182"/>
                  </a:lnTo>
                  <a:lnTo>
                    <a:pt x="1462654" y="1819794"/>
                  </a:lnTo>
                  <a:lnTo>
                    <a:pt x="1462654" y="1833342"/>
                  </a:lnTo>
                  <a:lnTo>
                    <a:pt x="1456256" y="1838234"/>
                  </a:lnTo>
                  <a:close/>
                </a:path>
                <a:path w="4122420" h="2482215">
                  <a:moveTo>
                    <a:pt x="1608082" y="1838234"/>
                  </a:moveTo>
                  <a:lnTo>
                    <a:pt x="1598701" y="1838234"/>
                  </a:lnTo>
                  <a:lnTo>
                    <a:pt x="1595767" y="1837227"/>
                  </a:lnTo>
                  <a:lnTo>
                    <a:pt x="1593390" y="1834973"/>
                  </a:lnTo>
                  <a:lnTo>
                    <a:pt x="1589627" y="1828356"/>
                  </a:lnTo>
                  <a:lnTo>
                    <a:pt x="1590444" y="1821583"/>
                  </a:lnTo>
                  <a:lnTo>
                    <a:pt x="1595054" y="1816308"/>
                  </a:lnTo>
                  <a:lnTo>
                    <a:pt x="1602671" y="1814182"/>
                  </a:lnTo>
                  <a:lnTo>
                    <a:pt x="1609423" y="1814182"/>
                  </a:lnTo>
                  <a:lnTo>
                    <a:pt x="1614480" y="1819794"/>
                  </a:lnTo>
                  <a:lnTo>
                    <a:pt x="1614480" y="1833342"/>
                  </a:lnTo>
                  <a:lnTo>
                    <a:pt x="1608082" y="1838234"/>
                  </a:lnTo>
                  <a:close/>
                </a:path>
                <a:path w="4122420" h="2482215">
                  <a:moveTo>
                    <a:pt x="1684450" y="1838234"/>
                  </a:moveTo>
                  <a:lnTo>
                    <a:pt x="1674715" y="1838234"/>
                  </a:lnTo>
                  <a:lnTo>
                    <a:pt x="1671680" y="1837227"/>
                  </a:lnTo>
                  <a:lnTo>
                    <a:pt x="1669328" y="1834973"/>
                  </a:lnTo>
                  <a:lnTo>
                    <a:pt x="1665551" y="1828356"/>
                  </a:lnTo>
                  <a:lnTo>
                    <a:pt x="1666360" y="1821583"/>
                  </a:lnTo>
                  <a:lnTo>
                    <a:pt x="1670968" y="1816308"/>
                  </a:lnTo>
                  <a:lnTo>
                    <a:pt x="1678584" y="1814182"/>
                  </a:lnTo>
                  <a:lnTo>
                    <a:pt x="1685335" y="1814182"/>
                  </a:lnTo>
                  <a:lnTo>
                    <a:pt x="1691253" y="1819794"/>
                  </a:lnTo>
                  <a:lnTo>
                    <a:pt x="1691253" y="1833342"/>
                  </a:lnTo>
                  <a:lnTo>
                    <a:pt x="1684450" y="1838234"/>
                  </a:lnTo>
                  <a:close/>
                </a:path>
                <a:path w="4122420" h="2482215">
                  <a:moveTo>
                    <a:pt x="1986838" y="1838234"/>
                  </a:moveTo>
                  <a:lnTo>
                    <a:pt x="1977456" y="1838234"/>
                  </a:lnTo>
                  <a:lnTo>
                    <a:pt x="1974498" y="1837227"/>
                  </a:lnTo>
                  <a:lnTo>
                    <a:pt x="1972146" y="1834973"/>
                  </a:lnTo>
                  <a:lnTo>
                    <a:pt x="1968359" y="1828356"/>
                  </a:lnTo>
                  <a:lnTo>
                    <a:pt x="1969083" y="1821583"/>
                  </a:lnTo>
                  <a:lnTo>
                    <a:pt x="1973444" y="1816308"/>
                  </a:lnTo>
                  <a:lnTo>
                    <a:pt x="1980567" y="1814182"/>
                  </a:lnTo>
                  <a:lnTo>
                    <a:pt x="1988179" y="1814182"/>
                  </a:lnTo>
                  <a:lnTo>
                    <a:pt x="1993236" y="1819794"/>
                  </a:lnTo>
                  <a:lnTo>
                    <a:pt x="1993236" y="1833342"/>
                  </a:lnTo>
                  <a:lnTo>
                    <a:pt x="1986838" y="1838234"/>
                  </a:lnTo>
                  <a:close/>
                </a:path>
                <a:path w="4122420" h="2482215">
                  <a:moveTo>
                    <a:pt x="2062751" y="1838234"/>
                  </a:moveTo>
                  <a:lnTo>
                    <a:pt x="2053370" y="1838234"/>
                  </a:lnTo>
                  <a:lnTo>
                    <a:pt x="2050411" y="1837227"/>
                  </a:lnTo>
                  <a:lnTo>
                    <a:pt x="2048059" y="1834973"/>
                  </a:lnTo>
                  <a:lnTo>
                    <a:pt x="2044272" y="1828356"/>
                  </a:lnTo>
                  <a:lnTo>
                    <a:pt x="2044996" y="1821583"/>
                  </a:lnTo>
                  <a:lnTo>
                    <a:pt x="2049357" y="1816308"/>
                  </a:lnTo>
                  <a:lnTo>
                    <a:pt x="2056480" y="1814182"/>
                  </a:lnTo>
                  <a:lnTo>
                    <a:pt x="2063232" y="1814182"/>
                  </a:lnTo>
                  <a:lnTo>
                    <a:pt x="2069149" y="1819794"/>
                  </a:lnTo>
                  <a:lnTo>
                    <a:pt x="2069149" y="1833342"/>
                  </a:lnTo>
                  <a:lnTo>
                    <a:pt x="2062751" y="1838234"/>
                  </a:lnTo>
                  <a:close/>
                </a:path>
                <a:path w="4122420" h="2482215">
                  <a:moveTo>
                    <a:pt x="2290490" y="1838234"/>
                  </a:moveTo>
                  <a:lnTo>
                    <a:pt x="2280705" y="1838234"/>
                  </a:lnTo>
                  <a:lnTo>
                    <a:pt x="2277594" y="1837227"/>
                  </a:lnTo>
                  <a:lnTo>
                    <a:pt x="2274964" y="1834973"/>
                  </a:lnTo>
                  <a:lnTo>
                    <a:pt x="2271553" y="1828356"/>
                  </a:lnTo>
                  <a:lnTo>
                    <a:pt x="2272331" y="1821583"/>
                  </a:lnTo>
                  <a:lnTo>
                    <a:pt x="2276746" y="1816308"/>
                  </a:lnTo>
                  <a:lnTo>
                    <a:pt x="2284245" y="1814182"/>
                  </a:lnTo>
                  <a:lnTo>
                    <a:pt x="2290996" y="1814182"/>
                  </a:lnTo>
                  <a:lnTo>
                    <a:pt x="2296054" y="1819794"/>
                  </a:lnTo>
                  <a:lnTo>
                    <a:pt x="2296888" y="1826196"/>
                  </a:lnTo>
                  <a:lnTo>
                    <a:pt x="2296888" y="1833342"/>
                  </a:lnTo>
                  <a:lnTo>
                    <a:pt x="2290490" y="1838234"/>
                  </a:lnTo>
                  <a:close/>
                </a:path>
                <a:path w="4122420" h="2482215">
                  <a:moveTo>
                    <a:pt x="2517395" y="1838234"/>
                  </a:moveTo>
                  <a:lnTo>
                    <a:pt x="2507609" y="1838234"/>
                  </a:lnTo>
                  <a:lnTo>
                    <a:pt x="2504499" y="1837227"/>
                  </a:lnTo>
                  <a:lnTo>
                    <a:pt x="2501869" y="1834973"/>
                  </a:lnTo>
                  <a:lnTo>
                    <a:pt x="2498575" y="1828356"/>
                  </a:lnTo>
                  <a:lnTo>
                    <a:pt x="2499549" y="1821583"/>
                  </a:lnTo>
                  <a:lnTo>
                    <a:pt x="2504003" y="1816308"/>
                  </a:lnTo>
                  <a:lnTo>
                    <a:pt x="2511149" y="1814182"/>
                  </a:lnTo>
                  <a:lnTo>
                    <a:pt x="2517901" y="1814182"/>
                  </a:lnTo>
                  <a:lnTo>
                    <a:pt x="2523793" y="1819794"/>
                  </a:lnTo>
                  <a:lnTo>
                    <a:pt x="2523793" y="1833342"/>
                  </a:lnTo>
                  <a:lnTo>
                    <a:pt x="2517395" y="1838234"/>
                  </a:lnTo>
                  <a:close/>
                </a:path>
                <a:path w="4122420" h="2482215">
                  <a:moveTo>
                    <a:pt x="2593333" y="1838234"/>
                  </a:moveTo>
                  <a:lnTo>
                    <a:pt x="2583523" y="1838234"/>
                  </a:lnTo>
                  <a:lnTo>
                    <a:pt x="2580412" y="1837227"/>
                  </a:lnTo>
                  <a:lnTo>
                    <a:pt x="2577782" y="1834973"/>
                  </a:lnTo>
                  <a:lnTo>
                    <a:pt x="2574371" y="1828356"/>
                  </a:lnTo>
                  <a:lnTo>
                    <a:pt x="2575149" y="1821583"/>
                  </a:lnTo>
                  <a:lnTo>
                    <a:pt x="2579563" y="1816308"/>
                  </a:lnTo>
                  <a:lnTo>
                    <a:pt x="2587063" y="1814182"/>
                  </a:lnTo>
                  <a:lnTo>
                    <a:pt x="2593814" y="1814182"/>
                  </a:lnTo>
                  <a:lnTo>
                    <a:pt x="2599706" y="1819794"/>
                  </a:lnTo>
                  <a:lnTo>
                    <a:pt x="2599706" y="1833342"/>
                  </a:lnTo>
                  <a:lnTo>
                    <a:pt x="2593333" y="1838234"/>
                  </a:lnTo>
                  <a:close/>
                </a:path>
                <a:path w="4122420" h="2482215">
                  <a:moveTo>
                    <a:pt x="2668842" y="1838234"/>
                  </a:moveTo>
                  <a:lnTo>
                    <a:pt x="2659081" y="1838234"/>
                  </a:lnTo>
                  <a:lnTo>
                    <a:pt x="2656072" y="1837227"/>
                  </a:lnTo>
                  <a:lnTo>
                    <a:pt x="2653695" y="1834973"/>
                  </a:lnTo>
                  <a:lnTo>
                    <a:pt x="2649932" y="1828356"/>
                  </a:lnTo>
                  <a:lnTo>
                    <a:pt x="2650749" y="1821583"/>
                  </a:lnTo>
                  <a:lnTo>
                    <a:pt x="2655359" y="1816308"/>
                  </a:lnTo>
                  <a:lnTo>
                    <a:pt x="2662976" y="1814182"/>
                  </a:lnTo>
                  <a:lnTo>
                    <a:pt x="2669727" y="1814182"/>
                  </a:lnTo>
                  <a:lnTo>
                    <a:pt x="2675644" y="1819794"/>
                  </a:lnTo>
                  <a:lnTo>
                    <a:pt x="2675644" y="1833342"/>
                  </a:lnTo>
                  <a:lnTo>
                    <a:pt x="2668842" y="1838234"/>
                  </a:lnTo>
                  <a:close/>
                </a:path>
                <a:path w="4122420" h="2482215">
                  <a:moveTo>
                    <a:pt x="165178" y="1838258"/>
                  </a:moveTo>
                  <a:lnTo>
                    <a:pt x="164672" y="1838258"/>
                  </a:lnTo>
                  <a:lnTo>
                    <a:pt x="163635" y="1838186"/>
                  </a:lnTo>
                  <a:lnTo>
                    <a:pt x="159412" y="1838186"/>
                  </a:lnTo>
                  <a:lnTo>
                    <a:pt x="155189" y="1835788"/>
                  </a:lnTo>
                  <a:lnTo>
                    <a:pt x="152660" y="1831784"/>
                  </a:lnTo>
                  <a:lnTo>
                    <a:pt x="163635" y="1814182"/>
                  </a:lnTo>
                  <a:lnTo>
                    <a:pt x="164166" y="1814134"/>
                  </a:lnTo>
                  <a:lnTo>
                    <a:pt x="165178" y="1814110"/>
                  </a:lnTo>
                  <a:lnTo>
                    <a:pt x="174452" y="1817884"/>
                  </a:lnTo>
                  <a:lnTo>
                    <a:pt x="177543" y="1826184"/>
                  </a:lnTo>
                  <a:lnTo>
                    <a:pt x="174452" y="1834485"/>
                  </a:lnTo>
                  <a:lnTo>
                    <a:pt x="165178" y="1838258"/>
                  </a:lnTo>
                  <a:close/>
                </a:path>
                <a:path w="4122420" h="2482215">
                  <a:moveTo>
                    <a:pt x="543074" y="1838258"/>
                  </a:moveTo>
                  <a:lnTo>
                    <a:pt x="542568" y="1838258"/>
                  </a:lnTo>
                  <a:lnTo>
                    <a:pt x="541531" y="1838186"/>
                  </a:lnTo>
                  <a:lnTo>
                    <a:pt x="532997" y="1833984"/>
                  </a:lnTo>
                  <a:lnTo>
                    <a:pt x="530152" y="1826184"/>
                  </a:lnTo>
                  <a:lnTo>
                    <a:pt x="532997" y="1818385"/>
                  </a:lnTo>
                  <a:lnTo>
                    <a:pt x="541531" y="1814182"/>
                  </a:lnTo>
                  <a:lnTo>
                    <a:pt x="542062" y="1814134"/>
                  </a:lnTo>
                  <a:lnTo>
                    <a:pt x="543074" y="1814110"/>
                  </a:lnTo>
                  <a:lnTo>
                    <a:pt x="552348" y="1817884"/>
                  </a:lnTo>
                  <a:lnTo>
                    <a:pt x="555439" y="1826184"/>
                  </a:lnTo>
                  <a:lnTo>
                    <a:pt x="552348" y="1834485"/>
                  </a:lnTo>
                  <a:lnTo>
                    <a:pt x="543074" y="1838258"/>
                  </a:lnTo>
                  <a:close/>
                </a:path>
                <a:path w="4122420" h="2482215">
                  <a:moveTo>
                    <a:pt x="1149493" y="1838258"/>
                  </a:moveTo>
                  <a:lnTo>
                    <a:pt x="1149013" y="1838258"/>
                  </a:lnTo>
                  <a:lnTo>
                    <a:pt x="1148027" y="1838186"/>
                  </a:lnTo>
                  <a:lnTo>
                    <a:pt x="1139009" y="1834328"/>
                  </a:lnTo>
                  <a:lnTo>
                    <a:pt x="1136003" y="1826490"/>
                  </a:lnTo>
                  <a:lnTo>
                    <a:pt x="1139009" y="1818500"/>
                  </a:lnTo>
                  <a:lnTo>
                    <a:pt x="1148027" y="1814182"/>
                  </a:lnTo>
                  <a:lnTo>
                    <a:pt x="1148532" y="1814134"/>
                  </a:lnTo>
                  <a:lnTo>
                    <a:pt x="1149493" y="1814110"/>
                  </a:lnTo>
                  <a:lnTo>
                    <a:pt x="1158355" y="1817884"/>
                  </a:lnTo>
                  <a:lnTo>
                    <a:pt x="1161309" y="1826184"/>
                  </a:lnTo>
                  <a:lnTo>
                    <a:pt x="1158355" y="1834485"/>
                  </a:lnTo>
                  <a:lnTo>
                    <a:pt x="1149493" y="1838258"/>
                  </a:lnTo>
                  <a:close/>
                </a:path>
                <a:path w="4122420" h="2482215">
                  <a:moveTo>
                    <a:pt x="1528249" y="1838258"/>
                  </a:moveTo>
                  <a:lnTo>
                    <a:pt x="1527769" y="1838258"/>
                  </a:lnTo>
                  <a:lnTo>
                    <a:pt x="1526758" y="1838186"/>
                  </a:lnTo>
                  <a:lnTo>
                    <a:pt x="1517739" y="1833984"/>
                  </a:lnTo>
                  <a:lnTo>
                    <a:pt x="1514733" y="1826184"/>
                  </a:lnTo>
                  <a:lnTo>
                    <a:pt x="1517739" y="1818385"/>
                  </a:lnTo>
                  <a:lnTo>
                    <a:pt x="1526758" y="1814182"/>
                  </a:lnTo>
                  <a:lnTo>
                    <a:pt x="1527263" y="1814134"/>
                  </a:lnTo>
                  <a:lnTo>
                    <a:pt x="1528249" y="1814110"/>
                  </a:lnTo>
                  <a:lnTo>
                    <a:pt x="1537097" y="1817884"/>
                  </a:lnTo>
                  <a:lnTo>
                    <a:pt x="1540046" y="1826184"/>
                  </a:lnTo>
                  <a:lnTo>
                    <a:pt x="1537097" y="1834485"/>
                  </a:lnTo>
                  <a:lnTo>
                    <a:pt x="1528249" y="1838258"/>
                  </a:lnTo>
                  <a:close/>
                </a:path>
                <a:path w="4122420" h="2482215">
                  <a:moveTo>
                    <a:pt x="2360866" y="1838258"/>
                  </a:moveTo>
                  <a:lnTo>
                    <a:pt x="2360360" y="1838258"/>
                  </a:lnTo>
                  <a:lnTo>
                    <a:pt x="2359323" y="1838186"/>
                  </a:lnTo>
                  <a:lnTo>
                    <a:pt x="2350774" y="1833984"/>
                  </a:lnTo>
                  <a:lnTo>
                    <a:pt x="2347925" y="1826184"/>
                  </a:lnTo>
                  <a:lnTo>
                    <a:pt x="2350774" y="1818385"/>
                  </a:lnTo>
                  <a:lnTo>
                    <a:pt x="2359323" y="1814182"/>
                  </a:lnTo>
                  <a:lnTo>
                    <a:pt x="2359854" y="1814134"/>
                  </a:lnTo>
                  <a:lnTo>
                    <a:pt x="2360866" y="1814110"/>
                  </a:lnTo>
                  <a:lnTo>
                    <a:pt x="2370140" y="1817884"/>
                  </a:lnTo>
                  <a:lnTo>
                    <a:pt x="2373232" y="1826184"/>
                  </a:lnTo>
                  <a:lnTo>
                    <a:pt x="2370140" y="1834485"/>
                  </a:lnTo>
                  <a:lnTo>
                    <a:pt x="2360866" y="1838258"/>
                  </a:lnTo>
                  <a:close/>
                </a:path>
                <a:path w="4122420" h="2482215">
                  <a:moveTo>
                    <a:pt x="623943" y="1838402"/>
                  </a:moveTo>
                  <a:lnTo>
                    <a:pt x="614182" y="1838402"/>
                  </a:lnTo>
                  <a:lnTo>
                    <a:pt x="610920" y="1837323"/>
                  </a:lnTo>
                  <a:lnTo>
                    <a:pt x="608164" y="1834973"/>
                  </a:lnTo>
                  <a:lnTo>
                    <a:pt x="604874" y="1828356"/>
                  </a:lnTo>
                  <a:lnTo>
                    <a:pt x="605853" y="1821583"/>
                  </a:lnTo>
                  <a:lnTo>
                    <a:pt x="610308" y="1816308"/>
                  </a:lnTo>
                  <a:lnTo>
                    <a:pt x="617444" y="1814182"/>
                  </a:lnTo>
                  <a:lnTo>
                    <a:pt x="624196" y="1814182"/>
                  </a:lnTo>
                  <a:lnTo>
                    <a:pt x="630113" y="1819794"/>
                  </a:lnTo>
                  <a:lnTo>
                    <a:pt x="630113" y="1833750"/>
                  </a:lnTo>
                  <a:lnTo>
                    <a:pt x="623943" y="1838402"/>
                  </a:lnTo>
                  <a:close/>
                </a:path>
                <a:path w="4122420" h="2482215">
                  <a:moveTo>
                    <a:pt x="699856" y="1838402"/>
                  </a:moveTo>
                  <a:lnTo>
                    <a:pt x="690095" y="1838402"/>
                  </a:lnTo>
                  <a:lnTo>
                    <a:pt x="686833" y="1837323"/>
                  </a:lnTo>
                  <a:lnTo>
                    <a:pt x="684077" y="1834973"/>
                  </a:lnTo>
                  <a:lnTo>
                    <a:pt x="680666" y="1828690"/>
                  </a:lnTo>
                  <a:lnTo>
                    <a:pt x="681444" y="1821880"/>
                  </a:lnTo>
                  <a:lnTo>
                    <a:pt x="685858" y="1816419"/>
                  </a:lnTo>
                  <a:lnTo>
                    <a:pt x="693357" y="1814182"/>
                  </a:lnTo>
                  <a:lnTo>
                    <a:pt x="700109" y="1814182"/>
                  </a:lnTo>
                  <a:lnTo>
                    <a:pt x="706026" y="1819794"/>
                  </a:lnTo>
                  <a:lnTo>
                    <a:pt x="706026" y="1833750"/>
                  </a:lnTo>
                  <a:lnTo>
                    <a:pt x="699856" y="1838402"/>
                  </a:lnTo>
                  <a:close/>
                </a:path>
                <a:path w="4122420" h="2482215">
                  <a:moveTo>
                    <a:pt x="2441735" y="1838402"/>
                  </a:moveTo>
                  <a:lnTo>
                    <a:pt x="2432353" y="1838402"/>
                  </a:lnTo>
                  <a:lnTo>
                    <a:pt x="2429269" y="1837323"/>
                  </a:lnTo>
                  <a:lnTo>
                    <a:pt x="2426790" y="1834973"/>
                  </a:lnTo>
                  <a:lnTo>
                    <a:pt x="2423014" y="1828356"/>
                  </a:lnTo>
                  <a:lnTo>
                    <a:pt x="2423740" y="1821583"/>
                  </a:lnTo>
                  <a:lnTo>
                    <a:pt x="2428103" y="1816308"/>
                  </a:lnTo>
                  <a:lnTo>
                    <a:pt x="2435236" y="1814182"/>
                  </a:lnTo>
                  <a:lnTo>
                    <a:pt x="2442823" y="1814182"/>
                  </a:lnTo>
                  <a:lnTo>
                    <a:pt x="2447880" y="1819794"/>
                  </a:lnTo>
                  <a:lnTo>
                    <a:pt x="2447880" y="1833750"/>
                  </a:lnTo>
                  <a:lnTo>
                    <a:pt x="2441735" y="1838402"/>
                  </a:lnTo>
                  <a:close/>
                </a:path>
                <a:path w="4122420" h="2482215">
                  <a:moveTo>
                    <a:pt x="1912013" y="1838738"/>
                  </a:moveTo>
                  <a:lnTo>
                    <a:pt x="1902252" y="1838738"/>
                  </a:lnTo>
                  <a:lnTo>
                    <a:pt x="1898964" y="1837587"/>
                  </a:lnTo>
                  <a:lnTo>
                    <a:pt x="1896233" y="1834973"/>
                  </a:lnTo>
                  <a:lnTo>
                    <a:pt x="1892812" y="1828817"/>
                  </a:lnTo>
                  <a:lnTo>
                    <a:pt x="1893591" y="1822288"/>
                  </a:lnTo>
                  <a:lnTo>
                    <a:pt x="1898011" y="1817107"/>
                  </a:lnTo>
                  <a:lnTo>
                    <a:pt x="1905514" y="1814998"/>
                  </a:lnTo>
                  <a:lnTo>
                    <a:pt x="1905514" y="1814182"/>
                  </a:lnTo>
                  <a:lnTo>
                    <a:pt x="1912240" y="1814182"/>
                  </a:lnTo>
                  <a:lnTo>
                    <a:pt x="1918158" y="1819794"/>
                  </a:lnTo>
                  <a:lnTo>
                    <a:pt x="1918158" y="1833750"/>
                  </a:lnTo>
                  <a:lnTo>
                    <a:pt x="1912013" y="1838738"/>
                  </a:lnTo>
                  <a:close/>
                </a:path>
                <a:path w="4122420" h="2482215">
                  <a:moveTo>
                    <a:pt x="207787" y="1873964"/>
                  </a:moveTo>
                  <a:lnTo>
                    <a:pt x="198051" y="1873964"/>
                  </a:lnTo>
                  <a:lnTo>
                    <a:pt x="194814" y="1872813"/>
                  </a:lnTo>
                  <a:lnTo>
                    <a:pt x="192311" y="1870176"/>
                  </a:lnTo>
                  <a:lnTo>
                    <a:pt x="188908" y="1864090"/>
                  </a:lnTo>
                  <a:lnTo>
                    <a:pt x="189608" y="1857622"/>
                  </a:lnTo>
                  <a:lnTo>
                    <a:pt x="193879" y="1852431"/>
                  </a:lnTo>
                  <a:lnTo>
                    <a:pt x="201187" y="1850176"/>
                  </a:lnTo>
                  <a:lnTo>
                    <a:pt x="208546" y="1850368"/>
                  </a:lnTo>
                  <a:lnTo>
                    <a:pt x="213426" y="1855116"/>
                  </a:lnTo>
                  <a:lnTo>
                    <a:pt x="214235" y="1862190"/>
                  </a:lnTo>
                  <a:lnTo>
                    <a:pt x="214235" y="1869145"/>
                  </a:lnTo>
                  <a:lnTo>
                    <a:pt x="207787" y="1873964"/>
                  </a:lnTo>
                  <a:close/>
                </a:path>
                <a:path w="4122420" h="2482215">
                  <a:moveTo>
                    <a:pt x="283700" y="1873964"/>
                  </a:moveTo>
                  <a:lnTo>
                    <a:pt x="273964" y="1873964"/>
                  </a:lnTo>
                  <a:lnTo>
                    <a:pt x="270728" y="1872813"/>
                  </a:lnTo>
                  <a:lnTo>
                    <a:pt x="268224" y="1870176"/>
                  </a:lnTo>
                  <a:lnTo>
                    <a:pt x="264479" y="1864100"/>
                  </a:lnTo>
                  <a:lnTo>
                    <a:pt x="265215" y="1857631"/>
                  </a:lnTo>
                  <a:lnTo>
                    <a:pt x="269668" y="1852435"/>
                  </a:lnTo>
                  <a:lnTo>
                    <a:pt x="277074" y="1850176"/>
                  </a:lnTo>
                  <a:lnTo>
                    <a:pt x="283649" y="1850368"/>
                  </a:lnTo>
                  <a:lnTo>
                    <a:pt x="289339" y="1855116"/>
                  </a:lnTo>
                  <a:lnTo>
                    <a:pt x="290174" y="1862190"/>
                  </a:lnTo>
                  <a:lnTo>
                    <a:pt x="290174" y="1869145"/>
                  </a:lnTo>
                  <a:lnTo>
                    <a:pt x="283700" y="1873964"/>
                  </a:lnTo>
                  <a:close/>
                </a:path>
                <a:path w="4122420" h="2482215">
                  <a:moveTo>
                    <a:pt x="129042" y="1873389"/>
                  </a:moveTo>
                  <a:lnTo>
                    <a:pt x="135793" y="1862190"/>
                  </a:lnTo>
                  <a:lnTo>
                    <a:pt x="137488" y="1858977"/>
                  </a:lnTo>
                  <a:lnTo>
                    <a:pt x="137488" y="1859792"/>
                  </a:lnTo>
                  <a:lnTo>
                    <a:pt x="138322" y="1860584"/>
                  </a:lnTo>
                  <a:lnTo>
                    <a:pt x="138322" y="1866986"/>
                  </a:lnTo>
                  <a:lnTo>
                    <a:pt x="134124" y="1871782"/>
                  </a:lnTo>
                  <a:lnTo>
                    <a:pt x="129042" y="1873389"/>
                  </a:lnTo>
                  <a:close/>
                </a:path>
                <a:path w="4122420" h="2482215">
                  <a:moveTo>
                    <a:pt x="736726" y="1873413"/>
                  </a:moveTo>
                  <a:lnTo>
                    <a:pt x="726939" y="1873413"/>
                  </a:lnTo>
                  <a:lnTo>
                    <a:pt x="723829" y="1872430"/>
                  </a:lnTo>
                  <a:lnTo>
                    <a:pt x="721199" y="1870176"/>
                  </a:lnTo>
                  <a:lnTo>
                    <a:pt x="717788" y="1863558"/>
                  </a:lnTo>
                  <a:lnTo>
                    <a:pt x="718566" y="1856786"/>
                  </a:lnTo>
                  <a:lnTo>
                    <a:pt x="722981" y="1851511"/>
                  </a:lnTo>
                  <a:lnTo>
                    <a:pt x="730480" y="1849385"/>
                  </a:lnTo>
                  <a:lnTo>
                    <a:pt x="731314" y="1850176"/>
                  </a:lnTo>
                  <a:lnTo>
                    <a:pt x="737231" y="1850176"/>
                  </a:lnTo>
                  <a:lnTo>
                    <a:pt x="742289" y="1855788"/>
                  </a:lnTo>
                  <a:lnTo>
                    <a:pt x="743123" y="1861375"/>
                  </a:lnTo>
                  <a:lnTo>
                    <a:pt x="743123" y="1868545"/>
                  </a:lnTo>
                  <a:lnTo>
                    <a:pt x="736726" y="1873413"/>
                  </a:lnTo>
                  <a:close/>
                </a:path>
                <a:path w="4122420" h="2482215">
                  <a:moveTo>
                    <a:pt x="1259519" y="1873437"/>
                  </a:moveTo>
                  <a:lnTo>
                    <a:pt x="1250231" y="1869668"/>
                  </a:lnTo>
                  <a:lnTo>
                    <a:pt x="1247135" y="1861375"/>
                  </a:lnTo>
                  <a:lnTo>
                    <a:pt x="1250231" y="1853083"/>
                  </a:lnTo>
                  <a:lnTo>
                    <a:pt x="1259519" y="1849313"/>
                  </a:lnTo>
                  <a:lnTo>
                    <a:pt x="1260000" y="1849313"/>
                  </a:lnTo>
                  <a:lnTo>
                    <a:pt x="1261062" y="1849385"/>
                  </a:lnTo>
                  <a:lnTo>
                    <a:pt x="1269596" y="1853588"/>
                  </a:lnTo>
                  <a:lnTo>
                    <a:pt x="1272441" y="1861387"/>
                  </a:lnTo>
                  <a:lnTo>
                    <a:pt x="1269596" y="1869186"/>
                  </a:lnTo>
                  <a:lnTo>
                    <a:pt x="1261062" y="1873389"/>
                  </a:lnTo>
                  <a:lnTo>
                    <a:pt x="1259519" y="1873437"/>
                  </a:lnTo>
                  <a:close/>
                </a:path>
                <a:path w="4122420" h="2482215">
                  <a:moveTo>
                    <a:pt x="2244746" y="1873437"/>
                  </a:moveTo>
                  <a:lnTo>
                    <a:pt x="2235457" y="1869668"/>
                  </a:lnTo>
                  <a:lnTo>
                    <a:pt x="2232361" y="1861375"/>
                  </a:lnTo>
                  <a:lnTo>
                    <a:pt x="2235457" y="1853083"/>
                  </a:lnTo>
                  <a:lnTo>
                    <a:pt x="2244746" y="1849313"/>
                  </a:lnTo>
                  <a:lnTo>
                    <a:pt x="2245226" y="1849313"/>
                  </a:lnTo>
                  <a:lnTo>
                    <a:pt x="2246288" y="1849385"/>
                  </a:lnTo>
                  <a:lnTo>
                    <a:pt x="2254823" y="1853588"/>
                  </a:lnTo>
                  <a:lnTo>
                    <a:pt x="2257667" y="1861387"/>
                  </a:lnTo>
                  <a:lnTo>
                    <a:pt x="2254823" y="1869186"/>
                  </a:lnTo>
                  <a:lnTo>
                    <a:pt x="2246288" y="1873389"/>
                  </a:lnTo>
                  <a:lnTo>
                    <a:pt x="2244746" y="1873437"/>
                  </a:lnTo>
                  <a:close/>
                </a:path>
                <a:path w="4122420" h="2482215">
                  <a:moveTo>
                    <a:pt x="1033601" y="1873437"/>
                  </a:moveTo>
                  <a:lnTo>
                    <a:pt x="1032564" y="1873437"/>
                  </a:lnTo>
                  <a:lnTo>
                    <a:pt x="1023318" y="1869791"/>
                  </a:lnTo>
                  <a:lnTo>
                    <a:pt x="1020236" y="1861771"/>
                  </a:lnTo>
                  <a:lnTo>
                    <a:pt x="1023318" y="1853750"/>
                  </a:lnTo>
                  <a:lnTo>
                    <a:pt x="1032564" y="1850104"/>
                  </a:lnTo>
                  <a:lnTo>
                    <a:pt x="1033070" y="1850104"/>
                  </a:lnTo>
                  <a:lnTo>
                    <a:pt x="1034157" y="1850176"/>
                  </a:lnTo>
                  <a:lnTo>
                    <a:pt x="1042692" y="1854033"/>
                  </a:lnTo>
                  <a:lnTo>
                    <a:pt x="1045537" y="1861783"/>
                  </a:lnTo>
                  <a:lnTo>
                    <a:pt x="1042692" y="1869533"/>
                  </a:lnTo>
                  <a:lnTo>
                    <a:pt x="1034157" y="1873389"/>
                  </a:lnTo>
                  <a:lnTo>
                    <a:pt x="1033601" y="1873437"/>
                  </a:lnTo>
                  <a:close/>
                </a:path>
                <a:path w="4122420" h="2482215">
                  <a:moveTo>
                    <a:pt x="812133" y="1873581"/>
                  </a:moveTo>
                  <a:lnTo>
                    <a:pt x="802675" y="1873581"/>
                  </a:lnTo>
                  <a:lnTo>
                    <a:pt x="799590" y="1872526"/>
                  </a:lnTo>
                  <a:lnTo>
                    <a:pt x="797112" y="1870176"/>
                  </a:lnTo>
                  <a:lnTo>
                    <a:pt x="793349" y="1863558"/>
                  </a:lnTo>
                  <a:lnTo>
                    <a:pt x="794166" y="1856786"/>
                  </a:lnTo>
                  <a:lnTo>
                    <a:pt x="798776" y="1851511"/>
                  </a:lnTo>
                  <a:lnTo>
                    <a:pt x="806392" y="1849385"/>
                  </a:lnTo>
                  <a:lnTo>
                    <a:pt x="807252" y="1850176"/>
                  </a:lnTo>
                  <a:lnTo>
                    <a:pt x="813144" y="1850992"/>
                  </a:lnTo>
                  <a:lnTo>
                    <a:pt x="818202" y="1855788"/>
                  </a:lnTo>
                  <a:lnTo>
                    <a:pt x="819062" y="1861375"/>
                  </a:lnTo>
                  <a:lnTo>
                    <a:pt x="818480" y="1868953"/>
                  </a:lnTo>
                  <a:lnTo>
                    <a:pt x="812133" y="1873581"/>
                  </a:lnTo>
                  <a:close/>
                </a:path>
                <a:path w="4122420" h="2482215">
                  <a:moveTo>
                    <a:pt x="888830" y="1873940"/>
                  </a:moveTo>
                  <a:lnTo>
                    <a:pt x="879069" y="1873940"/>
                  </a:lnTo>
                  <a:lnTo>
                    <a:pt x="875781" y="1872789"/>
                  </a:lnTo>
                  <a:lnTo>
                    <a:pt x="873025" y="1870176"/>
                  </a:lnTo>
                  <a:lnTo>
                    <a:pt x="869735" y="1863892"/>
                  </a:lnTo>
                  <a:lnTo>
                    <a:pt x="870715" y="1857083"/>
                  </a:lnTo>
                  <a:lnTo>
                    <a:pt x="875170" y="1851622"/>
                  </a:lnTo>
                  <a:lnTo>
                    <a:pt x="882306" y="1849385"/>
                  </a:lnTo>
                  <a:lnTo>
                    <a:pt x="882306" y="1850176"/>
                  </a:lnTo>
                  <a:lnTo>
                    <a:pt x="889057" y="1850176"/>
                  </a:lnTo>
                  <a:lnTo>
                    <a:pt x="894975" y="1855788"/>
                  </a:lnTo>
                  <a:lnTo>
                    <a:pt x="894975" y="1868929"/>
                  </a:lnTo>
                  <a:lnTo>
                    <a:pt x="888830" y="1873940"/>
                  </a:lnTo>
                  <a:close/>
                </a:path>
                <a:path w="4122420" h="2482215">
                  <a:moveTo>
                    <a:pt x="964743" y="1873940"/>
                  </a:moveTo>
                  <a:lnTo>
                    <a:pt x="955361" y="1873940"/>
                  </a:lnTo>
                  <a:lnTo>
                    <a:pt x="952276" y="1872789"/>
                  </a:lnTo>
                  <a:lnTo>
                    <a:pt x="949798" y="1870176"/>
                  </a:lnTo>
                  <a:lnTo>
                    <a:pt x="946011" y="1864016"/>
                  </a:lnTo>
                  <a:lnTo>
                    <a:pt x="946735" y="1857478"/>
                  </a:lnTo>
                  <a:lnTo>
                    <a:pt x="951096" y="1852290"/>
                  </a:lnTo>
                  <a:lnTo>
                    <a:pt x="958219" y="1850176"/>
                  </a:lnTo>
                  <a:lnTo>
                    <a:pt x="964971" y="1850176"/>
                  </a:lnTo>
                  <a:lnTo>
                    <a:pt x="970888" y="1854972"/>
                  </a:lnTo>
                  <a:lnTo>
                    <a:pt x="970888" y="1868929"/>
                  </a:lnTo>
                  <a:lnTo>
                    <a:pt x="964743" y="1873940"/>
                  </a:lnTo>
                  <a:close/>
                </a:path>
                <a:path w="4122420" h="2482215">
                  <a:moveTo>
                    <a:pt x="1343474" y="1873940"/>
                  </a:moveTo>
                  <a:lnTo>
                    <a:pt x="1334092" y="1873940"/>
                  </a:lnTo>
                  <a:lnTo>
                    <a:pt x="1331007" y="1872789"/>
                  </a:lnTo>
                  <a:lnTo>
                    <a:pt x="1328529" y="1870176"/>
                  </a:lnTo>
                  <a:lnTo>
                    <a:pt x="1324753" y="1864016"/>
                  </a:lnTo>
                  <a:lnTo>
                    <a:pt x="1325479" y="1857478"/>
                  </a:lnTo>
                  <a:lnTo>
                    <a:pt x="1329841" y="1852290"/>
                  </a:lnTo>
                  <a:lnTo>
                    <a:pt x="1336975" y="1850176"/>
                  </a:lnTo>
                  <a:lnTo>
                    <a:pt x="1343727" y="1850176"/>
                  </a:lnTo>
                  <a:lnTo>
                    <a:pt x="1349619" y="1854972"/>
                  </a:lnTo>
                  <a:lnTo>
                    <a:pt x="1349619" y="1868929"/>
                  </a:lnTo>
                  <a:lnTo>
                    <a:pt x="1343474" y="1873940"/>
                  </a:lnTo>
                  <a:close/>
                </a:path>
                <a:path w="4122420" h="2482215">
                  <a:moveTo>
                    <a:pt x="1722230" y="1873940"/>
                  </a:moveTo>
                  <a:lnTo>
                    <a:pt x="1712848" y="1873940"/>
                  </a:lnTo>
                  <a:lnTo>
                    <a:pt x="1709738" y="1872789"/>
                  </a:lnTo>
                  <a:lnTo>
                    <a:pt x="1707285" y="1870176"/>
                  </a:lnTo>
                  <a:lnTo>
                    <a:pt x="1703498" y="1864016"/>
                  </a:lnTo>
                  <a:lnTo>
                    <a:pt x="1704222" y="1857478"/>
                  </a:lnTo>
                  <a:lnTo>
                    <a:pt x="1708583" y="1852290"/>
                  </a:lnTo>
                  <a:lnTo>
                    <a:pt x="1715706" y="1850176"/>
                  </a:lnTo>
                  <a:lnTo>
                    <a:pt x="1722458" y="1850176"/>
                  </a:lnTo>
                  <a:lnTo>
                    <a:pt x="1728375" y="1854972"/>
                  </a:lnTo>
                  <a:lnTo>
                    <a:pt x="1728375" y="1868929"/>
                  </a:lnTo>
                  <a:lnTo>
                    <a:pt x="1722230" y="1873940"/>
                  </a:lnTo>
                  <a:close/>
                </a:path>
                <a:path w="4122420" h="2482215">
                  <a:moveTo>
                    <a:pt x="1798143" y="1873940"/>
                  </a:moveTo>
                  <a:lnTo>
                    <a:pt x="1788382" y="1873940"/>
                  </a:lnTo>
                  <a:lnTo>
                    <a:pt x="1785095" y="1872789"/>
                  </a:lnTo>
                  <a:lnTo>
                    <a:pt x="1782338" y="1870176"/>
                  </a:lnTo>
                  <a:lnTo>
                    <a:pt x="1779048" y="1863892"/>
                  </a:lnTo>
                  <a:lnTo>
                    <a:pt x="1780028" y="1857083"/>
                  </a:lnTo>
                  <a:lnTo>
                    <a:pt x="1784483" y="1851622"/>
                  </a:lnTo>
                  <a:lnTo>
                    <a:pt x="1791619" y="1849385"/>
                  </a:lnTo>
                  <a:lnTo>
                    <a:pt x="1791619" y="1850176"/>
                  </a:lnTo>
                  <a:lnTo>
                    <a:pt x="1798371" y="1850176"/>
                  </a:lnTo>
                  <a:lnTo>
                    <a:pt x="1804288" y="1854972"/>
                  </a:lnTo>
                  <a:lnTo>
                    <a:pt x="1804288" y="1868929"/>
                  </a:lnTo>
                  <a:lnTo>
                    <a:pt x="1798143" y="1873940"/>
                  </a:lnTo>
                  <a:close/>
                </a:path>
                <a:path w="4122420" h="2482215">
                  <a:moveTo>
                    <a:pt x="2176874" y="1873940"/>
                  </a:moveTo>
                  <a:lnTo>
                    <a:pt x="2167113" y="1873940"/>
                  </a:lnTo>
                  <a:lnTo>
                    <a:pt x="2163826" y="1872789"/>
                  </a:lnTo>
                  <a:lnTo>
                    <a:pt x="2161094" y="1870176"/>
                  </a:lnTo>
                  <a:lnTo>
                    <a:pt x="2157801" y="1864016"/>
                  </a:lnTo>
                  <a:lnTo>
                    <a:pt x="2158774" y="1857478"/>
                  </a:lnTo>
                  <a:lnTo>
                    <a:pt x="2163228" y="1852290"/>
                  </a:lnTo>
                  <a:lnTo>
                    <a:pt x="2170375" y="1850176"/>
                  </a:lnTo>
                  <a:lnTo>
                    <a:pt x="2177127" y="1850176"/>
                  </a:lnTo>
                  <a:lnTo>
                    <a:pt x="2183019" y="1854972"/>
                  </a:lnTo>
                  <a:lnTo>
                    <a:pt x="2183019" y="1868929"/>
                  </a:lnTo>
                  <a:lnTo>
                    <a:pt x="2176874" y="1873940"/>
                  </a:lnTo>
                  <a:close/>
                </a:path>
                <a:path w="4122420" h="2482215">
                  <a:moveTo>
                    <a:pt x="1494996" y="1873964"/>
                  </a:moveTo>
                  <a:lnTo>
                    <a:pt x="1485261" y="1873964"/>
                  </a:lnTo>
                  <a:lnTo>
                    <a:pt x="1482024" y="1872813"/>
                  </a:lnTo>
                  <a:lnTo>
                    <a:pt x="1479521" y="1870176"/>
                  </a:lnTo>
                  <a:lnTo>
                    <a:pt x="1475758" y="1864016"/>
                  </a:lnTo>
                  <a:lnTo>
                    <a:pt x="1476575" y="1857478"/>
                  </a:lnTo>
                  <a:lnTo>
                    <a:pt x="1481185" y="1852290"/>
                  </a:lnTo>
                  <a:lnTo>
                    <a:pt x="1488801" y="1850176"/>
                  </a:lnTo>
                  <a:lnTo>
                    <a:pt x="1495553" y="1850176"/>
                  </a:lnTo>
                  <a:lnTo>
                    <a:pt x="1500610" y="1855788"/>
                  </a:lnTo>
                  <a:lnTo>
                    <a:pt x="1501445" y="1862190"/>
                  </a:lnTo>
                  <a:lnTo>
                    <a:pt x="1501445" y="1869145"/>
                  </a:lnTo>
                  <a:lnTo>
                    <a:pt x="1494996" y="1873964"/>
                  </a:lnTo>
                  <a:close/>
                </a:path>
                <a:path w="4122420" h="2482215">
                  <a:moveTo>
                    <a:pt x="1570910" y="1873964"/>
                  </a:moveTo>
                  <a:lnTo>
                    <a:pt x="1561174" y="1873964"/>
                  </a:lnTo>
                  <a:lnTo>
                    <a:pt x="1557937" y="1872813"/>
                  </a:lnTo>
                  <a:lnTo>
                    <a:pt x="1555433" y="1870176"/>
                  </a:lnTo>
                  <a:lnTo>
                    <a:pt x="1551670" y="1864016"/>
                  </a:lnTo>
                  <a:lnTo>
                    <a:pt x="1552488" y="1857478"/>
                  </a:lnTo>
                  <a:lnTo>
                    <a:pt x="1557098" y="1852290"/>
                  </a:lnTo>
                  <a:lnTo>
                    <a:pt x="1564714" y="1850176"/>
                  </a:lnTo>
                  <a:lnTo>
                    <a:pt x="1571466" y="1850176"/>
                  </a:lnTo>
                  <a:lnTo>
                    <a:pt x="1576523" y="1855788"/>
                  </a:lnTo>
                  <a:lnTo>
                    <a:pt x="1577383" y="1862190"/>
                  </a:lnTo>
                  <a:lnTo>
                    <a:pt x="1577383" y="1869145"/>
                  </a:lnTo>
                  <a:lnTo>
                    <a:pt x="1570910" y="1873964"/>
                  </a:lnTo>
                  <a:close/>
                </a:path>
                <a:path w="4122420" h="2482215">
                  <a:moveTo>
                    <a:pt x="1874132" y="1873964"/>
                  </a:moveTo>
                  <a:lnTo>
                    <a:pt x="1864371" y="1873964"/>
                  </a:lnTo>
                  <a:lnTo>
                    <a:pt x="1861033" y="1872813"/>
                  </a:lnTo>
                  <a:lnTo>
                    <a:pt x="1858277" y="1870176"/>
                  </a:lnTo>
                  <a:lnTo>
                    <a:pt x="1854851" y="1864016"/>
                  </a:lnTo>
                  <a:lnTo>
                    <a:pt x="1855622" y="1857478"/>
                  </a:lnTo>
                  <a:lnTo>
                    <a:pt x="1860033" y="1852290"/>
                  </a:lnTo>
                  <a:lnTo>
                    <a:pt x="1867532" y="1850176"/>
                  </a:lnTo>
                  <a:lnTo>
                    <a:pt x="1874284" y="1850176"/>
                  </a:lnTo>
                  <a:lnTo>
                    <a:pt x="1880201" y="1855788"/>
                  </a:lnTo>
                  <a:lnTo>
                    <a:pt x="1880201" y="1869145"/>
                  </a:lnTo>
                  <a:lnTo>
                    <a:pt x="1874132" y="1873964"/>
                  </a:lnTo>
                  <a:close/>
                </a:path>
                <a:path w="4122420" h="2482215">
                  <a:moveTo>
                    <a:pt x="358829" y="1874228"/>
                  </a:moveTo>
                  <a:lnTo>
                    <a:pt x="349043" y="1874228"/>
                  </a:lnTo>
                  <a:lnTo>
                    <a:pt x="345932" y="1873221"/>
                  </a:lnTo>
                  <a:lnTo>
                    <a:pt x="343303" y="1870991"/>
                  </a:lnTo>
                  <a:lnTo>
                    <a:pt x="339892" y="1864360"/>
                  </a:lnTo>
                  <a:lnTo>
                    <a:pt x="340669" y="1857580"/>
                  </a:lnTo>
                  <a:lnTo>
                    <a:pt x="345084" y="1852302"/>
                  </a:lnTo>
                  <a:lnTo>
                    <a:pt x="352583" y="1850176"/>
                  </a:lnTo>
                  <a:lnTo>
                    <a:pt x="359335" y="1850176"/>
                  </a:lnTo>
                  <a:lnTo>
                    <a:pt x="365227" y="1855788"/>
                  </a:lnTo>
                  <a:lnTo>
                    <a:pt x="365227" y="1869336"/>
                  </a:lnTo>
                  <a:lnTo>
                    <a:pt x="358829" y="1874228"/>
                  </a:lnTo>
                  <a:close/>
                </a:path>
                <a:path w="4122420" h="2482215">
                  <a:moveTo>
                    <a:pt x="585759" y="1874228"/>
                  </a:moveTo>
                  <a:lnTo>
                    <a:pt x="576352" y="1874228"/>
                  </a:lnTo>
                  <a:lnTo>
                    <a:pt x="573419" y="1873221"/>
                  </a:lnTo>
                  <a:lnTo>
                    <a:pt x="571067" y="1870991"/>
                  </a:lnTo>
                  <a:lnTo>
                    <a:pt x="567276" y="1864360"/>
                  </a:lnTo>
                  <a:lnTo>
                    <a:pt x="567995" y="1857580"/>
                  </a:lnTo>
                  <a:lnTo>
                    <a:pt x="572354" y="1852302"/>
                  </a:lnTo>
                  <a:lnTo>
                    <a:pt x="579488" y="1850176"/>
                  </a:lnTo>
                  <a:lnTo>
                    <a:pt x="586240" y="1850176"/>
                  </a:lnTo>
                  <a:lnTo>
                    <a:pt x="592131" y="1855788"/>
                  </a:lnTo>
                  <a:lnTo>
                    <a:pt x="592131" y="1869336"/>
                  </a:lnTo>
                  <a:lnTo>
                    <a:pt x="585759" y="1874228"/>
                  </a:lnTo>
                  <a:close/>
                </a:path>
                <a:path w="4122420" h="2482215">
                  <a:moveTo>
                    <a:pt x="1116316" y="1874228"/>
                  </a:moveTo>
                  <a:lnTo>
                    <a:pt x="1106530" y="1874228"/>
                  </a:lnTo>
                  <a:lnTo>
                    <a:pt x="1103419" y="1873221"/>
                  </a:lnTo>
                  <a:lnTo>
                    <a:pt x="1100790" y="1870991"/>
                  </a:lnTo>
                  <a:lnTo>
                    <a:pt x="1097379" y="1864360"/>
                  </a:lnTo>
                  <a:lnTo>
                    <a:pt x="1098157" y="1857580"/>
                  </a:lnTo>
                  <a:lnTo>
                    <a:pt x="1102571" y="1852302"/>
                  </a:lnTo>
                  <a:lnTo>
                    <a:pt x="1110070" y="1850176"/>
                  </a:lnTo>
                  <a:lnTo>
                    <a:pt x="1116822" y="1850176"/>
                  </a:lnTo>
                  <a:lnTo>
                    <a:pt x="1122714" y="1855788"/>
                  </a:lnTo>
                  <a:lnTo>
                    <a:pt x="1122714" y="1869336"/>
                  </a:lnTo>
                  <a:lnTo>
                    <a:pt x="1116316" y="1874228"/>
                  </a:lnTo>
                  <a:close/>
                </a:path>
                <a:path w="4122420" h="2482215">
                  <a:moveTo>
                    <a:pt x="2100708" y="1874228"/>
                  </a:moveTo>
                  <a:lnTo>
                    <a:pt x="2091326" y="1874228"/>
                  </a:lnTo>
                  <a:lnTo>
                    <a:pt x="2088393" y="1873221"/>
                  </a:lnTo>
                  <a:lnTo>
                    <a:pt x="2086016" y="1870991"/>
                  </a:lnTo>
                  <a:lnTo>
                    <a:pt x="2082229" y="1864360"/>
                  </a:lnTo>
                  <a:lnTo>
                    <a:pt x="2082956" y="1857580"/>
                  </a:lnTo>
                  <a:lnTo>
                    <a:pt x="2087325" y="1852302"/>
                  </a:lnTo>
                  <a:lnTo>
                    <a:pt x="2094462" y="1850176"/>
                  </a:lnTo>
                  <a:lnTo>
                    <a:pt x="2101188" y="1850176"/>
                  </a:lnTo>
                  <a:lnTo>
                    <a:pt x="2107106" y="1855788"/>
                  </a:lnTo>
                  <a:lnTo>
                    <a:pt x="2107106" y="1869336"/>
                  </a:lnTo>
                  <a:lnTo>
                    <a:pt x="2100708" y="1874228"/>
                  </a:lnTo>
                  <a:close/>
                </a:path>
                <a:path w="4122420" h="2482215">
                  <a:moveTo>
                    <a:pt x="2327613" y="1874228"/>
                  </a:moveTo>
                  <a:lnTo>
                    <a:pt x="2317826" y="1874228"/>
                  </a:lnTo>
                  <a:lnTo>
                    <a:pt x="2314716" y="1873221"/>
                  </a:lnTo>
                  <a:lnTo>
                    <a:pt x="2312086" y="1870991"/>
                  </a:lnTo>
                  <a:lnTo>
                    <a:pt x="2308782" y="1864360"/>
                  </a:lnTo>
                  <a:lnTo>
                    <a:pt x="2309757" y="1857580"/>
                  </a:lnTo>
                  <a:lnTo>
                    <a:pt x="2314216" y="1852302"/>
                  </a:lnTo>
                  <a:lnTo>
                    <a:pt x="2321367" y="1850176"/>
                  </a:lnTo>
                  <a:lnTo>
                    <a:pt x="2328093" y="1850176"/>
                  </a:lnTo>
                  <a:lnTo>
                    <a:pt x="2334010" y="1855788"/>
                  </a:lnTo>
                  <a:lnTo>
                    <a:pt x="2334010" y="1869336"/>
                  </a:lnTo>
                  <a:lnTo>
                    <a:pt x="2327613" y="1874228"/>
                  </a:lnTo>
                  <a:close/>
                </a:path>
                <a:path w="4122420" h="2482215">
                  <a:moveTo>
                    <a:pt x="2555352" y="1874228"/>
                  </a:moveTo>
                  <a:lnTo>
                    <a:pt x="2545565" y="1874228"/>
                  </a:lnTo>
                  <a:lnTo>
                    <a:pt x="2542455" y="1873221"/>
                  </a:lnTo>
                  <a:lnTo>
                    <a:pt x="2539826" y="1870991"/>
                  </a:lnTo>
                  <a:lnTo>
                    <a:pt x="2536532" y="1864360"/>
                  </a:lnTo>
                  <a:lnTo>
                    <a:pt x="2537505" y="1857580"/>
                  </a:lnTo>
                  <a:lnTo>
                    <a:pt x="2541959" y="1852302"/>
                  </a:lnTo>
                  <a:lnTo>
                    <a:pt x="2549106" y="1850176"/>
                  </a:lnTo>
                  <a:lnTo>
                    <a:pt x="2555858" y="1850176"/>
                  </a:lnTo>
                  <a:lnTo>
                    <a:pt x="2561750" y="1855788"/>
                  </a:lnTo>
                  <a:lnTo>
                    <a:pt x="2561750" y="1869336"/>
                  </a:lnTo>
                  <a:lnTo>
                    <a:pt x="2555352" y="1874228"/>
                  </a:lnTo>
                  <a:close/>
                </a:path>
                <a:path w="4122420" h="2482215">
                  <a:moveTo>
                    <a:pt x="2707203" y="1874228"/>
                  </a:moveTo>
                  <a:lnTo>
                    <a:pt x="2697417" y="1874228"/>
                  </a:lnTo>
                  <a:lnTo>
                    <a:pt x="2694281" y="1873221"/>
                  </a:lnTo>
                  <a:lnTo>
                    <a:pt x="2691651" y="1870991"/>
                  </a:lnTo>
                  <a:lnTo>
                    <a:pt x="2688361" y="1864360"/>
                  </a:lnTo>
                  <a:lnTo>
                    <a:pt x="2689341" y="1857580"/>
                  </a:lnTo>
                  <a:lnTo>
                    <a:pt x="2693796" y="1852302"/>
                  </a:lnTo>
                  <a:lnTo>
                    <a:pt x="2700932" y="1850176"/>
                  </a:lnTo>
                  <a:lnTo>
                    <a:pt x="2707683" y="1850176"/>
                  </a:lnTo>
                  <a:lnTo>
                    <a:pt x="2713601" y="1855788"/>
                  </a:lnTo>
                  <a:lnTo>
                    <a:pt x="2713601" y="1869336"/>
                  </a:lnTo>
                  <a:lnTo>
                    <a:pt x="2707203" y="1874228"/>
                  </a:lnTo>
                  <a:close/>
                </a:path>
                <a:path w="4122420" h="2482215">
                  <a:moveTo>
                    <a:pt x="426954" y="1874252"/>
                  </a:moveTo>
                  <a:lnTo>
                    <a:pt x="417680" y="1870479"/>
                  </a:lnTo>
                  <a:lnTo>
                    <a:pt x="414588" y="1862178"/>
                  </a:lnTo>
                  <a:lnTo>
                    <a:pt x="417680" y="1853877"/>
                  </a:lnTo>
                  <a:lnTo>
                    <a:pt x="426954" y="1850104"/>
                  </a:lnTo>
                  <a:lnTo>
                    <a:pt x="427459" y="1850104"/>
                  </a:lnTo>
                  <a:lnTo>
                    <a:pt x="428496" y="1850176"/>
                  </a:lnTo>
                  <a:lnTo>
                    <a:pt x="437045" y="1854379"/>
                  </a:lnTo>
                  <a:lnTo>
                    <a:pt x="439895" y="1862178"/>
                  </a:lnTo>
                  <a:lnTo>
                    <a:pt x="437045" y="1869978"/>
                  </a:lnTo>
                  <a:lnTo>
                    <a:pt x="428496" y="1874180"/>
                  </a:lnTo>
                  <a:lnTo>
                    <a:pt x="427965" y="1874228"/>
                  </a:lnTo>
                  <a:lnTo>
                    <a:pt x="426954" y="1874252"/>
                  </a:lnTo>
                  <a:close/>
                </a:path>
                <a:path w="4122420" h="2482215">
                  <a:moveTo>
                    <a:pt x="653858" y="1874252"/>
                  </a:moveTo>
                  <a:lnTo>
                    <a:pt x="644584" y="1870479"/>
                  </a:lnTo>
                  <a:lnTo>
                    <a:pt x="641493" y="1862178"/>
                  </a:lnTo>
                  <a:lnTo>
                    <a:pt x="644584" y="1853877"/>
                  </a:lnTo>
                  <a:lnTo>
                    <a:pt x="653858" y="1850104"/>
                  </a:lnTo>
                  <a:lnTo>
                    <a:pt x="654364" y="1850104"/>
                  </a:lnTo>
                  <a:lnTo>
                    <a:pt x="655401" y="1850176"/>
                  </a:lnTo>
                  <a:lnTo>
                    <a:pt x="663950" y="1854379"/>
                  </a:lnTo>
                  <a:lnTo>
                    <a:pt x="666799" y="1862178"/>
                  </a:lnTo>
                  <a:lnTo>
                    <a:pt x="663950" y="1869978"/>
                  </a:lnTo>
                  <a:lnTo>
                    <a:pt x="655401" y="1874180"/>
                  </a:lnTo>
                  <a:lnTo>
                    <a:pt x="654870" y="1874228"/>
                  </a:lnTo>
                  <a:lnTo>
                    <a:pt x="653858" y="1874252"/>
                  </a:lnTo>
                  <a:close/>
                </a:path>
                <a:path w="4122420" h="2482215">
                  <a:moveTo>
                    <a:pt x="1411346" y="1874252"/>
                  </a:moveTo>
                  <a:lnTo>
                    <a:pt x="1402057" y="1870479"/>
                  </a:lnTo>
                  <a:lnTo>
                    <a:pt x="1398961" y="1862178"/>
                  </a:lnTo>
                  <a:lnTo>
                    <a:pt x="1402057" y="1853877"/>
                  </a:lnTo>
                  <a:lnTo>
                    <a:pt x="1411346" y="1850104"/>
                  </a:lnTo>
                  <a:lnTo>
                    <a:pt x="1411851" y="1850104"/>
                  </a:lnTo>
                  <a:lnTo>
                    <a:pt x="1412888" y="1850176"/>
                  </a:lnTo>
                  <a:lnTo>
                    <a:pt x="1421423" y="1854045"/>
                  </a:lnTo>
                  <a:lnTo>
                    <a:pt x="1424267" y="1861882"/>
                  </a:lnTo>
                  <a:lnTo>
                    <a:pt x="1421423" y="1869867"/>
                  </a:lnTo>
                  <a:lnTo>
                    <a:pt x="1412888" y="1874180"/>
                  </a:lnTo>
                  <a:lnTo>
                    <a:pt x="1412357" y="1874228"/>
                  </a:lnTo>
                  <a:lnTo>
                    <a:pt x="1411346" y="1874252"/>
                  </a:lnTo>
                  <a:close/>
                </a:path>
                <a:path w="4122420" h="2482215">
                  <a:moveTo>
                    <a:pt x="2017057" y="1874252"/>
                  </a:moveTo>
                  <a:lnTo>
                    <a:pt x="2008195" y="1870479"/>
                  </a:lnTo>
                  <a:lnTo>
                    <a:pt x="2005241" y="1862178"/>
                  </a:lnTo>
                  <a:lnTo>
                    <a:pt x="2008195" y="1853877"/>
                  </a:lnTo>
                  <a:lnTo>
                    <a:pt x="2017057" y="1850104"/>
                  </a:lnTo>
                  <a:lnTo>
                    <a:pt x="2017537" y="1850104"/>
                  </a:lnTo>
                  <a:lnTo>
                    <a:pt x="2018524" y="1850176"/>
                  </a:lnTo>
                  <a:lnTo>
                    <a:pt x="2027542" y="1854379"/>
                  </a:lnTo>
                  <a:lnTo>
                    <a:pt x="2030548" y="1862178"/>
                  </a:lnTo>
                  <a:lnTo>
                    <a:pt x="2027542" y="1869978"/>
                  </a:lnTo>
                  <a:lnTo>
                    <a:pt x="2018524" y="1874180"/>
                  </a:lnTo>
                  <a:lnTo>
                    <a:pt x="2018018" y="1874228"/>
                  </a:lnTo>
                  <a:lnTo>
                    <a:pt x="2017057" y="1874252"/>
                  </a:lnTo>
                  <a:close/>
                </a:path>
                <a:path w="4122420" h="2482215">
                  <a:moveTo>
                    <a:pt x="2623426" y="1874252"/>
                  </a:moveTo>
                  <a:lnTo>
                    <a:pt x="2614085" y="1870487"/>
                  </a:lnTo>
                  <a:lnTo>
                    <a:pt x="2611101" y="1862202"/>
                  </a:lnTo>
                  <a:lnTo>
                    <a:pt x="2614475" y="1853918"/>
                  </a:lnTo>
                  <a:lnTo>
                    <a:pt x="2624210" y="1850152"/>
                  </a:lnTo>
                  <a:lnTo>
                    <a:pt x="2625019" y="1850176"/>
                  </a:lnTo>
                  <a:lnTo>
                    <a:pt x="2633568" y="1854494"/>
                  </a:lnTo>
                  <a:lnTo>
                    <a:pt x="2636418" y="1862484"/>
                  </a:lnTo>
                  <a:lnTo>
                    <a:pt x="2633568" y="1870322"/>
                  </a:lnTo>
                  <a:lnTo>
                    <a:pt x="2625019" y="1874180"/>
                  </a:lnTo>
                  <a:lnTo>
                    <a:pt x="2624488" y="1874228"/>
                  </a:lnTo>
                  <a:lnTo>
                    <a:pt x="2623426" y="1874252"/>
                  </a:lnTo>
                  <a:close/>
                </a:path>
                <a:path w="4122420" h="2482215">
                  <a:moveTo>
                    <a:pt x="1639034" y="1874252"/>
                  </a:moveTo>
                  <a:lnTo>
                    <a:pt x="1629788" y="1870607"/>
                  </a:lnTo>
                  <a:lnTo>
                    <a:pt x="1626706" y="1862586"/>
                  </a:lnTo>
                  <a:lnTo>
                    <a:pt x="1629788" y="1854565"/>
                  </a:lnTo>
                  <a:lnTo>
                    <a:pt x="1639034" y="1850920"/>
                  </a:lnTo>
                  <a:lnTo>
                    <a:pt x="1639565" y="1850920"/>
                  </a:lnTo>
                  <a:lnTo>
                    <a:pt x="1640627" y="1850992"/>
                  </a:lnTo>
                  <a:lnTo>
                    <a:pt x="1649176" y="1854837"/>
                  </a:lnTo>
                  <a:lnTo>
                    <a:pt x="1652026" y="1862586"/>
                  </a:lnTo>
                  <a:lnTo>
                    <a:pt x="1649176" y="1870335"/>
                  </a:lnTo>
                  <a:lnTo>
                    <a:pt x="1640627" y="1874180"/>
                  </a:lnTo>
                  <a:lnTo>
                    <a:pt x="1640096" y="1874228"/>
                  </a:lnTo>
                  <a:lnTo>
                    <a:pt x="1639034" y="1874252"/>
                  </a:lnTo>
                  <a:close/>
                </a:path>
                <a:path w="4122420" h="2482215">
                  <a:moveTo>
                    <a:pt x="510074" y="1874396"/>
                  </a:moveTo>
                  <a:lnTo>
                    <a:pt x="500313" y="1874396"/>
                  </a:lnTo>
                  <a:lnTo>
                    <a:pt x="497025" y="1873317"/>
                  </a:lnTo>
                  <a:lnTo>
                    <a:pt x="494294" y="1870991"/>
                  </a:lnTo>
                  <a:lnTo>
                    <a:pt x="491001" y="1864360"/>
                  </a:lnTo>
                  <a:lnTo>
                    <a:pt x="491974" y="1857580"/>
                  </a:lnTo>
                  <a:lnTo>
                    <a:pt x="496428" y="1852302"/>
                  </a:lnTo>
                  <a:lnTo>
                    <a:pt x="503575" y="1850176"/>
                  </a:lnTo>
                  <a:lnTo>
                    <a:pt x="511161" y="1850176"/>
                  </a:lnTo>
                  <a:lnTo>
                    <a:pt x="516219" y="1855788"/>
                  </a:lnTo>
                  <a:lnTo>
                    <a:pt x="516219" y="1869744"/>
                  </a:lnTo>
                  <a:lnTo>
                    <a:pt x="510074" y="1874396"/>
                  </a:lnTo>
                  <a:close/>
                </a:path>
                <a:path w="4122420" h="2482215">
                  <a:moveTo>
                    <a:pt x="1191623" y="1874396"/>
                  </a:moveTo>
                  <a:lnTo>
                    <a:pt x="1182240" y="1874396"/>
                  </a:lnTo>
                  <a:lnTo>
                    <a:pt x="1179156" y="1873317"/>
                  </a:lnTo>
                  <a:lnTo>
                    <a:pt x="1176703" y="1870991"/>
                  </a:lnTo>
                  <a:lnTo>
                    <a:pt x="1172929" y="1864360"/>
                  </a:lnTo>
                  <a:lnTo>
                    <a:pt x="1173747" y="1857580"/>
                  </a:lnTo>
                  <a:lnTo>
                    <a:pt x="1178363" y="1852302"/>
                  </a:lnTo>
                  <a:lnTo>
                    <a:pt x="1185983" y="1850176"/>
                  </a:lnTo>
                  <a:lnTo>
                    <a:pt x="1192735" y="1850176"/>
                  </a:lnTo>
                  <a:lnTo>
                    <a:pt x="1198627" y="1855788"/>
                  </a:lnTo>
                  <a:lnTo>
                    <a:pt x="1197792" y="1862190"/>
                  </a:lnTo>
                  <a:lnTo>
                    <a:pt x="1197792" y="1869744"/>
                  </a:lnTo>
                  <a:lnTo>
                    <a:pt x="1191623" y="1874396"/>
                  </a:lnTo>
                  <a:close/>
                </a:path>
                <a:path w="4122420" h="2482215">
                  <a:moveTo>
                    <a:pt x="2403779" y="1874396"/>
                  </a:moveTo>
                  <a:lnTo>
                    <a:pt x="2394397" y="1874396"/>
                  </a:lnTo>
                  <a:lnTo>
                    <a:pt x="2391312" y="1873317"/>
                  </a:lnTo>
                  <a:lnTo>
                    <a:pt x="2388834" y="1870991"/>
                  </a:lnTo>
                  <a:lnTo>
                    <a:pt x="2385058" y="1864360"/>
                  </a:lnTo>
                  <a:lnTo>
                    <a:pt x="2385784" y="1857580"/>
                  </a:lnTo>
                  <a:lnTo>
                    <a:pt x="2390146" y="1852302"/>
                  </a:lnTo>
                  <a:lnTo>
                    <a:pt x="2397280" y="1850176"/>
                  </a:lnTo>
                  <a:lnTo>
                    <a:pt x="2404866" y="1850176"/>
                  </a:lnTo>
                  <a:lnTo>
                    <a:pt x="2409924" y="1855788"/>
                  </a:lnTo>
                  <a:lnTo>
                    <a:pt x="2409924" y="1869744"/>
                  </a:lnTo>
                  <a:lnTo>
                    <a:pt x="2403779" y="1874396"/>
                  </a:lnTo>
                  <a:close/>
                </a:path>
                <a:path w="4122420" h="2482215">
                  <a:moveTo>
                    <a:pt x="1949666" y="1874780"/>
                  </a:moveTo>
                  <a:lnTo>
                    <a:pt x="1939905" y="1874780"/>
                  </a:lnTo>
                  <a:lnTo>
                    <a:pt x="1936693" y="1873605"/>
                  </a:lnTo>
                  <a:lnTo>
                    <a:pt x="1934190" y="1870991"/>
                  </a:lnTo>
                  <a:lnTo>
                    <a:pt x="1930416" y="1864821"/>
                  </a:lnTo>
                  <a:lnTo>
                    <a:pt x="1931234" y="1858285"/>
                  </a:lnTo>
                  <a:lnTo>
                    <a:pt x="1935851" y="1853102"/>
                  </a:lnTo>
                  <a:lnTo>
                    <a:pt x="1943470" y="1850992"/>
                  </a:lnTo>
                  <a:lnTo>
                    <a:pt x="1943470" y="1850176"/>
                  </a:lnTo>
                  <a:lnTo>
                    <a:pt x="1950197" y="1850176"/>
                  </a:lnTo>
                  <a:lnTo>
                    <a:pt x="1956114" y="1855788"/>
                  </a:lnTo>
                  <a:lnTo>
                    <a:pt x="1956114" y="1869960"/>
                  </a:lnTo>
                  <a:lnTo>
                    <a:pt x="1949666" y="1874780"/>
                  </a:lnTo>
                  <a:close/>
                </a:path>
                <a:path w="4122420" h="2482215">
                  <a:moveTo>
                    <a:pt x="2479768" y="1874780"/>
                  </a:moveTo>
                  <a:lnTo>
                    <a:pt x="2470386" y="1874780"/>
                  </a:lnTo>
                  <a:lnTo>
                    <a:pt x="2467251" y="1873605"/>
                  </a:lnTo>
                  <a:lnTo>
                    <a:pt x="2464747" y="1870991"/>
                  </a:lnTo>
                  <a:lnTo>
                    <a:pt x="2460971" y="1864821"/>
                  </a:lnTo>
                  <a:lnTo>
                    <a:pt x="2461697" y="1858285"/>
                  </a:lnTo>
                  <a:lnTo>
                    <a:pt x="2466059" y="1853102"/>
                  </a:lnTo>
                  <a:lnTo>
                    <a:pt x="2473193" y="1850992"/>
                  </a:lnTo>
                  <a:lnTo>
                    <a:pt x="2473193" y="1850176"/>
                  </a:lnTo>
                  <a:lnTo>
                    <a:pt x="2480779" y="1850176"/>
                  </a:lnTo>
                  <a:lnTo>
                    <a:pt x="2485837" y="1855788"/>
                  </a:lnTo>
                  <a:lnTo>
                    <a:pt x="2485837" y="1869960"/>
                  </a:lnTo>
                  <a:lnTo>
                    <a:pt x="2479768" y="1874780"/>
                  </a:lnTo>
                  <a:close/>
                </a:path>
                <a:path w="4122420" h="2482215">
                  <a:moveTo>
                    <a:pt x="163230" y="1886194"/>
                  </a:moveTo>
                  <a:lnTo>
                    <a:pt x="163078" y="1886170"/>
                  </a:lnTo>
                  <a:lnTo>
                    <a:pt x="163357" y="1886170"/>
                  </a:lnTo>
                  <a:close/>
                </a:path>
                <a:path w="4122420" h="2482215">
                  <a:moveTo>
                    <a:pt x="170210" y="1909958"/>
                  </a:moveTo>
                  <a:lnTo>
                    <a:pt x="160449" y="1909958"/>
                  </a:lnTo>
                  <a:lnTo>
                    <a:pt x="157136" y="1908807"/>
                  </a:lnTo>
                  <a:lnTo>
                    <a:pt x="154355" y="1906170"/>
                  </a:lnTo>
                  <a:lnTo>
                    <a:pt x="150951" y="1900094"/>
                  </a:lnTo>
                  <a:lnTo>
                    <a:pt x="151652" y="1893628"/>
                  </a:lnTo>
                  <a:lnTo>
                    <a:pt x="155923" y="1888439"/>
                  </a:lnTo>
                  <a:lnTo>
                    <a:pt x="163230" y="1886194"/>
                  </a:lnTo>
                  <a:lnTo>
                    <a:pt x="170614" y="1886362"/>
                  </a:lnTo>
                  <a:lnTo>
                    <a:pt x="176279" y="1891110"/>
                  </a:lnTo>
                  <a:lnTo>
                    <a:pt x="176279" y="1905162"/>
                  </a:lnTo>
                  <a:lnTo>
                    <a:pt x="170210" y="1909958"/>
                  </a:lnTo>
                  <a:close/>
                </a:path>
                <a:path w="4122420" h="2482215">
                  <a:moveTo>
                    <a:pt x="1078688" y="1909167"/>
                  </a:moveTo>
                  <a:lnTo>
                    <a:pt x="1068927" y="1909167"/>
                  </a:lnTo>
                  <a:lnTo>
                    <a:pt x="1065615" y="1908016"/>
                  </a:lnTo>
                  <a:lnTo>
                    <a:pt x="1062833" y="1905378"/>
                  </a:lnTo>
                  <a:lnTo>
                    <a:pt x="1059539" y="1899218"/>
                  </a:lnTo>
                  <a:lnTo>
                    <a:pt x="1060513" y="1892681"/>
                  </a:lnTo>
                  <a:lnTo>
                    <a:pt x="1064967" y="1887492"/>
                  </a:lnTo>
                  <a:lnTo>
                    <a:pt x="1072113" y="1885379"/>
                  </a:lnTo>
                  <a:lnTo>
                    <a:pt x="1072113" y="1886170"/>
                  </a:lnTo>
                  <a:lnTo>
                    <a:pt x="1078865" y="1886170"/>
                  </a:lnTo>
                  <a:lnTo>
                    <a:pt x="1083923" y="1890966"/>
                  </a:lnTo>
                  <a:lnTo>
                    <a:pt x="1084757" y="1897369"/>
                  </a:lnTo>
                  <a:lnTo>
                    <a:pt x="1084757" y="1904347"/>
                  </a:lnTo>
                  <a:lnTo>
                    <a:pt x="1078688" y="1909167"/>
                  </a:lnTo>
                  <a:close/>
                </a:path>
                <a:path w="4122420" h="2482215">
                  <a:moveTo>
                    <a:pt x="2593638" y="1909167"/>
                  </a:moveTo>
                  <a:lnTo>
                    <a:pt x="2583876" y="1909167"/>
                  </a:lnTo>
                  <a:lnTo>
                    <a:pt x="2580564" y="1908016"/>
                  </a:lnTo>
                  <a:lnTo>
                    <a:pt x="2577782" y="1905378"/>
                  </a:lnTo>
                  <a:lnTo>
                    <a:pt x="2574371" y="1899218"/>
                  </a:lnTo>
                  <a:lnTo>
                    <a:pt x="2575149" y="1892681"/>
                  </a:lnTo>
                  <a:lnTo>
                    <a:pt x="2579563" y="1887492"/>
                  </a:lnTo>
                  <a:lnTo>
                    <a:pt x="2587063" y="1885379"/>
                  </a:lnTo>
                  <a:lnTo>
                    <a:pt x="2587063" y="1886170"/>
                  </a:lnTo>
                  <a:lnTo>
                    <a:pt x="2593814" y="1886170"/>
                  </a:lnTo>
                  <a:lnTo>
                    <a:pt x="2598872" y="1890966"/>
                  </a:lnTo>
                  <a:lnTo>
                    <a:pt x="2599706" y="1897369"/>
                  </a:lnTo>
                  <a:lnTo>
                    <a:pt x="2599706" y="1904347"/>
                  </a:lnTo>
                  <a:lnTo>
                    <a:pt x="2593638" y="1909167"/>
                  </a:lnTo>
                  <a:close/>
                </a:path>
                <a:path w="4122420" h="2482215">
                  <a:moveTo>
                    <a:pt x="774303" y="1909407"/>
                  </a:moveTo>
                  <a:lnTo>
                    <a:pt x="764542" y="1909407"/>
                  </a:lnTo>
                  <a:lnTo>
                    <a:pt x="761533" y="1908424"/>
                  </a:lnTo>
                  <a:lnTo>
                    <a:pt x="759155" y="1906170"/>
                  </a:lnTo>
                  <a:lnTo>
                    <a:pt x="755744" y="1899552"/>
                  </a:lnTo>
                  <a:lnTo>
                    <a:pt x="756523" y="1892780"/>
                  </a:lnTo>
                  <a:lnTo>
                    <a:pt x="760937" y="1887505"/>
                  </a:lnTo>
                  <a:lnTo>
                    <a:pt x="768436" y="1885379"/>
                  </a:lnTo>
                  <a:lnTo>
                    <a:pt x="769271" y="1886170"/>
                  </a:lnTo>
                  <a:lnTo>
                    <a:pt x="775188" y="1886170"/>
                  </a:lnTo>
                  <a:lnTo>
                    <a:pt x="780245" y="1890966"/>
                  </a:lnTo>
                  <a:lnTo>
                    <a:pt x="781080" y="1897369"/>
                  </a:lnTo>
                  <a:lnTo>
                    <a:pt x="781080" y="1904539"/>
                  </a:lnTo>
                  <a:lnTo>
                    <a:pt x="774303" y="1909407"/>
                  </a:lnTo>
                  <a:close/>
                </a:path>
                <a:path w="4122420" h="2482215">
                  <a:moveTo>
                    <a:pt x="926533" y="1909407"/>
                  </a:moveTo>
                  <a:lnTo>
                    <a:pt x="916747" y="1909407"/>
                  </a:lnTo>
                  <a:lnTo>
                    <a:pt x="913612" y="1908424"/>
                  </a:lnTo>
                  <a:lnTo>
                    <a:pt x="910981" y="1906170"/>
                  </a:lnTo>
                  <a:lnTo>
                    <a:pt x="907571" y="1899552"/>
                  </a:lnTo>
                  <a:lnTo>
                    <a:pt x="908349" y="1892780"/>
                  </a:lnTo>
                  <a:lnTo>
                    <a:pt x="912763" y="1887505"/>
                  </a:lnTo>
                  <a:lnTo>
                    <a:pt x="920262" y="1885379"/>
                  </a:lnTo>
                  <a:lnTo>
                    <a:pt x="920262" y="1886170"/>
                  </a:lnTo>
                  <a:lnTo>
                    <a:pt x="927014" y="1886170"/>
                  </a:lnTo>
                  <a:lnTo>
                    <a:pt x="932071" y="1890966"/>
                  </a:lnTo>
                  <a:lnTo>
                    <a:pt x="932931" y="1897369"/>
                  </a:lnTo>
                  <a:lnTo>
                    <a:pt x="932931" y="1904539"/>
                  </a:lnTo>
                  <a:lnTo>
                    <a:pt x="926533" y="1909407"/>
                  </a:lnTo>
                  <a:close/>
                </a:path>
                <a:path w="4122420" h="2482215">
                  <a:moveTo>
                    <a:pt x="1305264" y="1909407"/>
                  </a:moveTo>
                  <a:lnTo>
                    <a:pt x="1295478" y="1909407"/>
                  </a:lnTo>
                  <a:lnTo>
                    <a:pt x="1292368" y="1908424"/>
                  </a:lnTo>
                  <a:lnTo>
                    <a:pt x="1289738" y="1906170"/>
                  </a:lnTo>
                  <a:lnTo>
                    <a:pt x="1286327" y="1899552"/>
                  </a:lnTo>
                  <a:lnTo>
                    <a:pt x="1287105" y="1892780"/>
                  </a:lnTo>
                  <a:lnTo>
                    <a:pt x="1291519" y="1887505"/>
                  </a:lnTo>
                  <a:lnTo>
                    <a:pt x="1299018" y="1885379"/>
                  </a:lnTo>
                  <a:lnTo>
                    <a:pt x="1299018" y="1886170"/>
                  </a:lnTo>
                  <a:lnTo>
                    <a:pt x="1305770" y="1886170"/>
                  </a:lnTo>
                  <a:lnTo>
                    <a:pt x="1310828" y="1890966"/>
                  </a:lnTo>
                  <a:lnTo>
                    <a:pt x="1311662" y="1897369"/>
                  </a:lnTo>
                  <a:lnTo>
                    <a:pt x="1311662" y="1904539"/>
                  </a:lnTo>
                  <a:lnTo>
                    <a:pt x="1305264" y="1909407"/>
                  </a:lnTo>
                  <a:close/>
                </a:path>
                <a:path w="4122420" h="2482215">
                  <a:moveTo>
                    <a:pt x="1223409" y="1909431"/>
                  </a:moveTo>
                  <a:lnTo>
                    <a:pt x="1222397" y="1909431"/>
                  </a:lnTo>
                  <a:lnTo>
                    <a:pt x="1213109" y="1905662"/>
                  </a:lnTo>
                  <a:lnTo>
                    <a:pt x="1210013" y="1897369"/>
                  </a:lnTo>
                  <a:lnTo>
                    <a:pt x="1213109" y="1889076"/>
                  </a:lnTo>
                  <a:lnTo>
                    <a:pt x="1222397" y="1885307"/>
                  </a:lnTo>
                  <a:lnTo>
                    <a:pt x="1222903" y="1885307"/>
                  </a:lnTo>
                  <a:lnTo>
                    <a:pt x="1223940" y="1885379"/>
                  </a:lnTo>
                  <a:lnTo>
                    <a:pt x="1232474" y="1889693"/>
                  </a:lnTo>
                  <a:lnTo>
                    <a:pt x="1235319" y="1897678"/>
                  </a:lnTo>
                  <a:lnTo>
                    <a:pt x="1232474" y="1905514"/>
                  </a:lnTo>
                  <a:lnTo>
                    <a:pt x="1223940" y="1909383"/>
                  </a:lnTo>
                  <a:lnTo>
                    <a:pt x="1223409" y="1909431"/>
                  </a:lnTo>
                  <a:close/>
                </a:path>
                <a:path w="4122420" h="2482215">
                  <a:moveTo>
                    <a:pt x="1450313" y="1909431"/>
                  </a:moveTo>
                  <a:lnTo>
                    <a:pt x="1449302" y="1909431"/>
                  </a:lnTo>
                  <a:lnTo>
                    <a:pt x="1440028" y="1905662"/>
                  </a:lnTo>
                  <a:lnTo>
                    <a:pt x="1436936" y="1897369"/>
                  </a:lnTo>
                  <a:lnTo>
                    <a:pt x="1440028" y="1889076"/>
                  </a:lnTo>
                  <a:lnTo>
                    <a:pt x="1449302" y="1885307"/>
                  </a:lnTo>
                  <a:lnTo>
                    <a:pt x="1449808" y="1885307"/>
                  </a:lnTo>
                  <a:lnTo>
                    <a:pt x="1450844" y="1885379"/>
                  </a:lnTo>
                  <a:lnTo>
                    <a:pt x="1459379" y="1889581"/>
                  </a:lnTo>
                  <a:lnTo>
                    <a:pt x="1462224" y="1897381"/>
                  </a:lnTo>
                  <a:lnTo>
                    <a:pt x="1459379" y="1905180"/>
                  </a:lnTo>
                  <a:lnTo>
                    <a:pt x="1450844" y="1909383"/>
                  </a:lnTo>
                  <a:lnTo>
                    <a:pt x="1450313" y="1909431"/>
                  </a:lnTo>
                  <a:close/>
                </a:path>
                <a:path w="4122420" h="2482215">
                  <a:moveTo>
                    <a:pt x="1829044" y="1909431"/>
                  </a:moveTo>
                  <a:lnTo>
                    <a:pt x="1828033" y="1909431"/>
                  </a:lnTo>
                  <a:lnTo>
                    <a:pt x="1818759" y="1905662"/>
                  </a:lnTo>
                  <a:lnTo>
                    <a:pt x="1815667" y="1897369"/>
                  </a:lnTo>
                  <a:lnTo>
                    <a:pt x="1818759" y="1889076"/>
                  </a:lnTo>
                  <a:lnTo>
                    <a:pt x="1828033" y="1885307"/>
                  </a:lnTo>
                  <a:lnTo>
                    <a:pt x="1828538" y="1885307"/>
                  </a:lnTo>
                  <a:lnTo>
                    <a:pt x="1829575" y="1885379"/>
                  </a:lnTo>
                  <a:lnTo>
                    <a:pt x="1838124" y="1889693"/>
                  </a:lnTo>
                  <a:lnTo>
                    <a:pt x="1840974" y="1897678"/>
                  </a:lnTo>
                  <a:lnTo>
                    <a:pt x="1838124" y="1905514"/>
                  </a:lnTo>
                  <a:lnTo>
                    <a:pt x="1829575" y="1909383"/>
                  </a:lnTo>
                  <a:lnTo>
                    <a:pt x="1829044" y="1909431"/>
                  </a:lnTo>
                  <a:close/>
                </a:path>
                <a:path w="4122420" h="2482215">
                  <a:moveTo>
                    <a:pt x="237955" y="1909455"/>
                  </a:moveTo>
                  <a:lnTo>
                    <a:pt x="228709" y="1905806"/>
                  </a:lnTo>
                  <a:lnTo>
                    <a:pt x="225627" y="1897777"/>
                  </a:lnTo>
                  <a:lnTo>
                    <a:pt x="228709" y="1889748"/>
                  </a:lnTo>
                  <a:lnTo>
                    <a:pt x="237955" y="1886098"/>
                  </a:lnTo>
                  <a:lnTo>
                    <a:pt x="238486" y="1886098"/>
                  </a:lnTo>
                  <a:lnTo>
                    <a:pt x="239548" y="1886170"/>
                  </a:lnTo>
                  <a:lnTo>
                    <a:pt x="248097" y="1890027"/>
                  </a:lnTo>
                  <a:lnTo>
                    <a:pt x="250946" y="1897777"/>
                  </a:lnTo>
                  <a:lnTo>
                    <a:pt x="248097" y="1905527"/>
                  </a:lnTo>
                  <a:lnTo>
                    <a:pt x="239548" y="1909383"/>
                  </a:lnTo>
                  <a:lnTo>
                    <a:pt x="239017" y="1909431"/>
                  </a:lnTo>
                  <a:lnTo>
                    <a:pt x="237955" y="1909455"/>
                  </a:lnTo>
                  <a:close/>
                </a:path>
                <a:path w="4122420" h="2482215">
                  <a:moveTo>
                    <a:pt x="1002674" y="1909575"/>
                  </a:moveTo>
                  <a:lnTo>
                    <a:pt x="992913" y="1909575"/>
                  </a:lnTo>
                  <a:lnTo>
                    <a:pt x="989651" y="1908520"/>
                  </a:lnTo>
                  <a:lnTo>
                    <a:pt x="986920" y="1906170"/>
                  </a:lnTo>
                  <a:lnTo>
                    <a:pt x="983616" y="1899552"/>
                  </a:lnTo>
                  <a:lnTo>
                    <a:pt x="984590" y="1892780"/>
                  </a:lnTo>
                  <a:lnTo>
                    <a:pt x="989050" y="1887505"/>
                  </a:lnTo>
                  <a:lnTo>
                    <a:pt x="996201" y="1885379"/>
                  </a:lnTo>
                  <a:lnTo>
                    <a:pt x="996201" y="1886170"/>
                  </a:lnTo>
                  <a:lnTo>
                    <a:pt x="1002927" y="1886170"/>
                  </a:lnTo>
                  <a:lnTo>
                    <a:pt x="1008844" y="1890966"/>
                  </a:lnTo>
                  <a:lnTo>
                    <a:pt x="1008844" y="1904947"/>
                  </a:lnTo>
                  <a:lnTo>
                    <a:pt x="1002674" y="1909575"/>
                  </a:lnTo>
                  <a:close/>
                </a:path>
                <a:path w="4122420" h="2482215">
                  <a:moveTo>
                    <a:pt x="1381430" y="1909575"/>
                  </a:moveTo>
                  <a:lnTo>
                    <a:pt x="1371669" y="1909575"/>
                  </a:lnTo>
                  <a:lnTo>
                    <a:pt x="1368382" y="1908520"/>
                  </a:lnTo>
                  <a:lnTo>
                    <a:pt x="1365651" y="1906170"/>
                  </a:lnTo>
                  <a:lnTo>
                    <a:pt x="1362357" y="1899886"/>
                  </a:lnTo>
                  <a:lnTo>
                    <a:pt x="1363331" y="1893077"/>
                  </a:lnTo>
                  <a:lnTo>
                    <a:pt x="1367785" y="1887616"/>
                  </a:lnTo>
                  <a:lnTo>
                    <a:pt x="1374931" y="1885379"/>
                  </a:lnTo>
                  <a:lnTo>
                    <a:pt x="1374931" y="1886170"/>
                  </a:lnTo>
                  <a:lnTo>
                    <a:pt x="1381683" y="1886170"/>
                  </a:lnTo>
                  <a:lnTo>
                    <a:pt x="1387575" y="1890966"/>
                  </a:lnTo>
                  <a:lnTo>
                    <a:pt x="1387575" y="1904947"/>
                  </a:lnTo>
                  <a:lnTo>
                    <a:pt x="1381430" y="1909575"/>
                  </a:lnTo>
                  <a:close/>
                </a:path>
                <a:path w="4122420" h="2482215">
                  <a:moveTo>
                    <a:pt x="1760161" y="1909575"/>
                  </a:moveTo>
                  <a:lnTo>
                    <a:pt x="1750400" y="1909575"/>
                  </a:lnTo>
                  <a:lnTo>
                    <a:pt x="1747138" y="1908520"/>
                  </a:lnTo>
                  <a:lnTo>
                    <a:pt x="1744382" y="1906170"/>
                  </a:lnTo>
                  <a:lnTo>
                    <a:pt x="1741092" y="1899886"/>
                  </a:lnTo>
                  <a:lnTo>
                    <a:pt x="1742071" y="1893077"/>
                  </a:lnTo>
                  <a:lnTo>
                    <a:pt x="1746526" y="1887616"/>
                  </a:lnTo>
                  <a:lnTo>
                    <a:pt x="1753662" y="1885379"/>
                  </a:lnTo>
                  <a:lnTo>
                    <a:pt x="1753662" y="1886170"/>
                  </a:lnTo>
                  <a:lnTo>
                    <a:pt x="1760414" y="1886170"/>
                  </a:lnTo>
                  <a:lnTo>
                    <a:pt x="1766331" y="1890966"/>
                  </a:lnTo>
                  <a:lnTo>
                    <a:pt x="1766331" y="1904947"/>
                  </a:lnTo>
                  <a:lnTo>
                    <a:pt x="1760161" y="1909575"/>
                  </a:lnTo>
                  <a:close/>
                </a:path>
                <a:path w="4122420" h="2482215">
                  <a:moveTo>
                    <a:pt x="2139373" y="1909575"/>
                  </a:moveTo>
                  <a:lnTo>
                    <a:pt x="2129612" y="1909575"/>
                  </a:lnTo>
                  <a:lnTo>
                    <a:pt x="2126425" y="1908520"/>
                  </a:lnTo>
                  <a:lnTo>
                    <a:pt x="2123973" y="1906170"/>
                  </a:lnTo>
                  <a:lnTo>
                    <a:pt x="2120199" y="1899886"/>
                  </a:lnTo>
                  <a:lnTo>
                    <a:pt x="2121017" y="1893077"/>
                  </a:lnTo>
                  <a:lnTo>
                    <a:pt x="2125633" y="1887616"/>
                  </a:lnTo>
                  <a:lnTo>
                    <a:pt x="2133253" y="1885379"/>
                  </a:lnTo>
                  <a:lnTo>
                    <a:pt x="2132419" y="1886170"/>
                  </a:lnTo>
                  <a:lnTo>
                    <a:pt x="2139145" y="1886170"/>
                  </a:lnTo>
                  <a:lnTo>
                    <a:pt x="2145062" y="1890966"/>
                  </a:lnTo>
                  <a:lnTo>
                    <a:pt x="2145897" y="1897369"/>
                  </a:lnTo>
                  <a:lnTo>
                    <a:pt x="2145897" y="1904947"/>
                  </a:lnTo>
                  <a:lnTo>
                    <a:pt x="2139373" y="1909575"/>
                  </a:lnTo>
                  <a:close/>
                </a:path>
                <a:path w="4122420" h="2482215">
                  <a:moveTo>
                    <a:pt x="2290744" y="1909575"/>
                  </a:moveTo>
                  <a:lnTo>
                    <a:pt x="2281362" y="1909575"/>
                  </a:lnTo>
                  <a:lnTo>
                    <a:pt x="2278277" y="1908520"/>
                  </a:lnTo>
                  <a:lnTo>
                    <a:pt x="2275799" y="1906170"/>
                  </a:lnTo>
                  <a:lnTo>
                    <a:pt x="2272023" y="1899886"/>
                  </a:lnTo>
                  <a:lnTo>
                    <a:pt x="2272748" y="1893077"/>
                  </a:lnTo>
                  <a:lnTo>
                    <a:pt x="2277111" y="1887616"/>
                  </a:lnTo>
                  <a:lnTo>
                    <a:pt x="2284245" y="1885379"/>
                  </a:lnTo>
                  <a:lnTo>
                    <a:pt x="2284245" y="1886170"/>
                  </a:lnTo>
                  <a:lnTo>
                    <a:pt x="2290996" y="1886170"/>
                  </a:lnTo>
                  <a:lnTo>
                    <a:pt x="2296888" y="1890966"/>
                  </a:lnTo>
                  <a:lnTo>
                    <a:pt x="2296888" y="1904947"/>
                  </a:lnTo>
                  <a:lnTo>
                    <a:pt x="2290744" y="1909575"/>
                  </a:lnTo>
                  <a:close/>
                </a:path>
                <a:path w="4122420" h="2482215">
                  <a:moveTo>
                    <a:pt x="321201" y="1909958"/>
                  </a:moveTo>
                  <a:lnTo>
                    <a:pt x="311820" y="1909958"/>
                  </a:lnTo>
                  <a:lnTo>
                    <a:pt x="308684" y="1908807"/>
                  </a:lnTo>
                  <a:lnTo>
                    <a:pt x="306180" y="1906170"/>
                  </a:lnTo>
                  <a:lnTo>
                    <a:pt x="302404" y="1900010"/>
                  </a:lnTo>
                  <a:lnTo>
                    <a:pt x="303130" y="1893472"/>
                  </a:lnTo>
                  <a:lnTo>
                    <a:pt x="307493" y="1888284"/>
                  </a:lnTo>
                  <a:lnTo>
                    <a:pt x="314626" y="1886170"/>
                  </a:lnTo>
                  <a:lnTo>
                    <a:pt x="321378" y="1886170"/>
                  </a:lnTo>
                  <a:lnTo>
                    <a:pt x="327270" y="1890966"/>
                  </a:lnTo>
                  <a:lnTo>
                    <a:pt x="327270" y="1905162"/>
                  </a:lnTo>
                  <a:lnTo>
                    <a:pt x="321201" y="1909958"/>
                  </a:lnTo>
                  <a:close/>
                </a:path>
                <a:path w="4122420" h="2482215">
                  <a:moveTo>
                    <a:pt x="396735" y="1909958"/>
                  </a:moveTo>
                  <a:lnTo>
                    <a:pt x="386999" y="1909958"/>
                  </a:lnTo>
                  <a:lnTo>
                    <a:pt x="383763" y="1908807"/>
                  </a:lnTo>
                  <a:lnTo>
                    <a:pt x="381259" y="1906170"/>
                  </a:lnTo>
                  <a:lnTo>
                    <a:pt x="377848" y="1900010"/>
                  </a:lnTo>
                  <a:lnTo>
                    <a:pt x="378626" y="1893472"/>
                  </a:lnTo>
                  <a:lnTo>
                    <a:pt x="383041" y="1888284"/>
                  </a:lnTo>
                  <a:lnTo>
                    <a:pt x="390540" y="1886170"/>
                  </a:lnTo>
                  <a:lnTo>
                    <a:pt x="397291" y="1886170"/>
                  </a:lnTo>
                  <a:lnTo>
                    <a:pt x="403183" y="1891782"/>
                  </a:lnTo>
                  <a:lnTo>
                    <a:pt x="403183" y="1905162"/>
                  </a:lnTo>
                  <a:lnTo>
                    <a:pt x="396735" y="1909958"/>
                  </a:lnTo>
                  <a:close/>
                </a:path>
                <a:path w="4122420" h="2482215">
                  <a:moveTo>
                    <a:pt x="1532953" y="1909958"/>
                  </a:moveTo>
                  <a:lnTo>
                    <a:pt x="1523217" y="1909958"/>
                  </a:lnTo>
                  <a:lnTo>
                    <a:pt x="1519980" y="1908807"/>
                  </a:lnTo>
                  <a:lnTo>
                    <a:pt x="1517477" y="1906170"/>
                  </a:lnTo>
                  <a:lnTo>
                    <a:pt x="1514066" y="1900010"/>
                  </a:lnTo>
                  <a:lnTo>
                    <a:pt x="1514844" y="1893472"/>
                  </a:lnTo>
                  <a:lnTo>
                    <a:pt x="1519259" y="1888284"/>
                  </a:lnTo>
                  <a:lnTo>
                    <a:pt x="1526758" y="1886170"/>
                  </a:lnTo>
                  <a:lnTo>
                    <a:pt x="1533509" y="1886170"/>
                  </a:lnTo>
                  <a:lnTo>
                    <a:pt x="1539426" y="1890966"/>
                  </a:lnTo>
                  <a:lnTo>
                    <a:pt x="1539426" y="1905162"/>
                  </a:lnTo>
                  <a:lnTo>
                    <a:pt x="1532953" y="1909958"/>
                  </a:lnTo>
                  <a:close/>
                </a:path>
                <a:path w="4122420" h="2482215">
                  <a:moveTo>
                    <a:pt x="1608411" y="1909958"/>
                  </a:moveTo>
                  <a:lnTo>
                    <a:pt x="1599029" y="1909958"/>
                  </a:lnTo>
                  <a:lnTo>
                    <a:pt x="1595894" y="1908807"/>
                  </a:lnTo>
                  <a:lnTo>
                    <a:pt x="1593390" y="1906170"/>
                  </a:lnTo>
                  <a:lnTo>
                    <a:pt x="1589627" y="1900010"/>
                  </a:lnTo>
                  <a:lnTo>
                    <a:pt x="1590444" y="1893472"/>
                  </a:lnTo>
                  <a:lnTo>
                    <a:pt x="1595054" y="1888284"/>
                  </a:lnTo>
                  <a:lnTo>
                    <a:pt x="1602671" y="1886170"/>
                  </a:lnTo>
                  <a:lnTo>
                    <a:pt x="1609423" y="1886170"/>
                  </a:lnTo>
                  <a:lnTo>
                    <a:pt x="1614480" y="1891782"/>
                  </a:lnTo>
                  <a:lnTo>
                    <a:pt x="1614480" y="1905162"/>
                  </a:lnTo>
                  <a:lnTo>
                    <a:pt x="1608411" y="1909958"/>
                  </a:lnTo>
                  <a:close/>
                </a:path>
                <a:path w="4122420" h="2482215">
                  <a:moveTo>
                    <a:pt x="1684805" y="1909958"/>
                  </a:moveTo>
                  <a:lnTo>
                    <a:pt x="1675044" y="1909958"/>
                  </a:lnTo>
                  <a:lnTo>
                    <a:pt x="1671806" y="1908807"/>
                  </a:lnTo>
                  <a:lnTo>
                    <a:pt x="1669328" y="1906170"/>
                  </a:lnTo>
                  <a:lnTo>
                    <a:pt x="1665551" y="1900010"/>
                  </a:lnTo>
                  <a:lnTo>
                    <a:pt x="1666360" y="1893472"/>
                  </a:lnTo>
                  <a:lnTo>
                    <a:pt x="1670968" y="1888284"/>
                  </a:lnTo>
                  <a:lnTo>
                    <a:pt x="1678584" y="1886170"/>
                  </a:lnTo>
                  <a:lnTo>
                    <a:pt x="1685335" y="1886170"/>
                  </a:lnTo>
                  <a:lnTo>
                    <a:pt x="1691253" y="1891782"/>
                  </a:lnTo>
                  <a:lnTo>
                    <a:pt x="1691253" y="1905162"/>
                  </a:lnTo>
                  <a:lnTo>
                    <a:pt x="1684805" y="1909958"/>
                  </a:lnTo>
                  <a:close/>
                </a:path>
                <a:path w="4122420" h="2482215">
                  <a:moveTo>
                    <a:pt x="1987167" y="1909958"/>
                  </a:moveTo>
                  <a:lnTo>
                    <a:pt x="1977785" y="1909958"/>
                  </a:lnTo>
                  <a:lnTo>
                    <a:pt x="1974650" y="1908807"/>
                  </a:lnTo>
                  <a:lnTo>
                    <a:pt x="1972146" y="1906170"/>
                  </a:lnTo>
                  <a:lnTo>
                    <a:pt x="1968359" y="1900010"/>
                  </a:lnTo>
                  <a:lnTo>
                    <a:pt x="1969083" y="1893472"/>
                  </a:lnTo>
                  <a:lnTo>
                    <a:pt x="1973444" y="1888284"/>
                  </a:lnTo>
                  <a:lnTo>
                    <a:pt x="1980567" y="1886170"/>
                  </a:lnTo>
                  <a:lnTo>
                    <a:pt x="1988179" y="1886170"/>
                  </a:lnTo>
                  <a:lnTo>
                    <a:pt x="1993236" y="1891782"/>
                  </a:lnTo>
                  <a:lnTo>
                    <a:pt x="1993236" y="1905162"/>
                  </a:lnTo>
                  <a:lnTo>
                    <a:pt x="1987167" y="1909958"/>
                  </a:lnTo>
                  <a:close/>
                </a:path>
                <a:path w="4122420" h="2482215">
                  <a:moveTo>
                    <a:pt x="2365898" y="1909958"/>
                  </a:moveTo>
                  <a:lnTo>
                    <a:pt x="2356137" y="1909958"/>
                  </a:lnTo>
                  <a:lnTo>
                    <a:pt x="2352824" y="1908807"/>
                  </a:lnTo>
                  <a:lnTo>
                    <a:pt x="2350043" y="1906170"/>
                  </a:lnTo>
                  <a:lnTo>
                    <a:pt x="2346749" y="1900010"/>
                  </a:lnTo>
                  <a:lnTo>
                    <a:pt x="2347723" y="1893472"/>
                  </a:lnTo>
                  <a:lnTo>
                    <a:pt x="2352176" y="1888284"/>
                  </a:lnTo>
                  <a:lnTo>
                    <a:pt x="2359323" y="1886170"/>
                  </a:lnTo>
                  <a:lnTo>
                    <a:pt x="2366075" y="1886170"/>
                  </a:lnTo>
                  <a:lnTo>
                    <a:pt x="2371967" y="1891782"/>
                  </a:lnTo>
                  <a:lnTo>
                    <a:pt x="2371967" y="1905162"/>
                  </a:lnTo>
                  <a:lnTo>
                    <a:pt x="2365898" y="1909958"/>
                  </a:lnTo>
                  <a:close/>
                </a:path>
                <a:path w="4122420" h="2482215">
                  <a:moveTo>
                    <a:pt x="2517724" y="1909958"/>
                  </a:moveTo>
                  <a:lnTo>
                    <a:pt x="2507963" y="1909958"/>
                  </a:lnTo>
                  <a:lnTo>
                    <a:pt x="2504651" y="1908807"/>
                  </a:lnTo>
                  <a:lnTo>
                    <a:pt x="2501869" y="1906170"/>
                  </a:lnTo>
                  <a:lnTo>
                    <a:pt x="2498575" y="1900010"/>
                  </a:lnTo>
                  <a:lnTo>
                    <a:pt x="2499549" y="1893472"/>
                  </a:lnTo>
                  <a:lnTo>
                    <a:pt x="2504003" y="1888284"/>
                  </a:lnTo>
                  <a:lnTo>
                    <a:pt x="2511149" y="1886170"/>
                  </a:lnTo>
                  <a:lnTo>
                    <a:pt x="2517901" y="1886170"/>
                  </a:lnTo>
                  <a:lnTo>
                    <a:pt x="2523793" y="1891782"/>
                  </a:lnTo>
                  <a:lnTo>
                    <a:pt x="2523793" y="1905162"/>
                  </a:lnTo>
                  <a:lnTo>
                    <a:pt x="2517724" y="1909958"/>
                  </a:lnTo>
                  <a:close/>
                </a:path>
                <a:path w="4122420" h="2482215">
                  <a:moveTo>
                    <a:pt x="2744629" y="1909958"/>
                  </a:moveTo>
                  <a:lnTo>
                    <a:pt x="2735248" y="1909958"/>
                  </a:lnTo>
                  <a:lnTo>
                    <a:pt x="2732112" y="1908807"/>
                  </a:lnTo>
                  <a:lnTo>
                    <a:pt x="2729608" y="1906170"/>
                  </a:lnTo>
                  <a:lnTo>
                    <a:pt x="2725832" y="1900010"/>
                  </a:lnTo>
                  <a:lnTo>
                    <a:pt x="2726558" y="1893472"/>
                  </a:lnTo>
                  <a:lnTo>
                    <a:pt x="2730920" y="1888284"/>
                  </a:lnTo>
                  <a:lnTo>
                    <a:pt x="2738054" y="1886170"/>
                  </a:lnTo>
                  <a:lnTo>
                    <a:pt x="2745640" y="1886170"/>
                  </a:lnTo>
                  <a:lnTo>
                    <a:pt x="2750698" y="1891782"/>
                  </a:lnTo>
                  <a:lnTo>
                    <a:pt x="2750698" y="1905162"/>
                  </a:lnTo>
                  <a:lnTo>
                    <a:pt x="2744629" y="1909958"/>
                  </a:lnTo>
                  <a:close/>
                </a:path>
                <a:path w="4122420" h="2482215">
                  <a:moveTo>
                    <a:pt x="547777" y="1910222"/>
                  </a:moveTo>
                  <a:lnTo>
                    <a:pt x="537991" y="1910222"/>
                  </a:lnTo>
                  <a:lnTo>
                    <a:pt x="534881" y="1909215"/>
                  </a:lnTo>
                  <a:lnTo>
                    <a:pt x="532251" y="1906985"/>
                  </a:lnTo>
                  <a:lnTo>
                    <a:pt x="528840" y="1900354"/>
                  </a:lnTo>
                  <a:lnTo>
                    <a:pt x="529618" y="1893574"/>
                  </a:lnTo>
                  <a:lnTo>
                    <a:pt x="534032" y="1888296"/>
                  </a:lnTo>
                  <a:lnTo>
                    <a:pt x="541531" y="1886170"/>
                  </a:lnTo>
                  <a:lnTo>
                    <a:pt x="548283" y="1886170"/>
                  </a:lnTo>
                  <a:lnTo>
                    <a:pt x="554175" y="1891782"/>
                  </a:lnTo>
                  <a:lnTo>
                    <a:pt x="554175" y="1905330"/>
                  </a:lnTo>
                  <a:lnTo>
                    <a:pt x="547777" y="1910222"/>
                  </a:lnTo>
                  <a:close/>
                </a:path>
                <a:path w="4122420" h="2482215">
                  <a:moveTo>
                    <a:pt x="699629" y="1910222"/>
                  </a:moveTo>
                  <a:lnTo>
                    <a:pt x="689842" y="1910222"/>
                  </a:lnTo>
                  <a:lnTo>
                    <a:pt x="686707" y="1909215"/>
                  </a:lnTo>
                  <a:lnTo>
                    <a:pt x="684077" y="1906985"/>
                  </a:lnTo>
                  <a:lnTo>
                    <a:pt x="680787" y="1900354"/>
                  </a:lnTo>
                  <a:lnTo>
                    <a:pt x="681766" y="1893574"/>
                  </a:lnTo>
                  <a:lnTo>
                    <a:pt x="686221" y="1888296"/>
                  </a:lnTo>
                  <a:lnTo>
                    <a:pt x="693357" y="1886170"/>
                  </a:lnTo>
                  <a:lnTo>
                    <a:pt x="700109" y="1886170"/>
                  </a:lnTo>
                  <a:lnTo>
                    <a:pt x="706026" y="1891782"/>
                  </a:lnTo>
                  <a:lnTo>
                    <a:pt x="706026" y="1905330"/>
                  </a:lnTo>
                  <a:lnTo>
                    <a:pt x="699629" y="1910222"/>
                  </a:lnTo>
                  <a:close/>
                </a:path>
                <a:path w="4122420" h="2482215">
                  <a:moveTo>
                    <a:pt x="1153868" y="1910222"/>
                  </a:moveTo>
                  <a:lnTo>
                    <a:pt x="1144132" y="1910222"/>
                  </a:lnTo>
                  <a:lnTo>
                    <a:pt x="1141098" y="1909215"/>
                  </a:lnTo>
                  <a:lnTo>
                    <a:pt x="1138746" y="1906985"/>
                  </a:lnTo>
                  <a:lnTo>
                    <a:pt x="1135335" y="1900354"/>
                  </a:lnTo>
                  <a:lnTo>
                    <a:pt x="1136113" y="1893574"/>
                  </a:lnTo>
                  <a:lnTo>
                    <a:pt x="1140528" y="1888296"/>
                  </a:lnTo>
                  <a:lnTo>
                    <a:pt x="1148027" y="1886170"/>
                  </a:lnTo>
                  <a:lnTo>
                    <a:pt x="1154778" y="1886170"/>
                  </a:lnTo>
                  <a:lnTo>
                    <a:pt x="1160671" y="1891782"/>
                  </a:lnTo>
                  <a:lnTo>
                    <a:pt x="1160671" y="1905330"/>
                  </a:lnTo>
                  <a:lnTo>
                    <a:pt x="1153868" y="1910222"/>
                  </a:lnTo>
                  <a:close/>
                </a:path>
                <a:path w="4122420" h="2482215">
                  <a:moveTo>
                    <a:pt x="464076" y="1910246"/>
                  </a:moveTo>
                  <a:lnTo>
                    <a:pt x="454787" y="1906473"/>
                  </a:lnTo>
                  <a:lnTo>
                    <a:pt x="451691" y="1898172"/>
                  </a:lnTo>
                  <a:lnTo>
                    <a:pt x="454787" y="1889872"/>
                  </a:lnTo>
                  <a:lnTo>
                    <a:pt x="464076" y="1886098"/>
                  </a:lnTo>
                  <a:lnTo>
                    <a:pt x="464581" y="1886098"/>
                  </a:lnTo>
                  <a:lnTo>
                    <a:pt x="465618" y="1886170"/>
                  </a:lnTo>
                  <a:lnTo>
                    <a:pt x="474153" y="1890373"/>
                  </a:lnTo>
                  <a:lnTo>
                    <a:pt x="476998" y="1898172"/>
                  </a:lnTo>
                  <a:lnTo>
                    <a:pt x="474153" y="1905972"/>
                  </a:lnTo>
                  <a:lnTo>
                    <a:pt x="465618" y="1910174"/>
                  </a:lnTo>
                  <a:lnTo>
                    <a:pt x="465087" y="1910222"/>
                  </a:lnTo>
                  <a:lnTo>
                    <a:pt x="464076" y="1910246"/>
                  </a:lnTo>
                  <a:close/>
                </a:path>
                <a:path w="4122420" h="2482215">
                  <a:moveTo>
                    <a:pt x="615902" y="1910246"/>
                  </a:moveTo>
                  <a:lnTo>
                    <a:pt x="606628" y="1906473"/>
                  </a:lnTo>
                  <a:lnTo>
                    <a:pt x="603536" y="1898172"/>
                  </a:lnTo>
                  <a:lnTo>
                    <a:pt x="606628" y="1889872"/>
                  </a:lnTo>
                  <a:lnTo>
                    <a:pt x="615902" y="1886098"/>
                  </a:lnTo>
                  <a:lnTo>
                    <a:pt x="616408" y="1886098"/>
                  </a:lnTo>
                  <a:lnTo>
                    <a:pt x="617444" y="1886170"/>
                  </a:lnTo>
                  <a:lnTo>
                    <a:pt x="625993" y="1890373"/>
                  </a:lnTo>
                  <a:lnTo>
                    <a:pt x="628843" y="1898172"/>
                  </a:lnTo>
                  <a:lnTo>
                    <a:pt x="625993" y="1905972"/>
                  </a:lnTo>
                  <a:lnTo>
                    <a:pt x="617444" y="1910174"/>
                  </a:lnTo>
                  <a:lnTo>
                    <a:pt x="616913" y="1910222"/>
                  </a:lnTo>
                  <a:lnTo>
                    <a:pt x="615902" y="1910246"/>
                  </a:lnTo>
                  <a:close/>
                </a:path>
                <a:path w="4122420" h="2482215">
                  <a:moveTo>
                    <a:pt x="843641" y="1910246"/>
                  </a:moveTo>
                  <a:lnTo>
                    <a:pt x="834367" y="1906473"/>
                  </a:lnTo>
                  <a:lnTo>
                    <a:pt x="831276" y="1898172"/>
                  </a:lnTo>
                  <a:lnTo>
                    <a:pt x="834367" y="1889872"/>
                  </a:lnTo>
                  <a:lnTo>
                    <a:pt x="843641" y="1886098"/>
                  </a:lnTo>
                  <a:lnTo>
                    <a:pt x="844147" y="1886098"/>
                  </a:lnTo>
                  <a:lnTo>
                    <a:pt x="845209" y="1886170"/>
                  </a:lnTo>
                  <a:lnTo>
                    <a:pt x="853744" y="1890373"/>
                  </a:lnTo>
                  <a:lnTo>
                    <a:pt x="856588" y="1898172"/>
                  </a:lnTo>
                  <a:lnTo>
                    <a:pt x="853744" y="1905972"/>
                  </a:lnTo>
                  <a:lnTo>
                    <a:pt x="845209" y="1910174"/>
                  </a:lnTo>
                  <a:lnTo>
                    <a:pt x="844678" y="1910222"/>
                  </a:lnTo>
                  <a:lnTo>
                    <a:pt x="843641" y="1910246"/>
                  </a:lnTo>
                  <a:close/>
                </a:path>
                <a:path w="4122420" h="2482215">
                  <a:moveTo>
                    <a:pt x="2054938" y="1910246"/>
                  </a:moveTo>
                  <a:lnTo>
                    <a:pt x="2045664" y="1906473"/>
                  </a:lnTo>
                  <a:lnTo>
                    <a:pt x="2042572" y="1898172"/>
                  </a:lnTo>
                  <a:lnTo>
                    <a:pt x="2045664" y="1889872"/>
                  </a:lnTo>
                  <a:lnTo>
                    <a:pt x="2054938" y="1886098"/>
                  </a:lnTo>
                  <a:lnTo>
                    <a:pt x="2055443" y="1886098"/>
                  </a:lnTo>
                  <a:lnTo>
                    <a:pt x="2056480" y="1886170"/>
                  </a:lnTo>
                  <a:lnTo>
                    <a:pt x="2065029" y="1890373"/>
                  </a:lnTo>
                  <a:lnTo>
                    <a:pt x="2067878" y="1898172"/>
                  </a:lnTo>
                  <a:lnTo>
                    <a:pt x="2065029" y="1905972"/>
                  </a:lnTo>
                  <a:lnTo>
                    <a:pt x="2056480" y="1910174"/>
                  </a:lnTo>
                  <a:lnTo>
                    <a:pt x="2055949" y="1910222"/>
                  </a:lnTo>
                  <a:lnTo>
                    <a:pt x="2054938" y="1910246"/>
                  </a:lnTo>
                  <a:close/>
                </a:path>
                <a:path w="4122420" h="2482215">
                  <a:moveTo>
                    <a:pt x="2206789" y="1910246"/>
                  </a:moveTo>
                  <a:lnTo>
                    <a:pt x="2197501" y="1906473"/>
                  </a:lnTo>
                  <a:lnTo>
                    <a:pt x="2194405" y="1898172"/>
                  </a:lnTo>
                  <a:lnTo>
                    <a:pt x="2197501" y="1889872"/>
                  </a:lnTo>
                  <a:lnTo>
                    <a:pt x="2206789" y="1886098"/>
                  </a:lnTo>
                  <a:lnTo>
                    <a:pt x="2207269" y="1886098"/>
                  </a:lnTo>
                  <a:lnTo>
                    <a:pt x="2208331" y="1886170"/>
                  </a:lnTo>
                  <a:lnTo>
                    <a:pt x="2216866" y="1890373"/>
                  </a:lnTo>
                  <a:lnTo>
                    <a:pt x="2219711" y="1898172"/>
                  </a:lnTo>
                  <a:lnTo>
                    <a:pt x="2216866" y="1905972"/>
                  </a:lnTo>
                  <a:lnTo>
                    <a:pt x="2208331" y="1910174"/>
                  </a:lnTo>
                  <a:lnTo>
                    <a:pt x="2207801" y="1910222"/>
                  </a:lnTo>
                  <a:lnTo>
                    <a:pt x="2206789" y="1910246"/>
                  </a:lnTo>
                  <a:close/>
                </a:path>
                <a:path w="4122420" h="2482215">
                  <a:moveTo>
                    <a:pt x="2433694" y="1910246"/>
                  </a:moveTo>
                  <a:lnTo>
                    <a:pt x="2424405" y="1906473"/>
                  </a:lnTo>
                  <a:lnTo>
                    <a:pt x="2421309" y="1898172"/>
                  </a:lnTo>
                  <a:lnTo>
                    <a:pt x="2424405" y="1889872"/>
                  </a:lnTo>
                  <a:lnTo>
                    <a:pt x="2433694" y="1886098"/>
                  </a:lnTo>
                  <a:lnTo>
                    <a:pt x="2434174" y="1886098"/>
                  </a:lnTo>
                  <a:lnTo>
                    <a:pt x="2435236" y="1886170"/>
                  </a:lnTo>
                  <a:lnTo>
                    <a:pt x="2443771" y="1890373"/>
                  </a:lnTo>
                  <a:lnTo>
                    <a:pt x="2446615" y="1898172"/>
                  </a:lnTo>
                  <a:lnTo>
                    <a:pt x="2443771" y="1905972"/>
                  </a:lnTo>
                  <a:lnTo>
                    <a:pt x="2435236" y="1910174"/>
                  </a:lnTo>
                  <a:lnTo>
                    <a:pt x="2434705" y="1910222"/>
                  </a:lnTo>
                  <a:lnTo>
                    <a:pt x="2433694" y="1910246"/>
                  </a:lnTo>
                  <a:close/>
                </a:path>
                <a:path w="4122420" h="2482215">
                  <a:moveTo>
                    <a:pt x="2661433" y="1910246"/>
                  </a:moveTo>
                  <a:lnTo>
                    <a:pt x="2652159" y="1906473"/>
                  </a:lnTo>
                  <a:lnTo>
                    <a:pt x="2649067" y="1898172"/>
                  </a:lnTo>
                  <a:lnTo>
                    <a:pt x="2652159" y="1889872"/>
                  </a:lnTo>
                  <a:lnTo>
                    <a:pt x="2661433" y="1886098"/>
                  </a:lnTo>
                  <a:lnTo>
                    <a:pt x="2661939" y="1886098"/>
                  </a:lnTo>
                  <a:lnTo>
                    <a:pt x="2662976" y="1886170"/>
                  </a:lnTo>
                  <a:lnTo>
                    <a:pt x="2671524" y="1890373"/>
                  </a:lnTo>
                  <a:lnTo>
                    <a:pt x="2674374" y="1898172"/>
                  </a:lnTo>
                  <a:lnTo>
                    <a:pt x="2671524" y="1905972"/>
                  </a:lnTo>
                  <a:lnTo>
                    <a:pt x="2662976" y="1910174"/>
                  </a:lnTo>
                  <a:lnTo>
                    <a:pt x="2662444" y="1910222"/>
                  </a:lnTo>
                  <a:lnTo>
                    <a:pt x="2661433" y="1910246"/>
                  </a:lnTo>
                  <a:close/>
                </a:path>
                <a:path w="4122420" h="2482215">
                  <a:moveTo>
                    <a:pt x="1911608" y="1910390"/>
                  </a:moveTo>
                  <a:lnTo>
                    <a:pt x="1901873" y="1910390"/>
                  </a:lnTo>
                  <a:lnTo>
                    <a:pt x="1898686" y="1909311"/>
                  </a:lnTo>
                  <a:lnTo>
                    <a:pt x="1896233" y="1906985"/>
                  </a:lnTo>
                  <a:lnTo>
                    <a:pt x="1892812" y="1900688"/>
                  </a:lnTo>
                  <a:lnTo>
                    <a:pt x="1893591" y="1893871"/>
                  </a:lnTo>
                  <a:lnTo>
                    <a:pt x="1898011" y="1888408"/>
                  </a:lnTo>
                  <a:lnTo>
                    <a:pt x="1905514" y="1886170"/>
                  </a:lnTo>
                  <a:lnTo>
                    <a:pt x="1912240" y="1886170"/>
                  </a:lnTo>
                  <a:lnTo>
                    <a:pt x="1918158" y="1891782"/>
                  </a:lnTo>
                  <a:lnTo>
                    <a:pt x="1918158" y="1905738"/>
                  </a:lnTo>
                  <a:lnTo>
                    <a:pt x="1911608" y="1910390"/>
                  </a:lnTo>
                  <a:close/>
                </a:path>
                <a:path w="4122420" h="2482215">
                  <a:moveTo>
                    <a:pt x="2631518" y="1944777"/>
                  </a:moveTo>
                  <a:lnTo>
                    <a:pt x="2621757" y="1944777"/>
                  </a:lnTo>
                  <a:lnTo>
                    <a:pt x="2618495" y="1943698"/>
                  </a:lnTo>
                  <a:lnTo>
                    <a:pt x="2615738" y="1941372"/>
                  </a:lnTo>
                  <a:lnTo>
                    <a:pt x="2612448" y="1934745"/>
                  </a:lnTo>
                  <a:lnTo>
                    <a:pt x="2613428" y="1927974"/>
                  </a:lnTo>
                  <a:lnTo>
                    <a:pt x="2617883" y="1922704"/>
                  </a:lnTo>
                  <a:lnTo>
                    <a:pt x="2625019" y="1920582"/>
                  </a:lnTo>
                  <a:lnTo>
                    <a:pt x="2625019" y="1922164"/>
                  </a:lnTo>
                  <a:lnTo>
                    <a:pt x="2631771" y="1922164"/>
                  </a:lnTo>
                  <a:lnTo>
                    <a:pt x="2636828" y="1926169"/>
                  </a:lnTo>
                  <a:lnTo>
                    <a:pt x="2637688" y="1932572"/>
                  </a:lnTo>
                  <a:lnTo>
                    <a:pt x="2637688" y="1940125"/>
                  </a:lnTo>
                  <a:lnTo>
                    <a:pt x="2631518" y="1944777"/>
                  </a:lnTo>
                  <a:close/>
                </a:path>
                <a:path w="4122420" h="2482215">
                  <a:moveTo>
                    <a:pt x="737054" y="1945161"/>
                  </a:moveTo>
                  <a:lnTo>
                    <a:pt x="727293" y="1945161"/>
                  </a:lnTo>
                  <a:lnTo>
                    <a:pt x="723981" y="1944010"/>
                  </a:lnTo>
                  <a:lnTo>
                    <a:pt x="721199" y="1941372"/>
                  </a:lnTo>
                  <a:lnTo>
                    <a:pt x="717788" y="1935213"/>
                  </a:lnTo>
                  <a:lnTo>
                    <a:pt x="718566" y="1928675"/>
                  </a:lnTo>
                  <a:lnTo>
                    <a:pt x="722981" y="1923486"/>
                  </a:lnTo>
                  <a:lnTo>
                    <a:pt x="730480" y="1921373"/>
                  </a:lnTo>
                  <a:lnTo>
                    <a:pt x="731314" y="1922164"/>
                  </a:lnTo>
                  <a:lnTo>
                    <a:pt x="737231" y="1922164"/>
                  </a:lnTo>
                  <a:lnTo>
                    <a:pt x="742289" y="1926984"/>
                  </a:lnTo>
                  <a:lnTo>
                    <a:pt x="743123" y="1933363"/>
                  </a:lnTo>
                  <a:lnTo>
                    <a:pt x="743123" y="1940341"/>
                  </a:lnTo>
                  <a:lnTo>
                    <a:pt x="737054" y="1945161"/>
                  </a:lnTo>
                  <a:close/>
                </a:path>
                <a:path w="4122420" h="2482215">
                  <a:moveTo>
                    <a:pt x="812234" y="1945161"/>
                  </a:moveTo>
                  <a:lnTo>
                    <a:pt x="802751" y="1945161"/>
                  </a:lnTo>
                  <a:lnTo>
                    <a:pt x="799615" y="1944010"/>
                  </a:lnTo>
                  <a:lnTo>
                    <a:pt x="797112" y="1941372"/>
                  </a:lnTo>
                  <a:lnTo>
                    <a:pt x="793349" y="1935213"/>
                  </a:lnTo>
                  <a:lnTo>
                    <a:pt x="794166" y="1928675"/>
                  </a:lnTo>
                  <a:lnTo>
                    <a:pt x="798776" y="1923486"/>
                  </a:lnTo>
                  <a:lnTo>
                    <a:pt x="806392" y="1921373"/>
                  </a:lnTo>
                  <a:lnTo>
                    <a:pt x="807252" y="1922164"/>
                  </a:lnTo>
                  <a:lnTo>
                    <a:pt x="813144" y="1922164"/>
                  </a:lnTo>
                  <a:lnTo>
                    <a:pt x="818202" y="1926984"/>
                  </a:lnTo>
                  <a:lnTo>
                    <a:pt x="819062" y="1933363"/>
                  </a:lnTo>
                  <a:lnTo>
                    <a:pt x="818480" y="1940341"/>
                  </a:lnTo>
                  <a:lnTo>
                    <a:pt x="812234" y="1945161"/>
                  </a:lnTo>
                  <a:close/>
                </a:path>
                <a:path w="4122420" h="2482215">
                  <a:moveTo>
                    <a:pt x="1267637" y="1945161"/>
                  </a:moveTo>
                  <a:lnTo>
                    <a:pt x="1257876" y="1945161"/>
                  </a:lnTo>
                  <a:lnTo>
                    <a:pt x="1254563" y="1944010"/>
                  </a:lnTo>
                  <a:lnTo>
                    <a:pt x="1251781" y="1941372"/>
                  </a:lnTo>
                  <a:lnTo>
                    <a:pt x="1248370" y="1935213"/>
                  </a:lnTo>
                  <a:lnTo>
                    <a:pt x="1249148" y="1928675"/>
                  </a:lnTo>
                  <a:lnTo>
                    <a:pt x="1253563" y="1923486"/>
                  </a:lnTo>
                  <a:lnTo>
                    <a:pt x="1261062" y="1921373"/>
                  </a:lnTo>
                  <a:lnTo>
                    <a:pt x="1261062" y="1922164"/>
                  </a:lnTo>
                  <a:lnTo>
                    <a:pt x="1267813" y="1922164"/>
                  </a:lnTo>
                  <a:lnTo>
                    <a:pt x="1272871" y="1926984"/>
                  </a:lnTo>
                  <a:lnTo>
                    <a:pt x="1273706" y="1933363"/>
                  </a:lnTo>
                  <a:lnTo>
                    <a:pt x="1273706" y="1940341"/>
                  </a:lnTo>
                  <a:lnTo>
                    <a:pt x="1267637" y="1945161"/>
                  </a:lnTo>
                  <a:close/>
                </a:path>
                <a:path w="4122420" h="2482215">
                  <a:moveTo>
                    <a:pt x="2555680" y="1945161"/>
                  </a:moveTo>
                  <a:lnTo>
                    <a:pt x="2545919" y="1945161"/>
                  </a:lnTo>
                  <a:lnTo>
                    <a:pt x="2542607" y="1944010"/>
                  </a:lnTo>
                  <a:lnTo>
                    <a:pt x="2539826" y="1941372"/>
                  </a:lnTo>
                  <a:lnTo>
                    <a:pt x="2536532" y="1935213"/>
                  </a:lnTo>
                  <a:lnTo>
                    <a:pt x="2537505" y="1928675"/>
                  </a:lnTo>
                  <a:lnTo>
                    <a:pt x="2541959" y="1923486"/>
                  </a:lnTo>
                  <a:lnTo>
                    <a:pt x="2549106" y="1921373"/>
                  </a:lnTo>
                  <a:lnTo>
                    <a:pt x="2549106" y="1922164"/>
                  </a:lnTo>
                  <a:lnTo>
                    <a:pt x="2555858" y="1922164"/>
                  </a:lnTo>
                  <a:lnTo>
                    <a:pt x="2560915" y="1926984"/>
                  </a:lnTo>
                  <a:lnTo>
                    <a:pt x="2561750" y="1933363"/>
                  </a:lnTo>
                  <a:lnTo>
                    <a:pt x="2561750" y="1940341"/>
                  </a:lnTo>
                  <a:lnTo>
                    <a:pt x="2555680" y="1945161"/>
                  </a:lnTo>
                  <a:close/>
                </a:path>
                <a:path w="4122420" h="2482215">
                  <a:moveTo>
                    <a:pt x="888805" y="1945569"/>
                  </a:moveTo>
                  <a:lnTo>
                    <a:pt x="879044" y="1945569"/>
                  </a:lnTo>
                  <a:lnTo>
                    <a:pt x="875781" y="1944514"/>
                  </a:lnTo>
                  <a:lnTo>
                    <a:pt x="873025" y="1942164"/>
                  </a:lnTo>
                  <a:lnTo>
                    <a:pt x="869735" y="1935546"/>
                  </a:lnTo>
                  <a:lnTo>
                    <a:pt x="870715" y="1928774"/>
                  </a:lnTo>
                  <a:lnTo>
                    <a:pt x="875170" y="1923499"/>
                  </a:lnTo>
                  <a:lnTo>
                    <a:pt x="882306" y="1921373"/>
                  </a:lnTo>
                  <a:lnTo>
                    <a:pt x="882306" y="1922164"/>
                  </a:lnTo>
                  <a:lnTo>
                    <a:pt x="889057" y="1922164"/>
                  </a:lnTo>
                  <a:lnTo>
                    <a:pt x="894975" y="1926984"/>
                  </a:lnTo>
                  <a:lnTo>
                    <a:pt x="894975" y="1940941"/>
                  </a:lnTo>
                  <a:lnTo>
                    <a:pt x="888805" y="1945569"/>
                  </a:lnTo>
                  <a:close/>
                </a:path>
                <a:path w="4122420" h="2482215">
                  <a:moveTo>
                    <a:pt x="964717" y="1945569"/>
                  </a:moveTo>
                  <a:lnTo>
                    <a:pt x="955336" y="1945569"/>
                  </a:lnTo>
                  <a:lnTo>
                    <a:pt x="952251" y="1944514"/>
                  </a:lnTo>
                  <a:lnTo>
                    <a:pt x="949798" y="1942164"/>
                  </a:lnTo>
                  <a:lnTo>
                    <a:pt x="946011" y="1935546"/>
                  </a:lnTo>
                  <a:lnTo>
                    <a:pt x="946735" y="1928774"/>
                  </a:lnTo>
                  <a:lnTo>
                    <a:pt x="951096" y="1923499"/>
                  </a:lnTo>
                  <a:lnTo>
                    <a:pt x="958219" y="1921373"/>
                  </a:lnTo>
                  <a:lnTo>
                    <a:pt x="958219" y="1922164"/>
                  </a:lnTo>
                  <a:lnTo>
                    <a:pt x="964971" y="1922164"/>
                  </a:lnTo>
                  <a:lnTo>
                    <a:pt x="970888" y="1926984"/>
                  </a:lnTo>
                  <a:lnTo>
                    <a:pt x="970888" y="1940941"/>
                  </a:lnTo>
                  <a:lnTo>
                    <a:pt x="964717" y="1945569"/>
                  </a:lnTo>
                  <a:close/>
                </a:path>
                <a:path w="4122420" h="2482215">
                  <a:moveTo>
                    <a:pt x="1040631" y="1945569"/>
                  </a:moveTo>
                  <a:lnTo>
                    <a:pt x="1030870" y="1945569"/>
                  </a:lnTo>
                  <a:lnTo>
                    <a:pt x="1027608" y="1944514"/>
                  </a:lnTo>
                  <a:lnTo>
                    <a:pt x="1024876" y="1942164"/>
                  </a:lnTo>
                  <a:lnTo>
                    <a:pt x="1021572" y="1935546"/>
                  </a:lnTo>
                  <a:lnTo>
                    <a:pt x="1022547" y="1928774"/>
                  </a:lnTo>
                  <a:lnTo>
                    <a:pt x="1027007" y="1923499"/>
                  </a:lnTo>
                  <a:lnTo>
                    <a:pt x="1034157" y="1921373"/>
                  </a:lnTo>
                  <a:lnTo>
                    <a:pt x="1034157" y="1922164"/>
                  </a:lnTo>
                  <a:lnTo>
                    <a:pt x="1040883" y="1922164"/>
                  </a:lnTo>
                  <a:lnTo>
                    <a:pt x="1046801" y="1926984"/>
                  </a:lnTo>
                  <a:lnTo>
                    <a:pt x="1046801" y="1940941"/>
                  </a:lnTo>
                  <a:lnTo>
                    <a:pt x="1040631" y="1945569"/>
                  </a:lnTo>
                  <a:close/>
                </a:path>
                <a:path w="4122420" h="2482215">
                  <a:moveTo>
                    <a:pt x="1343474" y="1945569"/>
                  </a:moveTo>
                  <a:lnTo>
                    <a:pt x="1334092" y="1945569"/>
                  </a:lnTo>
                  <a:lnTo>
                    <a:pt x="1331007" y="1944514"/>
                  </a:lnTo>
                  <a:lnTo>
                    <a:pt x="1328529" y="1942164"/>
                  </a:lnTo>
                  <a:lnTo>
                    <a:pt x="1324753" y="1935546"/>
                  </a:lnTo>
                  <a:lnTo>
                    <a:pt x="1325479" y="1928774"/>
                  </a:lnTo>
                  <a:lnTo>
                    <a:pt x="1329841" y="1923499"/>
                  </a:lnTo>
                  <a:lnTo>
                    <a:pt x="1336975" y="1921373"/>
                  </a:lnTo>
                  <a:lnTo>
                    <a:pt x="1336975" y="1922164"/>
                  </a:lnTo>
                  <a:lnTo>
                    <a:pt x="1343727" y="1922164"/>
                  </a:lnTo>
                  <a:lnTo>
                    <a:pt x="1349619" y="1926984"/>
                  </a:lnTo>
                  <a:lnTo>
                    <a:pt x="1349619" y="1940941"/>
                  </a:lnTo>
                  <a:lnTo>
                    <a:pt x="1343474" y="1945569"/>
                  </a:lnTo>
                  <a:close/>
                </a:path>
                <a:path w="4122420" h="2482215">
                  <a:moveTo>
                    <a:pt x="1570378" y="1945569"/>
                  </a:moveTo>
                  <a:lnTo>
                    <a:pt x="1560997" y="1945569"/>
                  </a:lnTo>
                  <a:lnTo>
                    <a:pt x="1557912" y="1944514"/>
                  </a:lnTo>
                  <a:lnTo>
                    <a:pt x="1555433" y="1942164"/>
                  </a:lnTo>
                  <a:lnTo>
                    <a:pt x="1551670" y="1935546"/>
                  </a:lnTo>
                  <a:lnTo>
                    <a:pt x="1552488" y="1928774"/>
                  </a:lnTo>
                  <a:lnTo>
                    <a:pt x="1557098" y="1923499"/>
                  </a:lnTo>
                  <a:lnTo>
                    <a:pt x="1564714" y="1921373"/>
                  </a:lnTo>
                  <a:lnTo>
                    <a:pt x="1564714" y="1922164"/>
                  </a:lnTo>
                  <a:lnTo>
                    <a:pt x="1571466" y="1922164"/>
                  </a:lnTo>
                  <a:lnTo>
                    <a:pt x="1576523" y="1926984"/>
                  </a:lnTo>
                  <a:lnTo>
                    <a:pt x="1576523" y="1940941"/>
                  </a:lnTo>
                  <a:lnTo>
                    <a:pt x="1570378" y="1945569"/>
                  </a:lnTo>
                  <a:close/>
                </a:path>
                <a:path w="4122420" h="2482215">
                  <a:moveTo>
                    <a:pt x="1722205" y="1945569"/>
                  </a:moveTo>
                  <a:lnTo>
                    <a:pt x="1712823" y="1945569"/>
                  </a:lnTo>
                  <a:lnTo>
                    <a:pt x="1709738" y="1944514"/>
                  </a:lnTo>
                  <a:lnTo>
                    <a:pt x="1707285" y="1942164"/>
                  </a:lnTo>
                  <a:lnTo>
                    <a:pt x="1703498" y="1935546"/>
                  </a:lnTo>
                  <a:lnTo>
                    <a:pt x="1704222" y="1928774"/>
                  </a:lnTo>
                  <a:lnTo>
                    <a:pt x="1708583" y="1923499"/>
                  </a:lnTo>
                  <a:lnTo>
                    <a:pt x="1715706" y="1921373"/>
                  </a:lnTo>
                  <a:lnTo>
                    <a:pt x="1715706" y="1922164"/>
                  </a:lnTo>
                  <a:lnTo>
                    <a:pt x="1722458" y="1922164"/>
                  </a:lnTo>
                  <a:lnTo>
                    <a:pt x="1728375" y="1926984"/>
                  </a:lnTo>
                  <a:lnTo>
                    <a:pt x="1728375" y="1940941"/>
                  </a:lnTo>
                  <a:lnTo>
                    <a:pt x="1722205" y="1945569"/>
                  </a:lnTo>
                  <a:close/>
                </a:path>
                <a:path w="4122420" h="2482215">
                  <a:moveTo>
                    <a:pt x="1798118" y="1945569"/>
                  </a:moveTo>
                  <a:lnTo>
                    <a:pt x="1788357" y="1945569"/>
                  </a:lnTo>
                  <a:lnTo>
                    <a:pt x="1785095" y="1944514"/>
                  </a:lnTo>
                  <a:lnTo>
                    <a:pt x="1782338" y="1942164"/>
                  </a:lnTo>
                  <a:lnTo>
                    <a:pt x="1779048" y="1935546"/>
                  </a:lnTo>
                  <a:lnTo>
                    <a:pt x="1780028" y="1928774"/>
                  </a:lnTo>
                  <a:lnTo>
                    <a:pt x="1784483" y="1923499"/>
                  </a:lnTo>
                  <a:lnTo>
                    <a:pt x="1791619" y="1921373"/>
                  </a:lnTo>
                  <a:lnTo>
                    <a:pt x="1791619" y="1922164"/>
                  </a:lnTo>
                  <a:lnTo>
                    <a:pt x="1798371" y="1922164"/>
                  </a:lnTo>
                  <a:lnTo>
                    <a:pt x="1804288" y="1926984"/>
                  </a:lnTo>
                  <a:lnTo>
                    <a:pt x="1804288" y="1940941"/>
                  </a:lnTo>
                  <a:lnTo>
                    <a:pt x="1798118" y="1945569"/>
                  </a:lnTo>
                  <a:close/>
                </a:path>
                <a:path w="4122420" h="2482215">
                  <a:moveTo>
                    <a:pt x="1874031" y="1945569"/>
                  </a:moveTo>
                  <a:lnTo>
                    <a:pt x="1864270" y="1945569"/>
                  </a:lnTo>
                  <a:lnTo>
                    <a:pt x="1861008" y="1944514"/>
                  </a:lnTo>
                  <a:lnTo>
                    <a:pt x="1858277" y="1942164"/>
                  </a:lnTo>
                  <a:lnTo>
                    <a:pt x="1854851" y="1935546"/>
                  </a:lnTo>
                  <a:lnTo>
                    <a:pt x="1855622" y="1928774"/>
                  </a:lnTo>
                  <a:lnTo>
                    <a:pt x="1860033" y="1923499"/>
                  </a:lnTo>
                  <a:lnTo>
                    <a:pt x="1867532" y="1921373"/>
                  </a:lnTo>
                  <a:lnTo>
                    <a:pt x="1867532" y="1922164"/>
                  </a:lnTo>
                  <a:lnTo>
                    <a:pt x="1874284" y="1922164"/>
                  </a:lnTo>
                  <a:lnTo>
                    <a:pt x="1879341" y="1926984"/>
                  </a:lnTo>
                  <a:lnTo>
                    <a:pt x="1880201" y="1933363"/>
                  </a:lnTo>
                  <a:lnTo>
                    <a:pt x="1880201" y="1940941"/>
                  </a:lnTo>
                  <a:lnTo>
                    <a:pt x="1874031" y="1945569"/>
                  </a:lnTo>
                  <a:close/>
                </a:path>
                <a:path w="4122420" h="2482215">
                  <a:moveTo>
                    <a:pt x="2176874" y="1945569"/>
                  </a:moveTo>
                  <a:lnTo>
                    <a:pt x="2167088" y="1945569"/>
                  </a:lnTo>
                  <a:lnTo>
                    <a:pt x="2163826" y="1944514"/>
                  </a:lnTo>
                  <a:lnTo>
                    <a:pt x="2161094" y="1942164"/>
                  </a:lnTo>
                  <a:lnTo>
                    <a:pt x="2157801" y="1935546"/>
                  </a:lnTo>
                  <a:lnTo>
                    <a:pt x="2158774" y="1928774"/>
                  </a:lnTo>
                  <a:lnTo>
                    <a:pt x="2163228" y="1923499"/>
                  </a:lnTo>
                  <a:lnTo>
                    <a:pt x="2170375" y="1921373"/>
                  </a:lnTo>
                  <a:lnTo>
                    <a:pt x="2170375" y="1922164"/>
                  </a:lnTo>
                  <a:lnTo>
                    <a:pt x="2177127" y="1922164"/>
                  </a:lnTo>
                  <a:lnTo>
                    <a:pt x="2183019" y="1926984"/>
                  </a:lnTo>
                  <a:lnTo>
                    <a:pt x="2183019" y="1940941"/>
                  </a:lnTo>
                  <a:lnTo>
                    <a:pt x="2176874" y="1945569"/>
                  </a:lnTo>
                  <a:close/>
                </a:path>
                <a:path w="4122420" h="2482215">
                  <a:moveTo>
                    <a:pt x="2252787" y="1945569"/>
                  </a:moveTo>
                  <a:lnTo>
                    <a:pt x="2243026" y="1945569"/>
                  </a:lnTo>
                  <a:lnTo>
                    <a:pt x="2239738" y="1944514"/>
                  </a:lnTo>
                  <a:lnTo>
                    <a:pt x="2237008" y="1942164"/>
                  </a:lnTo>
                  <a:lnTo>
                    <a:pt x="2233714" y="1935546"/>
                  </a:lnTo>
                  <a:lnTo>
                    <a:pt x="2234688" y="1928774"/>
                  </a:lnTo>
                  <a:lnTo>
                    <a:pt x="2239141" y="1923499"/>
                  </a:lnTo>
                  <a:lnTo>
                    <a:pt x="2246288" y="1921373"/>
                  </a:lnTo>
                  <a:lnTo>
                    <a:pt x="2246288" y="1922164"/>
                  </a:lnTo>
                  <a:lnTo>
                    <a:pt x="2253040" y="1922164"/>
                  </a:lnTo>
                  <a:lnTo>
                    <a:pt x="2258932" y="1926984"/>
                  </a:lnTo>
                  <a:lnTo>
                    <a:pt x="2258932" y="1940941"/>
                  </a:lnTo>
                  <a:lnTo>
                    <a:pt x="2252787" y="1945569"/>
                  </a:lnTo>
                  <a:close/>
                </a:path>
                <a:path w="4122420" h="2482215">
                  <a:moveTo>
                    <a:pt x="2403779" y="1945569"/>
                  </a:moveTo>
                  <a:lnTo>
                    <a:pt x="2394397" y="1945569"/>
                  </a:lnTo>
                  <a:lnTo>
                    <a:pt x="2391312" y="1944514"/>
                  </a:lnTo>
                  <a:lnTo>
                    <a:pt x="2388834" y="1942164"/>
                  </a:lnTo>
                  <a:lnTo>
                    <a:pt x="2385058" y="1935546"/>
                  </a:lnTo>
                  <a:lnTo>
                    <a:pt x="2385784" y="1928774"/>
                  </a:lnTo>
                  <a:lnTo>
                    <a:pt x="2390146" y="1923499"/>
                  </a:lnTo>
                  <a:lnTo>
                    <a:pt x="2397280" y="1921373"/>
                  </a:lnTo>
                  <a:lnTo>
                    <a:pt x="2397280" y="1922164"/>
                  </a:lnTo>
                  <a:lnTo>
                    <a:pt x="2404031" y="1922164"/>
                  </a:lnTo>
                  <a:lnTo>
                    <a:pt x="2409924" y="1926984"/>
                  </a:lnTo>
                  <a:lnTo>
                    <a:pt x="2409924" y="1940941"/>
                  </a:lnTo>
                  <a:lnTo>
                    <a:pt x="2403779" y="1945569"/>
                  </a:lnTo>
                  <a:close/>
                </a:path>
                <a:path w="4122420" h="2482215">
                  <a:moveTo>
                    <a:pt x="207711" y="1945929"/>
                  </a:moveTo>
                  <a:lnTo>
                    <a:pt x="197975" y="1945929"/>
                  </a:lnTo>
                  <a:lnTo>
                    <a:pt x="194789" y="1944777"/>
                  </a:lnTo>
                  <a:lnTo>
                    <a:pt x="192311" y="1942164"/>
                  </a:lnTo>
                  <a:lnTo>
                    <a:pt x="188900" y="1935880"/>
                  </a:lnTo>
                  <a:lnTo>
                    <a:pt x="189678" y="1929071"/>
                  </a:lnTo>
                  <a:lnTo>
                    <a:pt x="194092" y="1923610"/>
                  </a:lnTo>
                  <a:lnTo>
                    <a:pt x="201591" y="1921373"/>
                  </a:lnTo>
                  <a:lnTo>
                    <a:pt x="200757" y="1922164"/>
                  </a:lnTo>
                  <a:lnTo>
                    <a:pt x="208343" y="1922164"/>
                  </a:lnTo>
                  <a:lnTo>
                    <a:pt x="213401" y="1926984"/>
                  </a:lnTo>
                  <a:lnTo>
                    <a:pt x="214235" y="1933363"/>
                  </a:lnTo>
                  <a:lnTo>
                    <a:pt x="214235" y="1940917"/>
                  </a:lnTo>
                  <a:lnTo>
                    <a:pt x="207711" y="1945929"/>
                  </a:lnTo>
                  <a:close/>
                </a:path>
                <a:path w="4122420" h="2482215">
                  <a:moveTo>
                    <a:pt x="283624" y="1945929"/>
                  </a:moveTo>
                  <a:lnTo>
                    <a:pt x="273888" y="1945929"/>
                  </a:lnTo>
                  <a:lnTo>
                    <a:pt x="270702" y="1944777"/>
                  </a:lnTo>
                  <a:lnTo>
                    <a:pt x="268224" y="1942164"/>
                  </a:lnTo>
                  <a:lnTo>
                    <a:pt x="264461" y="1935880"/>
                  </a:lnTo>
                  <a:lnTo>
                    <a:pt x="265278" y="1929071"/>
                  </a:lnTo>
                  <a:lnTo>
                    <a:pt x="269888" y="1923610"/>
                  </a:lnTo>
                  <a:lnTo>
                    <a:pt x="277505" y="1921373"/>
                  </a:lnTo>
                  <a:lnTo>
                    <a:pt x="276670" y="1922164"/>
                  </a:lnTo>
                  <a:lnTo>
                    <a:pt x="284226" y="1922164"/>
                  </a:lnTo>
                  <a:lnTo>
                    <a:pt x="289364" y="1927392"/>
                  </a:lnTo>
                  <a:lnTo>
                    <a:pt x="290174" y="1933363"/>
                  </a:lnTo>
                  <a:lnTo>
                    <a:pt x="290174" y="1940917"/>
                  </a:lnTo>
                  <a:lnTo>
                    <a:pt x="283624" y="1945929"/>
                  </a:lnTo>
                  <a:close/>
                </a:path>
                <a:path w="4122420" h="2482215">
                  <a:moveTo>
                    <a:pt x="284226" y="1922164"/>
                  </a:moveTo>
                  <a:lnTo>
                    <a:pt x="276670" y="1922164"/>
                  </a:lnTo>
                  <a:lnTo>
                    <a:pt x="277530" y="1922092"/>
                  </a:lnTo>
                  <a:lnTo>
                    <a:pt x="284155" y="1922092"/>
                  </a:lnTo>
                  <a:close/>
                </a:path>
                <a:path w="4122420" h="2482215">
                  <a:moveTo>
                    <a:pt x="1419387" y="1945929"/>
                  </a:moveTo>
                  <a:lnTo>
                    <a:pt x="1409626" y="1945929"/>
                  </a:lnTo>
                  <a:lnTo>
                    <a:pt x="1406364" y="1944777"/>
                  </a:lnTo>
                  <a:lnTo>
                    <a:pt x="1403607" y="1942164"/>
                  </a:lnTo>
                  <a:lnTo>
                    <a:pt x="1400314" y="1935880"/>
                  </a:lnTo>
                  <a:lnTo>
                    <a:pt x="1401287" y="1929071"/>
                  </a:lnTo>
                  <a:lnTo>
                    <a:pt x="1405741" y="1923610"/>
                  </a:lnTo>
                  <a:lnTo>
                    <a:pt x="1412888" y="1921373"/>
                  </a:lnTo>
                  <a:lnTo>
                    <a:pt x="1412888" y="1922164"/>
                  </a:lnTo>
                  <a:lnTo>
                    <a:pt x="1419640" y="1922164"/>
                  </a:lnTo>
                  <a:lnTo>
                    <a:pt x="1425532" y="1926984"/>
                  </a:lnTo>
                  <a:lnTo>
                    <a:pt x="1425532" y="1940917"/>
                  </a:lnTo>
                  <a:lnTo>
                    <a:pt x="1419387" y="1945929"/>
                  </a:lnTo>
                  <a:close/>
                </a:path>
                <a:path w="4122420" h="2482215">
                  <a:moveTo>
                    <a:pt x="1494921" y="1945929"/>
                  </a:moveTo>
                  <a:lnTo>
                    <a:pt x="1485185" y="1945929"/>
                  </a:lnTo>
                  <a:lnTo>
                    <a:pt x="1481999" y="1944777"/>
                  </a:lnTo>
                  <a:lnTo>
                    <a:pt x="1479521" y="1942164"/>
                  </a:lnTo>
                  <a:lnTo>
                    <a:pt x="1475758" y="1935880"/>
                  </a:lnTo>
                  <a:lnTo>
                    <a:pt x="1476575" y="1929071"/>
                  </a:lnTo>
                  <a:lnTo>
                    <a:pt x="1481185" y="1923610"/>
                  </a:lnTo>
                  <a:lnTo>
                    <a:pt x="1488801" y="1921373"/>
                  </a:lnTo>
                  <a:lnTo>
                    <a:pt x="1488801" y="1922164"/>
                  </a:lnTo>
                  <a:lnTo>
                    <a:pt x="1495553" y="1922164"/>
                  </a:lnTo>
                  <a:lnTo>
                    <a:pt x="1500610" y="1926984"/>
                  </a:lnTo>
                  <a:lnTo>
                    <a:pt x="1501445" y="1933363"/>
                  </a:lnTo>
                  <a:lnTo>
                    <a:pt x="1501445" y="1940917"/>
                  </a:lnTo>
                  <a:lnTo>
                    <a:pt x="1494921" y="1945929"/>
                  </a:lnTo>
                  <a:close/>
                </a:path>
                <a:path w="4122420" h="2482215">
                  <a:moveTo>
                    <a:pt x="1949590" y="1945929"/>
                  </a:moveTo>
                  <a:lnTo>
                    <a:pt x="1939829" y="1945929"/>
                  </a:lnTo>
                  <a:lnTo>
                    <a:pt x="1936643" y="1944777"/>
                  </a:lnTo>
                  <a:lnTo>
                    <a:pt x="1934190" y="1942164"/>
                  </a:lnTo>
                  <a:lnTo>
                    <a:pt x="1930416" y="1935880"/>
                  </a:lnTo>
                  <a:lnTo>
                    <a:pt x="1931234" y="1929071"/>
                  </a:lnTo>
                  <a:lnTo>
                    <a:pt x="1935851" y="1923610"/>
                  </a:lnTo>
                  <a:lnTo>
                    <a:pt x="1943470" y="1921373"/>
                  </a:lnTo>
                  <a:lnTo>
                    <a:pt x="1943470" y="1922164"/>
                  </a:lnTo>
                  <a:lnTo>
                    <a:pt x="1950197" y="1922164"/>
                  </a:lnTo>
                  <a:lnTo>
                    <a:pt x="1955280" y="1926984"/>
                  </a:lnTo>
                  <a:lnTo>
                    <a:pt x="1956114" y="1933363"/>
                  </a:lnTo>
                  <a:lnTo>
                    <a:pt x="1956114" y="1940917"/>
                  </a:lnTo>
                  <a:lnTo>
                    <a:pt x="1949590" y="1945929"/>
                  </a:lnTo>
                  <a:close/>
                </a:path>
                <a:path w="4122420" h="2482215">
                  <a:moveTo>
                    <a:pt x="131419" y="1945952"/>
                  </a:moveTo>
                  <a:lnTo>
                    <a:pt x="122037" y="1945952"/>
                  </a:lnTo>
                  <a:lnTo>
                    <a:pt x="118901" y="1944801"/>
                  </a:lnTo>
                  <a:lnTo>
                    <a:pt x="116398" y="1942164"/>
                  </a:lnTo>
                  <a:lnTo>
                    <a:pt x="112611" y="1936004"/>
                  </a:lnTo>
                  <a:lnTo>
                    <a:pt x="113338" y="1929466"/>
                  </a:lnTo>
                  <a:lnTo>
                    <a:pt x="117707" y="1924277"/>
                  </a:lnTo>
                  <a:lnTo>
                    <a:pt x="124844" y="1922164"/>
                  </a:lnTo>
                  <a:lnTo>
                    <a:pt x="132430" y="1922164"/>
                  </a:lnTo>
                  <a:lnTo>
                    <a:pt x="137488" y="1926984"/>
                  </a:lnTo>
                  <a:lnTo>
                    <a:pt x="137488" y="1941156"/>
                  </a:lnTo>
                  <a:lnTo>
                    <a:pt x="131419" y="1945952"/>
                  </a:lnTo>
                  <a:close/>
                </a:path>
                <a:path w="4122420" h="2482215">
                  <a:moveTo>
                    <a:pt x="359158" y="1945952"/>
                  </a:moveTo>
                  <a:lnTo>
                    <a:pt x="349397" y="1945952"/>
                  </a:lnTo>
                  <a:lnTo>
                    <a:pt x="346084" y="1944801"/>
                  </a:lnTo>
                  <a:lnTo>
                    <a:pt x="343303" y="1942164"/>
                  </a:lnTo>
                  <a:lnTo>
                    <a:pt x="339892" y="1936004"/>
                  </a:lnTo>
                  <a:lnTo>
                    <a:pt x="340669" y="1929466"/>
                  </a:lnTo>
                  <a:lnTo>
                    <a:pt x="345084" y="1924277"/>
                  </a:lnTo>
                  <a:lnTo>
                    <a:pt x="352583" y="1922164"/>
                  </a:lnTo>
                  <a:lnTo>
                    <a:pt x="359335" y="1922164"/>
                  </a:lnTo>
                  <a:lnTo>
                    <a:pt x="365227" y="1926984"/>
                  </a:lnTo>
                  <a:lnTo>
                    <a:pt x="365227" y="1941156"/>
                  </a:lnTo>
                  <a:lnTo>
                    <a:pt x="359158" y="1945952"/>
                  </a:lnTo>
                  <a:close/>
                </a:path>
                <a:path w="4122420" h="2482215">
                  <a:moveTo>
                    <a:pt x="434338" y="1945952"/>
                  </a:moveTo>
                  <a:lnTo>
                    <a:pt x="424855" y="1945952"/>
                  </a:lnTo>
                  <a:lnTo>
                    <a:pt x="421719" y="1944801"/>
                  </a:lnTo>
                  <a:lnTo>
                    <a:pt x="419215" y="1942164"/>
                  </a:lnTo>
                  <a:lnTo>
                    <a:pt x="415452" y="1936004"/>
                  </a:lnTo>
                  <a:lnTo>
                    <a:pt x="416270" y="1929466"/>
                  </a:lnTo>
                  <a:lnTo>
                    <a:pt x="420880" y="1924277"/>
                  </a:lnTo>
                  <a:lnTo>
                    <a:pt x="428496" y="1922164"/>
                  </a:lnTo>
                  <a:lnTo>
                    <a:pt x="435248" y="1922164"/>
                  </a:lnTo>
                  <a:lnTo>
                    <a:pt x="441165" y="1927776"/>
                  </a:lnTo>
                  <a:lnTo>
                    <a:pt x="441165" y="1934178"/>
                  </a:lnTo>
                  <a:lnTo>
                    <a:pt x="440583" y="1941156"/>
                  </a:lnTo>
                  <a:lnTo>
                    <a:pt x="434338" y="1945952"/>
                  </a:lnTo>
                  <a:close/>
                </a:path>
                <a:path w="4122420" h="2482215">
                  <a:moveTo>
                    <a:pt x="586063" y="1945952"/>
                  </a:moveTo>
                  <a:lnTo>
                    <a:pt x="576681" y="1945952"/>
                  </a:lnTo>
                  <a:lnTo>
                    <a:pt x="573545" y="1944801"/>
                  </a:lnTo>
                  <a:lnTo>
                    <a:pt x="571067" y="1942164"/>
                  </a:lnTo>
                  <a:lnTo>
                    <a:pt x="567276" y="1936004"/>
                  </a:lnTo>
                  <a:lnTo>
                    <a:pt x="567995" y="1929466"/>
                  </a:lnTo>
                  <a:lnTo>
                    <a:pt x="572354" y="1924277"/>
                  </a:lnTo>
                  <a:lnTo>
                    <a:pt x="579488" y="1922164"/>
                  </a:lnTo>
                  <a:lnTo>
                    <a:pt x="586240" y="1922164"/>
                  </a:lnTo>
                  <a:lnTo>
                    <a:pt x="592131" y="1926984"/>
                  </a:lnTo>
                  <a:lnTo>
                    <a:pt x="592131" y="1941156"/>
                  </a:lnTo>
                  <a:lnTo>
                    <a:pt x="586063" y="1945952"/>
                  </a:lnTo>
                  <a:close/>
                </a:path>
                <a:path w="4122420" h="2482215">
                  <a:moveTo>
                    <a:pt x="1116645" y="1945952"/>
                  </a:moveTo>
                  <a:lnTo>
                    <a:pt x="1106884" y="1945952"/>
                  </a:lnTo>
                  <a:lnTo>
                    <a:pt x="1103571" y="1944801"/>
                  </a:lnTo>
                  <a:lnTo>
                    <a:pt x="1100790" y="1942164"/>
                  </a:lnTo>
                  <a:lnTo>
                    <a:pt x="1097379" y="1936004"/>
                  </a:lnTo>
                  <a:lnTo>
                    <a:pt x="1098157" y="1929466"/>
                  </a:lnTo>
                  <a:lnTo>
                    <a:pt x="1102571" y="1924277"/>
                  </a:lnTo>
                  <a:lnTo>
                    <a:pt x="1110070" y="1922164"/>
                  </a:lnTo>
                  <a:lnTo>
                    <a:pt x="1116822" y="1922164"/>
                  </a:lnTo>
                  <a:lnTo>
                    <a:pt x="1122714" y="1926984"/>
                  </a:lnTo>
                  <a:lnTo>
                    <a:pt x="1122714" y="1941156"/>
                  </a:lnTo>
                  <a:lnTo>
                    <a:pt x="1116645" y="1945952"/>
                  </a:lnTo>
                  <a:close/>
                </a:path>
                <a:path w="4122420" h="2482215">
                  <a:moveTo>
                    <a:pt x="1646367" y="1945952"/>
                  </a:moveTo>
                  <a:lnTo>
                    <a:pt x="1636986" y="1945952"/>
                  </a:lnTo>
                  <a:lnTo>
                    <a:pt x="1633850" y="1944801"/>
                  </a:lnTo>
                  <a:lnTo>
                    <a:pt x="1631347" y="1942164"/>
                  </a:lnTo>
                  <a:lnTo>
                    <a:pt x="1627571" y="1936004"/>
                  </a:lnTo>
                  <a:lnTo>
                    <a:pt x="1628296" y="1929466"/>
                  </a:lnTo>
                  <a:lnTo>
                    <a:pt x="1632659" y="1924277"/>
                  </a:lnTo>
                  <a:lnTo>
                    <a:pt x="1639793" y="1922164"/>
                  </a:lnTo>
                  <a:lnTo>
                    <a:pt x="1647379" y="1922164"/>
                  </a:lnTo>
                  <a:lnTo>
                    <a:pt x="1652437" y="1927776"/>
                  </a:lnTo>
                  <a:lnTo>
                    <a:pt x="1652437" y="1941156"/>
                  </a:lnTo>
                  <a:lnTo>
                    <a:pt x="1646367" y="1945952"/>
                  </a:lnTo>
                  <a:close/>
                </a:path>
                <a:path w="4122420" h="2482215">
                  <a:moveTo>
                    <a:pt x="2025124" y="1945952"/>
                  </a:moveTo>
                  <a:lnTo>
                    <a:pt x="2015742" y="1945952"/>
                  </a:lnTo>
                  <a:lnTo>
                    <a:pt x="2012606" y="1944801"/>
                  </a:lnTo>
                  <a:lnTo>
                    <a:pt x="2010103" y="1942164"/>
                  </a:lnTo>
                  <a:lnTo>
                    <a:pt x="2006316" y="1936004"/>
                  </a:lnTo>
                  <a:lnTo>
                    <a:pt x="2007040" y="1929466"/>
                  </a:lnTo>
                  <a:lnTo>
                    <a:pt x="2011401" y="1924277"/>
                  </a:lnTo>
                  <a:lnTo>
                    <a:pt x="2018524" y="1922164"/>
                  </a:lnTo>
                  <a:lnTo>
                    <a:pt x="2026135" y="1922164"/>
                  </a:lnTo>
                  <a:lnTo>
                    <a:pt x="2031192" y="1927776"/>
                  </a:lnTo>
                  <a:lnTo>
                    <a:pt x="2031192" y="1941156"/>
                  </a:lnTo>
                  <a:lnTo>
                    <a:pt x="2025124" y="1945952"/>
                  </a:lnTo>
                  <a:close/>
                </a:path>
                <a:path w="4122420" h="2482215">
                  <a:moveTo>
                    <a:pt x="2101037" y="1945952"/>
                  </a:moveTo>
                  <a:lnTo>
                    <a:pt x="2091655" y="1945952"/>
                  </a:lnTo>
                  <a:lnTo>
                    <a:pt x="2088519" y="1944801"/>
                  </a:lnTo>
                  <a:lnTo>
                    <a:pt x="2086016" y="1942164"/>
                  </a:lnTo>
                  <a:lnTo>
                    <a:pt x="2082229" y="1936004"/>
                  </a:lnTo>
                  <a:lnTo>
                    <a:pt x="2082956" y="1929466"/>
                  </a:lnTo>
                  <a:lnTo>
                    <a:pt x="2087325" y="1924277"/>
                  </a:lnTo>
                  <a:lnTo>
                    <a:pt x="2094462" y="1922164"/>
                  </a:lnTo>
                  <a:lnTo>
                    <a:pt x="2101188" y="1922164"/>
                  </a:lnTo>
                  <a:lnTo>
                    <a:pt x="2107106" y="1926984"/>
                  </a:lnTo>
                  <a:lnTo>
                    <a:pt x="2107106" y="1941156"/>
                  </a:lnTo>
                  <a:lnTo>
                    <a:pt x="2101037" y="1945952"/>
                  </a:lnTo>
                  <a:close/>
                </a:path>
                <a:path w="4122420" h="2482215">
                  <a:moveTo>
                    <a:pt x="2327941" y="1945952"/>
                  </a:moveTo>
                  <a:lnTo>
                    <a:pt x="2318180" y="1945952"/>
                  </a:lnTo>
                  <a:lnTo>
                    <a:pt x="2314842" y="1944801"/>
                  </a:lnTo>
                  <a:lnTo>
                    <a:pt x="2312086" y="1942164"/>
                  </a:lnTo>
                  <a:lnTo>
                    <a:pt x="2308782" y="1936004"/>
                  </a:lnTo>
                  <a:lnTo>
                    <a:pt x="2309757" y="1929466"/>
                  </a:lnTo>
                  <a:lnTo>
                    <a:pt x="2314216" y="1924277"/>
                  </a:lnTo>
                  <a:lnTo>
                    <a:pt x="2321367" y="1922164"/>
                  </a:lnTo>
                  <a:lnTo>
                    <a:pt x="2328093" y="1922164"/>
                  </a:lnTo>
                  <a:lnTo>
                    <a:pt x="2334010" y="1926984"/>
                  </a:lnTo>
                  <a:lnTo>
                    <a:pt x="2334010" y="1941156"/>
                  </a:lnTo>
                  <a:lnTo>
                    <a:pt x="2327941" y="1945952"/>
                  </a:lnTo>
                  <a:close/>
                </a:path>
                <a:path w="4122420" h="2482215">
                  <a:moveTo>
                    <a:pt x="2707532" y="1945952"/>
                  </a:moveTo>
                  <a:lnTo>
                    <a:pt x="2697771" y="1945952"/>
                  </a:lnTo>
                  <a:lnTo>
                    <a:pt x="2694433" y="1944801"/>
                  </a:lnTo>
                  <a:lnTo>
                    <a:pt x="2691651" y="1942164"/>
                  </a:lnTo>
                  <a:lnTo>
                    <a:pt x="2688361" y="1936004"/>
                  </a:lnTo>
                  <a:lnTo>
                    <a:pt x="2689341" y="1929466"/>
                  </a:lnTo>
                  <a:lnTo>
                    <a:pt x="2693796" y="1924277"/>
                  </a:lnTo>
                  <a:lnTo>
                    <a:pt x="2700932" y="1922164"/>
                  </a:lnTo>
                  <a:lnTo>
                    <a:pt x="2707683" y="1922164"/>
                  </a:lnTo>
                  <a:lnTo>
                    <a:pt x="2713601" y="1926984"/>
                  </a:lnTo>
                  <a:lnTo>
                    <a:pt x="2713601" y="1941156"/>
                  </a:lnTo>
                  <a:lnTo>
                    <a:pt x="2707532" y="1945952"/>
                  </a:lnTo>
                  <a:close/>
                </a:path>
                <a:path w="4122420" h="2482215">
                  <a:moveTo>
                    <a:pt x="2782585" y="1945952"/>
                  </a:moveTo>
                  <a:lnTo>
                    <a:pt x="2773204" y="1945952"/>
                  </a:lnTo>
                  <a:lnTo>
                    <a:pt x="2770068" y="1944801"/>
                  </a:lnTo>
                  <a:lnTo>
                    <a:pt x="2767590" y="1942164"/>
                  </a:lnTo>
                  <a:lnTo>
                    <a:pt x="2763799" y="1936004"/>
                  </a:lnTo>
                  <a:lnTo>
                    <a:pt x="2764517" y="1929466"/>
                  </a:lnTo>
                  <a:lnTo>
                    <a:pt x="2768877" y="1924277"/>
                  </a:lnTo>
                  <a:lnTo>
                    <a:pt x="2776011" y="1922164"/>
                  </a:lnTo>
                  <a:lnTo>
                    <a:pt x="2783597" y="1922164"/>
                  </a:lnTo>
                  <a:lnTo>
                    <a:pt x="2788655" y="1926984"/>
                  </a:lnTo>
                  <a:lnTo>
                    <a:pt x="2788655" y="1941156"/>
                  </a:lnTo>
                  <a:lnTo>
                    <a:pt x="2782585" y="1945952"/>
                  </a:lnTo>
                  <a:close/>
                </a:path>
                <a:path w="4122420" h="2482215">
                  <a:moveTo>
                    <a:pt x="509821" y="1946216"/>
                  </a:moveTo>
                  <a:lnTo>
                    <a:pt x="500035" y="1946216"/>
                  </a:lnTo>
                  <a:lnTo>
                    <a:pt x="496924" y="1945209"/>
                  </a:lnTo>
                  <a:lnTo>
                    <a:pt x="494294" y="1942979"/>
                  </a:lnTo>
                  <a:lnTo>
                    <a:pt x="491001" y="1936348"/>
                  </a:lnTo>
                  <a:lnTo>
                    <a:pt x="491974" y="1929568"/>
                  </a:lnTo>
                  <a:lnTo>
                    <a:pt x="496428" y="1924290"/>
                  </a:lnTo>
                  <a:lnTo>
                    <a:pt x="503575" y="1922164"/>
                  </a:lnTo>
                  <a:lnTo>
                    <a:pt x="511161" y="1922164"/>
                  </a:lnTo>
                  <a:lnTo>
                    <a:pt x="516219" y="1927776"/>
                  </a:lnTo>
                  <a:lnTo>
                    <a:pt x="516219" y="1941324"/>
                  </a:lnTo>
                  <a:lnTo>
                    <a:pt x="509821" y="1946216"/>
                  </a:lnTo>
                  <a:close/>
                </a:path>
                <a:path w="4122420" h="2482215">
                  <a:moveTo>
                    <a:pt x="661672" y="1946216"/>
                  </a:moveTo>
                  <a:lnTo>
                    <a:pt x="651886" y="1946216"/>
                  </a:lnTo>
                  <a:lnTo>
                    <a:pt x="648750" y="1945209"/>
                  </a:lnTo>
                  <a:lnTo>
                    <a:pt x="646121" y="1942979"/>
                  </a:lnTo>
                  <a:lnTo>
                    <a:pt x="642830" y="1936348"/>
                  </a:lnTo>
                  <a:lnTo>
                    <a:pt x="643810" y="1929568"/>
                  </a:lnTo>
                  <a:lnTo>
                    <a:pt x="648265" y="1924290"/>
                  </a:lnTo>
                  <a:lnTo>
                    <a:pt x="655401" y="1922164"/>
                  </a:lnTo>
                  <a:lnTo>
                    <a:pt x="662153" y="1922164"/>
                  </a:lnTo>
                  <a:lnTo>
                    <a:pt x="668070" y="1927776"/>
                  </a:lnTo>
                  <a:lnTo>
                    <a:pt x="668070" y="1941324"/>
                  </a:lnTo>
                  <a:lnTo>
                    <a:pt x="661672" y="1946216"/>
                  </a:lnTo>
                  <a:close/>
                </a:path>
                <a:path w="4122420" h="2482215">
                  <a:moveTo>
                    <a:pt x="1191395" y="1946216"/>
                  </a:moveTo>
                  <a:lnTo>
                    <a:pt x="1182013" y="1946216"/>
                  </a:lnTo>
                  <a:lnTo>
                    <a:pt x="1179055" y="1945209"/>
                  </a:lnTo>
                  <a:lnTo>
                    <a:pt x="1176703" y="1942979"/>
                  </a:lnTo>
                  <a:lnTo>
                    <a:pt x="1172929" y="1936348"/>
                  </a:lnTo>
                  <a:lnTo>
                    <a:pt x="1173747" y="1929568"/>
                  </a:lnTo>
                  <a:lnTo>
                    <a:pt x="1178363" y="1924290"/>
                  </a:lnTo>
                  <a:lnTo>
                    <a:pt x="1185983" y="1922164"/>
                  </a:lnTo>
                  <a:lnTo>
                    <a:pt x="1192735" y="1922164"/>
                  </a:lnTo>
                  <a:lnTo>
                    <a:pt x="1198627" y="1927776"/>
                  </a:lnTo>
                  <a:lnTo>
                    <a:pt x="1197792" y="1934178"/>
                  </a:lnTo>
                  <a:lnTo>
                    <a:pt x="1197792" y="1941324"/>
                  </a:lnTo>
                  <a:lnTo>
                    <a:pt x="1191395" y="1946216"/>
                  </a:lnTo>
                  <a:close/>
                </a:path>
                <a:path w="4122420" h="2482215">
                  <a:moveTo>
                    <a:pt x="2479692" y="1946384"/>
                  </a:moveTo>
                  <a:lnTo>
                    <a:pt x="2470310" y="1946384"/>
                  </a:lnTo>
                  <a:lnTo>
                    <a:pt x="2467225" y="1945305"/>
                  </a:lnTo>
                  <a:lnTo>
                    <a:pt x="2464747" y="1942979"/>
                  </a:lnTo>
                  <a:lnTo>
                    <a:pt x="2460971" y="1936348"/>
                  </a:lnTo>
                  <a:lnTo>
                    <a:pt x="2461697" y="1929568"/>
                  </a:lnTo>
                  <a:lnTo>
                    <a:pt x="2466059" y="1924290"/>
                  </a:lnTo>
                  <a:lnTo>
                    <a:pt x="2473193" y="1922164"/>
                  </a:lnTo>
                  <a:lnTo>
                    <a:pt x="2480779" y="1922164"/>
                  </a:lnTo>
                  <a:lnTo>
                    <a:pt x="2485837" y="1927776"/>
                  </a:lnTo>
                  <a:lnTo>
                    <a:pt x="2485837" y="1941732"/>
                  </a:lnTo>
                  <a:lnTo>
                    <a:pt x="2479692" y="1946384"/>
                  </a:lnTo>
                  <a:close/>
                </a:path>
                <a:path w="4122420" h="2482215">
                  <a:moveTo>
                    <a:pt x="1078688" y="1981155"/>
                  </a:moveTo>
                  <a:lnTo>
                    <a:pt x="1068927" y="1981155"/>
                  </a:lnTo>
                  <a:lnTo>
                    <a:pt x="1065615" y="1980004"/>
                  </a:lnTo>
                  <a:lnTo>
                    <a:pt x="1062833" y="1977366"/>
                  </a:lnTo>
                  <a:lnTo>
                    <a:pt x="1059422" y="1971206"/>
                  </a:lnTo>
                  <a:lnTo>
                    <a:pt x="1060200" y="1964669"/>
                  </a:lnTo>
                  <a:lnTo>
                    <a:pt x="1064615" y="1959480"/>
                  </a:lnTo>
                  <a:lnTo>
                    <a:pt x="1072113" y="1957367"/>
                  </a:lnTo>
                  <a:lnTo>
                    <a:pt x="1072113" y="1958158"/>
                  </a:lnTo>
                  <a:lnTo>
                    <a:pt x="1078865" y="1958158"/>
                  </a:lnTo>
                  <a:lnTo>
                    <a:pt x="1083923" y="1962978"/>
                  </a:lnTo>
                  <a:lnTo>
                    <a:pt x="1084757" y="1969357"/>
                  </a:lnTo>
                  <a:lnTo>
                    <a:pt x="1084757" y="1976335"/>
                  </a:lnTo>
                  <a:lnTo>
                    <a:pt x="1078688" y="1981155"/>
                  </a:lnTo>
                  <a:close/>
                </a:path>
                <a:path w="4122420" h="2482215">
                  <a:moveTo>
                    <a:pt x="1457419" y="1981155"/>
                  </a:moveTo>
                  <a:lnTo>
                    <a:pt x="1447658" y="1981155"/>
                  </a:lnTo>
                  <a:lnTo>
                    <a:pt x="1444346" y="1980004"/>
                  </a:lnTo>
                  <a:lnTo>
                    <a:pt x="1441564" y="1977366"/>
                  </a:lnTo>
                  <a:lnTo>
                    <a:pt x="1438153" y="1971206"/>
                  </a:lnTo>
                  <a:lnTo>
                    <a:pt x="1438931" y="1964669"/>
                  </a:lnTo>
                  <a:lnTo>
                    <a:pt x="1443346" y="1959480"/>
                  </a:lnTo>
                  <a:lnTo>
                    <a:pt x="1450844" y="1957367"/>
                  </a:lnTo>
                  <a:lnTo>
                    <a:pt x="1450844" y="1958158"/>
                  </a:lnTo>
                  <a:lnTo>
                    <a:pt x="1457596" y="1958158"/>
                  </a:lnTo>
                  <a:lnTo>
                    <a:pt x="1462654" y="1962978"/>
                  </a:lnTo>
                  <a:lnTo>
                    <a:pt x="1463488" y="1969357"/>
                  </a:lnTo>
                  <a:lnTo>
                    <a:pt x="1463488" y="1976335"/>
                  </a:lnTo>
                  <a:lnTo>
                    <a:pt x="1457419" y="1981155"/>
                  </a:lnTo>
                  <a:close/>
                </a:path>
                <a:path w="4122420" h="2482215">
                  <a:moveTo>
                    <a:pt x="2214906" y="1981155"/>
                  </a:moveTo>
                  <a:lnTo>
                    <a:pt x="2205145" y="1981155"/>
                  </a:lnTo>
                  <a:lnTo>
                    <a:pt x="2201833" y="1980004"/>
                  </a:lnTo>
                  <a:lnTo>
                    <a:pt x="2199051" y="1977366"/>
                  </a:lnTo>
                  <a:lnTo>
                    <a:pt x="2195640" y="1971206"/>
                  </a:lnTo>
                  <a:lnTo>
                    <a:pt x="2196418" y="1964669"/>
                  </a:lnTo>
                  <a:lnTo>
                    <a:pt x="2200833" y="1959480"/>
                  </a:lnTo>
                  <a:lnTo>
                    <a:pt x="2208331" y="1957367"/>
                  </a:lnTo>
                  <a:lnTo>
                    <a:pt x="2208331" y="1958158"/>
                  </a:lnTo>
                  <a:lnTo>
                    <a:pt x="2215083" y="1958158"/>
                  </a:lnTo>
                  <a:lnTo>
                    <a:pt x="2220141" y="1962978"/>
                  </a:lnTo>
                  <a:lnTo>
                    <a:pt x="2220975" y="1969357"/>
                  </a:lnTo>
                  <a:lnTo>
                    <a:pt x="2220975" y="1976335"/>
                  </a:lnTo>
                  <a:lnTo>
                    <a:pt x="2214906" y="1981155"/>
                  </a:lnTo>
                  <a:close/>
                </a:path>
                <a:path w="4122420" h="2482215">
                  <a:moveTo>
                    <a:pt x="2290819" y="1981155"/>
                  </a:moveTo>
                  <a:lnTo>
                    <a:pt x="2281438" y="1981155"/>
                  </a:lnTo>
                  <a:lnTo>
                    <a:pt x="2278302" y="1980004"/>
                  </a:lnTo>
                  <a:lnTo>
                    <a:pt x="2275799" y="1977366"/>
                  </a:lnTo>
                  <a:lnTo>
                    <a:pt x="2272023" y="1971206"/>
                  </a:lnTo>
                  <a:lnTo>
                    <a:pt x="2272748" y="1964669"/>
                  </a:lnTo>
                  <a:lnTo>
                    <a:pt x="2277111" y="1959480"/>
                  </a:lnTo>
                  <a:lnTo>
                    <a:pt x="2284245" y="1957367"/>
                  </a:lnTo>
                  <a:lnTo>
                    <a:pt x="2284245" y="1958158"/>
                  </a:lnTo>
                  <a:lnTo>
                    <a:pt x="2291800" y="1958158"/>
                  </a:lnTo>
                  <a:lnTo>
                    <a:pt x="2296888" y="1963386"/>
                  </a:lnTo>
                  <a:lnTo>
                    <a:pt x="2296888" y="1976335"/>
                  </a:lnTo>
                  <a:lnTo>
                    <a:pt x="2290819" y="1981155"/>
                  </a:lnTo>
                  <a:close/>
                </a:path>
                <a:path w="4122420" h="2482215">
                  <a:moveTo>
                    <a:pt x="2291800" y="1958158"/>
                  </a:moveTo>
                  <a:lnTo>
                    <a:pt x="2284245" y="1958158"/>
                  </a:lnTo>
                  <a:lnTo>
                    <a:pt x="2285105" y="1958086"/>
                  </a:lnTo>
                  <a:lnTo>
                    <a:pt x="2291730" y="1958086"/>
                  </a:lnTo>
                  <a:close/>
                </a:path>
                <a:path w="4122420" h="2482215">
                  <a:moveTo>
                    <a:pt x="1002447" y="1981419"/>
                  </a:moveTo>
                  <a:lnTo>
                    <a:pt x="992660" y="1981419"/>
                  </a:lnTo>
                  <a:lnTo>
                    <a:pt x="989550" y="1980412"/>
                  </a:lnTo>
                  <a:lnTo>
                    <a:pt x="986920" y="1978158"/>
                  </a:lnTo>
                  <a:lnTo>
                    <a:pt x="983616" y="1971540"/>
                  </a:lnTo>
                  <a:lnTo>
                    <a:pt x="984590" y="1964768"/>
                  </a:lnTo>
                  <a:lnTo>
                    <a:pt x="989050" y="1959493"/>
                  </a:lnTo>
                  <a:lnTo>
                    <a:pt x="996201" y="1957367"/>
                  </a:lnTo>
                  <a:lnTo>
                    <a:pt x="996201" y="1958158"/>
                  </a:lnTo>
                  <a:lnTo>
                    <a:pt x="1002927" y="1958158"/>
                  </a:lnTo>
                  <a:lnTo>
                    <a:pt x="1008844" y="1962978"/>
                  </a:lnTo>
                  <a:lnTo>
                    <a:pt x="1008844" y="1976527"/>
                  </a:lnTo>
                  <a:lnTo>
                    <a:pt x="1002447" y="1981419"/>
                  </a:lnTo>
                  <a:close/>
                </a:path>
                <a:path w="4122420" h="2482215">
                  <a:moveTo>
                    <a:pt x="1305264" y="1981419"/>
                  </a:moveTo>
                  <a:lnTo>
                    <a:pt x="1295478" y="1981419"/>
                  </a:lnTo>
                  <a:lnTo>
                    <a:pt x="1292368" y="1980412"/>
                  </a:lnTo>
                  <a:lnTo>
                    <a:pt x="1289738" y="1978158"/>
                  </a:lnTo>
                  <a:lnTo>
                    <a:pt x="1286327" y="1971540"/>
                  </a:lnTo>
                  <a:lnTo>
                    <a:pt x="1287105" y="1964768"/>
                  </a:lnTo>
                  <a:lnTo>
                    <a:pt x="1291519" y="1959493"/>
                  </a:lnTo>
                  <a:lnTo>
                    <a:pt x="1299018" y="1957367"/>
                  </a:lnTo>
                  <a:lnTo>
                    <a:pt x="1299018" y="1958158"/>
                  </a:lnTo>
                  <a:lnTo>
                    <a:pt x="1305770" y="1958158"/>
                  </a:lnTo>
                  <a:lnTo>
                    <a:pt x="1310828" y="1962978"/>
                  </a:lnTo>
                  <a:lnTo>
                    <a:pt x="1311662" y="1969357"/>
                  </a:lnTo>
                  <a:lnTo>
                    <a:pt x="1311662" y="1976527"/>
                  </a:lnTo>
                  <a:lnTo>
                    <a:pt x="1305264" y="1981419"/>
                  </a:lnTo>
                  <a:close/>
                </a:path>
                <a:path w="4122420" h="2482215">
                  <a:moveTo>
                    <a:pt x="769903" y="1981443"/>
                  </a:moveTo>
                  <a:lnTo>
                    <a:pt x="769448" y="1981443"/>
                  </a:lnTo>
                  <a:lnTo>
                    <a:pt x="768436" y="1981371"/>
                  </a:lnTo>
                  <a:lnTo>
                    <a:pt x="759418" y="1977168"/>
                  </a:lnTo>
                  <a:lnTo>
                    <a:pt x="756412" y="1969369"/>
                  </a:lnTo>
                  <a:lnTo>
                    <a:pt x="759418" y="1961570"/>
                  </a:lnTo>
                  <a:lnTo>
                    <a:pt x="768436" y="1957367"/>
                  </a:lnTo>
                  <a:lnTo>
                    <a:pt x="768942" y="1957319"/>
                  </a:lnTo>
                  <a:lnTo>
                    <a:pt x="769903" y="1957295"/>
                  </a:lnTo>
                  <a:lnTo>
                    <a:pt x="778765" y="1961068"/>
                  </a:lnTo>
                  <a:lnTo>
                    <a:pt x="781718" y="1969369"/>
                  </a:lnTo>
                  <a:lnTo>
                    <a:pt x="778765" y="1977670"/>
                  </a:lnTo>
                  <a:lnTo>
                    <a:pt x="769903" y="1981443"/>
                  </a:lnTo>
                  <a:close/>
                </a:path>
                <a:path w="4122420" h="2482215">
                  <a:moveTo>
                    <a:pt x="921830" y="1981443"/>
                  </a:moveTo>
                  <a:lnTo>
                    <a:pt x="921324" y="1981443"/>
                  </a:lnTo>
                  <a:lnTo>
                    <a:pt x="920262" y="1981371"/>
                  </a:lnTo>
                  <a:lnTo>
                    <a:pt x="911728" y="1977168"/>
                  </a:lnTo>
                  <a:lnTo>
                    <a:pt x="908883" y="1969369"/>
                  </a:lnTo>
                  <a:lnTo>
                    <a:pt x="911728" y="1961570"/>
                  </a:lnTo>
                  <a:lnTo>
                    <a:pt x="920262" y="1957367"/>
                  </a:lnTo>
                  <a:lnTo>
                    <a:pt x="920793" y="1957319"/>
                  </a:lnTo>
                  <a:lnTo>
                    <a:pt x="921830" y="1957295"/>
                  </a:lnTo>
                  <a:lnTo>
                    <a:pt x="931104" y="1961068"/>
                  </a:lnTo>
                  <a:lnTo>
                    <a:pt x="934196" y="1969369"/>
                  </a:lnTo>
                  <a:lnTo>
                    <a:pt x="931104" y="1977670"/>
                  </a:lnTo>
                  <a:lnTo>
                    <a:pt x="921830" y="1981443"/>
                  </a:lnTo>
                  <a:close/>
                </a:path>
                <a:path w="4122420" h="2482215">
                  <a:moveTo>
                    <a:pt x="1376474" y="1981443"/>
                  </a:moveTo>
                  <a:lnTo>
                    <a:pt x="1375968" y="1981443"/>
                  </a:lnTo>
                  <a:lnTo>
                    <a:pt x="1374931" y="1981371"/>
                  </a:lnTo>
                  <a:lnTo>
                    <a:pt x="1366383" y="1977168"/>
                  </a:lnTo>
                  <a:lnTo>
                    <a:pt x="1363533" y="1969369"/>
                  </a:lnTo>
                  <a:lnTo>
                    <a:pt x="1366383" y="1961570"/>
                  </a:lnTo>
                  <a:lnTo>
                    <a:pt x="1374931" y="1957367"/>
                  </a:lnTo>
                  <a:lnTo>
                    <a:pt x="1375462" y="1957319"/>
                  </a:lnTo>
                  <a:lnTo>
                    <a:pt x="1376474" y="1957295"/>
                  </a:lnTo>
                  <a:lnTo>
                    <a:pt x="1385748" y="1961068"/>
                  </a:lnTo>
                  <a:lnTo>
                    <a:pt x="1388840" y="1969369"/>
                  </a:lnTo>
                  <a:lnTo>
                    <a:pt x="1385748" y="1977670"/>
                  </a:lnTo>
                  <a:lnTo>
                    <a:pt x="1376474" y="1981443"/>
                  </a:lnTo>
                  <a:close/>
                </a:path>
                <a:path w="4122420" h="2482215">
                  <a:moveTo>
                    <a:pt x="1755205" y="1981443"/>
                  </a:moveTo>
                  <a:lnTo>
                    <a:pt x="1754724" y="1981443"/>
                  </a:lnTo>
                  <a:lnTo>
                    <a:pt x="1753662" y="1981371"/>
                  </a:lnTo>
                  <a:lnTo>
                    <a:pt x="1745128" y="1977168"/>
                  </a:lnTo>
                  <a:lnTo>
                    <a:pt x="1742283" y="1969369"/>
                  </a:lnTo>
                  <a:lnTo>
                    <a:pt x="1745128" y="1961570"/>
                  </a:lnTo>
                  <a:lnTo>
                    <a:pt x="1753662" y="1957367"/>
                  </a:lnTo>
                  <a:lnTo>
                    <a:pt x="1754193" y="1957319"/>
                  </a:lnTo>
                  <a:lnTo>
                    <a:pt x="1755205" y="1957295"/>
                  </a:lnTo>
                  <a:lnTo>
                    <a:pt x="1764493" y="1961068"/>
                  </a:lnTo>
                  <a:lnTo>
                    <a:pt x="1767589" y="1969369"/>
                  </a:lnTo>
                  <a:lnTo>
                    <a:pt x="1764493" y="1977670"/>
                  </a:lnTo>
                  <a:lnTo>
                    <a:pt x="1755205" y="1981443"/>
                  </a:lnTo>
                  <a:close/>
                </a:path>
                <a:path w="4122420" h="2482215">
                  <a:moveTo>
                    <a:pt x="165228" y="1981443"/>
                  </a:moveTo>
                  <a:lnTo>
                    <a:pt x="164722" y="1981443"/>
                  </a:lnTo>
                  <a:lnTo>
                    <a:pt x="163635" y="1981371"/>
                  </a:lnTo>
                  <a:lnTo>
                    <a:pt x="155101" y="1977502"/>
                  </a:lnTo>
                  <a:lnTo>
                    <a:pt x="152256" y="1969666"/>
                  </a:lnTo>
                  <a:lnTo>
                    <a:pt x="155101" y="1961681"/>
                  </a:lnTo>
                  <a:lnTo>
                    <a:pt x="163635" y="1957367"/>
                  </a:lnTo>
                  <a:lnTo>
                    <a:pt x="164444" y="1957343"/>
                  </a:lnTo>
                  <a:lnTo>
                    <a:pt x="174178" y="1961109"/>
                  </a:lnTo>
                  <a:lnTo>
                    <a:pt x="177552" y="1969393"/>
                  </a:lnTo>
                  <a:lnTo>
                    <a:pt x="174568" y="1977677"/>
                  </a:lnTo>
                  <a:lnTo>
                    <a:pt x="165228" y="1981443"/>
                  </a:lnTo>
                  <a:close/>
                </a:path>
                <a:path w="4122420" h="2482215">
                  <a:moveTo>
                    <a:pt x="1528275" y="1981443"/>
                  </a:moveTo>
                  <a:lnTo>
                    <a:pt x="1527794" y="1981443"/>
                  </a:lnTo>
                  <a:lnTo>
                    <a:pt x="1526758" y="1981371"/>
                  </a:lnTo>
                  <a:lnTo>
                    <a:pt x="1517739" y="1977515"/>
                  </a:lnTo>
                  <a:lnTo>
                    <a:pt x="1514733" y="1969765"/>
                  </a:lnTo>
                  <a:lnTo>
                    <a:pt x="1517739" y="1962015"/>
                  </a:lnTo>
                  <a:lnTo>
                    <a:pt x="1526758" y="1958158"/>
                  </a:lnTo>
                  <a:lnTo>
                    <a:pt x="1527288" y="1958110"/>
                  </a:lnTo>
                  <a:lnTo>
                    <a:pt x="1528275" y="1958110"/>
                  </a:lnTo>
                  <a:lnTo>
                    <a:pt x="1537108" y="1961756"/>
                  </a:lnTo>
                  <a:lnTo>
                    <a:pt x="1540053" y="1969777"/>
                  </a:lnTo>
                  <a:lnTo>
                    <a:pt x="1537108" y="1977797"/>
                  </a:lnTo>
                  <a:lnTo>
                    <a:pt x="1528275" y="1981443"/>
                  </a:lnTo>
                  <a:close/>
                </a:path>
                <a:path w="4122420" h="2482215">
                  <a:moveTo>
                    <a:pt x="1836074" y="1981587"/>
                  </a:moveTo>
                  <a:lnTo>
                    <a:pt x="1826313" y="1981587"/>
                  </a:lnTo>
                  <a:lnTo>
                    <a:pt x="1823051" y="1980508"/>
                  </a:lnTo>
                  <a:lnTo>
                    <a:pt x="1820295" y="1978158"/>
                  </a:lnTo>
                  <a:lnTo>
                    <a:pt x="1816884" y="1971540"/>
                  </a:lnTo>
                  <a:lnTo>
                    <a:pt x="1817662" y="1964768"/>
                  </a:lnTo>
                  <a:lnTo>
                    <a:pt x="1822076" y="1959493"/>
                  </a:lnTo>
                  <a:lnTo>
                    <a:pt x="1829575" y="1957367"/>
                  </a:lnTo>
                  <a:lnTo>
                    <a:pt x="1829575" y="1958158"/>
                  </a:lnTo>
                  <a:lnTo>
                    <a:pt x="1836327" y="1958158"/>
                  </a:lnTo>
                  <a:lnTo>
                    <a:pt x="1841385" y="1962978"/>
                  </a:lnTo>
                  <a:lnTo>
                    <a:pt x="1842244" y="1969357"/>
                  </a:lnTo>
                  <a:lnTo>
                    <a:pt x="1842244" y="1976935"/>
                  </a:lnTo>
                  <a:lnTo>
                    <a:pt x="1836074" y="1981587"/>
                  </a:lnTo>
                  <a:close/>
                </a:path>
                <a:path w="4122420" h="2482215">
                  <a:moveTo>
                    <a:pt x="245667" y="1981922"/>
                  </a:moveTo>
                  <a:lnTo>
                    <a:pt x="235932" y="1981922"/>
                  </a:lnTo>
                  <a:lnTo>
                    <a:pt x="232746" y="1980771"/>
                  </a:lnTo>
                  <a:lnTo>
                    <a:pt x="230267" y="1978158"/>
                  </a:lnTo>
                  <a:lnTo>
                    <a:pt x="226504" y="1971874"/>
                  </a:lnTo>
                  <a:lnTo>
                    <a:pt x="227321" y="1965065"/>
                  </a:lnTo>
                  <a:lnTo>
                    <a:pt x="231932" y="1959604"/>
                  </a:lnTo>
                  <a:lnTo>
                    <a:pt x="239548" y="1957367"/>
                  </a:lnTo>
                  <a:lnTo>
                    <a:pt x="238713" y="1958158"/>
                  </a:lnTo>
                  <a:lnTo>
                    <a:pt x="246269" y="1958158"/>
                  </a:lnTo>
                  <a:lnTo>
                    <a:pt x="251408" y="1963386"/>
                  </a:lnTo>
                  <a:lnTo>
                    <a:pt x="252217" y="1969357"/>
                  </a:lnTo>
                  <a:lnTo>
                    <a:pt x="252217" y="1976935"/>
                  </a:lnTo>
                  <a:lnTo>
                    <a:pt x="245667" y="1981922"/>
                  </a:lnTo>
                  <a:close/>
                </a:path>
                <a:path w="4122420" h="2482215">
                  <a:moveTo>
                    <a:pt x="246269" y="1958158"/>
                  </a:moveTo>
                  <a:lnTo>
                    <a:pt x="238713" y="1958158"/>
                  </a:lnTo>
                  <a:lnTo>
                    <a:pt x="239573" y="1958086"/>
                  </a:lnTo>
                  <a:lnTo>
                    <a:pt x="246199" y="1958086"/>
                  </a:lnTo>
                  <a:close/>
                </a:path>
                <a:path w="4122420" h="2482215">
                  <a:moveTo>
                    <a:pt x="321125" y="1981922"/>
                  </a:moveTo>
                  <a:lnTo>
                    <a:pt x="311744" y="1981922"/>
                  </a:lnTo>
                  <a:lnTo>
                    <a:pt x="308659" y="1980771"/>
                  </a:lnTo>
                  <a:lnTo>
                    <a:pt x="306180" y="1978158"/>
                  </a:lnTo>
                  <a:lnTo>
                    <a:pt x="302404" y="1971985"/>
                  </a:lnTo>
                  <a:lnTo>
                    <a:pt x="303130" y="1965361"/>
                  </a:lnTo>
                  <a:lnTo>
                    <a:pt x="307493" y="1959938"/>
                  </a:lnTo>
                  <a:lnTo>
                    <a:pt x="314626" y="1957367"/>
                  </a:lnTo>
                  <a:lnTo>
                    <a:pt x="314626" y="1958158"/>
                  </a:lnTo>
                  <a:lnTo>
                    <a:pt x="322182" y="1958158"/>
                  </a:lnTo>
                  <a:lnTo>
                    <a:pt x="327270" y="1963386"/>
                  </a:lnTo>
                  <a:lnTo>
                    <a:pt x="327270" y="1976935"/>
                  </a:lnTo>
                  <a:lnTo>
                    <a:pt x="321125" y="1981922"/>
                  </a:lnTo>
                  <a:close/>
                </a:path>
                <a:path w="4122420" h="2482215">
                  <a:moveTo>
                    <a:pt x="322182" y="1958158"/>
                  </a:moveTo>
                  <a:lnTo>
                    <a:pt x="314626" y="1958158"/>
                  </a:lnTo>
                  <a:lnTo>
                    <a:pt x="315486" y="1958086"/>
                  </a:lnTo>
                  <a:lnTo>
                    <a:pt x="322112" y="1958086"/>
                  </a:lnTo>
                  <a:close/>
                </a:path>
                <a:path w="4122420" h="2482215">
                  <a:moveTo>
                    <a:pt x="1912013" y="1981922"/>
                  </a:moveTo>
                  <a:lnTo>
                    <a:pt x="1902252" y="1981922"/>
                  </a:lnTo>
                  <a:lnTo>
                    <a:pt x="1898964" y="1980771"/>
                  </a:lnTo>
                  <a:lnTo>
                    <a:pt x="1896233" y="1978158"/>
                  </a:lnTo>
                  <a:lnTo>
                    <a:pt x="1892812" y="1971998"/>
                  </a:lnTo>
                  <a:lnTo>
                    <a:pt x="1893591" y="1965460"/>
                  </a:lnTo>
                  <a:lnTo>
                    <a:pt x="1898011" y="1960271"/>
                  </a:lnTo>
                  <a:lnTo>
                    <a:pt x="1905514" y="1958158"/>
                  </a:lnTo>
                  <a:lnTo>
                    <a:pt x="1912240" y="1958158"/>
                  </a:lnTo>
                  <a:lnTo>
                    <a:pt x="1917323" y="1962978"/>
                  </a:lnTo>
                  <a:lnTo>
                    <a:pt x="1918158" y="1969357"/>
                  </a:lnTo>
                  <a:lnTo>
                    <a:pt x="1918158" y="1976935"/>
                  </a:lnTo>
                  <a:lnTo>
                    <a:pt x="1912013" y="1981922"/>
                  </a:lnTo>
                  <a:close/>
                </a:path>
                <a:path w="4122420" h="2482215">
                  <a:moveTo>
                    <a:pt x="1987091" y="1981922"/>
                  </a:moveTo>
                  <a:lnTo>
                    <a:pt x="1977710" y="1981922"/>
                  </a:lnTo>
                  <a:lnTo>
                    <a:pt x="1974599" y="1980771"/>
                  </a:lnTo>
                  <a:lnTo>
                    <a:pt x="1972146" y="1978158"/>
                  </a:lnTo>
                  <a:lnTo>
                    <a:pt x="1968359" y="1971998"/>
                  </a:lnTo>
                  <a:lnTo>
                    <a:pt x="1969083" y="1965460"/>
                  </a:lnTo>
                  <a:lnTo>
                    <a:pt x="1973444" y="1960271"/>
                  </a:lnTo>
                  <a:lnTo>
                    <a:pt x="1980567" y="1958158"/>
                  </a:lnTo>
                  <a:lnTo>
                    <a:pt x="1988179" y="1958158"/>
                  </a:lnTo>
                  <a:lnTo>
                    <a:pt x="1993236" y="1962978"/>
                  </a:lnTo>
                  <a:lnTo>
                    <a:pt x="1993236" y="1976935"/>
                  </a:lnTo>
                  <a:lnTo>
                    <a:pt x="1987091" y="1981922"/>
                  </a:lnTo>
                  <a:close/>
                </a:path>
                <a:path w="4122420" h="2482215">
                  <a:moveTo>
                    <a:pt x="93917" y="1981970"/>
                  </a:moveTo>
                  <a:lnTo>
                    <a:pt x="84181" y="1981970"/>
                  </a:lnTo>
                  <a:lnTo>
                    <a:pt x="80945" y="1980795"/>
                  </a:lnTo>
                  <a:lnTo>
                    <a:pt x="78441" y="1978158"/>
                  </a:lnTo>
                  <a:lnTo>
                    <a:pt x="74667" y="1971998"/>
                  </a:lnTo>
                  <a:lnTo>
                    <a:pt x="75486" y="1965460"/>
                  </a:lnTo>
                  <a:lnTo>
                    <a:pt x="80102" y="1960271"/>
                  </a:lnTo>
                  <a:lnTo>
                    <a:pt x="87722" y="1958158"/>
                  </a:lnTo>
                  <a:lnTo>
                    <a:pt x="94474" y="1958158"/>
                  </a:lnTo>
                  <a:lnTo>
                    <a:pt x="100365" y="1962978"/>
                  </a:lnTo>
                  <a:lnTo>
                    <a:pt x="100365" y="1977150"/>
                  </a:lnTo>
                  <a:lnTo>
                    <a:pt x="93917" y="1981970"/>
                  </a:lnTo>
                  <a:close/>
                </a:path>
                <a:path w="4122420" h="2482215">
                  <a:moveTo>
                    <a:pt x="397114" y="1981970"/>
                  </a:moveTo>
                  <a:lnTo>
                    <a:pt x="387353" y="1981970"/>
                  </a:lnTo>
                  <a:lnTo>
                    <a:pt x="384041" y="1980795"/>
                  </a:lnTo>
                  <a:lnTo>
                    <a:pt x="381259" y="1978158"/>
                  </a:lnTo>
                  <a:lnTo>
                    <a:pt x="377848" y="1971998"/>
                  </a:lnTo>
                  <a:lnTo>
                    <a:pt x="378626" y="1965460"/>
                  </a:lnTo>
                  <a:lnTo>
                    <a:pt x="383041" y="1960271"/>
                  </a:lnTo>
                  <a:lnTo>
                    <a:pt x="390540" y="1958158"/>
                  </a:lnTo>
                  <a:lnTo>
                    <a:pt x="397291" y="1958158"/>
                  </a:lnTo>
                  <a:lnTo>
                    <a:pt x="403183" y="1962978"/>
                  </a:lnTo>
                  <a:lnTo>
                    <a:pt x="403183" y="1977150"/>
                  </a:lnTo>
                  <a:lnTo>
                    <a:pt x="397114" y="1981970"/>
                  </a:lnTo>
                  <a:close/>
                </a:path>
                <a:path w="4122420" h="2482215">
                  <a:moveTo>
                    <a:pt x="472193" y="1981970"/>
                  </a:moveTo>
                  <a:lnTo>
                    <a:pt x="462432" y="1981970"/>
                  </a:lnTo>
                  <a:lnTo>
                    <a:pt x="459119" y="1980795"/>
                  </a:lnTo>
                  <a:lnTo>
                    <a:pt x="456338" y="1978158"/>
                  </a:lnTo>
                  <a:lnTo>
                    <a:pt x="453044" y="1971998"/>
                  </a:lnTo>
                  <a:lnTo>
                    <a:pt x="454018" y="1965460"/>
                  </a:lnTo>
                  <a:lnTo>
                    <a:pt x="458471" y="1960271"/>
                  </a:lnTo>
                  <a:lnTo>
                    <a:pt x="465618" y="1958158"/>
                  </a:lnTo>
                  <a:lnTo>
                    <a:pt x="472370" y="1958158"/>
                  </a:lnTo>
                  <a:lnTo>
                    <a:pt x="478262" y="1962978"/>
                  </a:lnTo>
                  <a:lnTo>
                    <a:pt x="478262" y="1977150"/>
                  </a:lnTo>
                  <a:lnTo>
                    <a:pt x="472193" y="1981970"/>
                  </a:lnTo>
                  <a:close/>
                </a:path>
                <a:path w="4122420" h="2482215">
                  <a:moveTo>
                    <a:pt x="851783" y="1981970"/>
                  </a:moveTo>
                  <a:lnTo>
                    <a:pt x="842023" y="1981970"/>
                  </a:lnTo>
                  <a:lnTo>
                    <a:pt x="838685" y="1980795"/>
                  </a:lnTo>
                  <a:lnTo>
                    <a:pt x="835928" y="1978158"/>
                  </a:lnTo>
                  <a:lnTo>
                    <a:pt x="832624" y="1971998"/>
                  </a:lnTo>
                  <a:lnTo>
                    <a:pt x="833599" y="1965460"/>
                  </a:lnTo>
                  <a:lnTo>
                    <a:pt x="838059" y="1960271"/>
                  </a:lnTo>
                  <a:lnTo>
                    <a:pt x="845209" y="1958158"/>
                  </a:lnTo>
                  <a:lnTo>
                    <a:pt x="851935" y="1958158"/>
                  </a:lnTo>
                  <a:lnTo>
                    <a:pt x="857853" y="1962978"/>
                  </a:lnTo>
                  <a:lnTo>
                    <a:pt x="857853" y="1977150"/>
                  </a:lnTo>
                  <a:lnTo>
                    <a:pt x="851783" y="1981970"/>
                  </a:lnTo>
                  <a:close/>
                </a:path>
                <a:path w="4122420" h="2482215">
                  <a:moveTo>
                    <a:pt x="1608411" y="1981970"/>
                  </a:moveTo>
                  <a:lnTo>
                    <a:pt x="1599029" y="1981970"/>
                  </a:lnTo>
                  <a:lnTo>
                    <a:pt x="1595894" y="1980795"/>
                  </a:lnTo>
                  <a:lnTo>
                    <a:pt x="1593390" y="1978158"/>
                  </a:lnTo>
                  <a:lnTo>
                    <a:pt x="1589627" y="1971998"/>
                  </a:lnTo>
                  <a:lnTo>
                    <a:pt x="1590444" y="1965460"/>
                  </a:lnTo>
                  <a:lnTo>
                    <a:pt x="1595054" y="1960271"/>
                  </a:lnTo>
                  <a:lnTo>
                    <a:pt x="1602671" y="1958158"/>
                  </a:lnTo>
                  <a:lnTo>
                    <a:pt x="1609423" y="1958158"/>
                  </a:lnTo>
                  <a:lnTo>
                    <a:pt x="1614480" y="1962978"/>
                  </a:lnTo>
                  <a:lnTo>
                    <a:pt x="1614480" y="1977150"/>
                  </a:lnTo>
                  <a:lnTo>
                    <a:pt x="1608411" y="1981970"/>
                  </a:lnTo>
                  <a:close/>
                </a:path>
                <a:path w="4122420" h="2482215">
                  <a:moveTo>
                    <a:pt x="1684805" y="1981970"/>
                  </a:moveTo>
                  <a:lnTo>
                    <a:pt x="1675044" y="1981970"/>
                  </a:lnTo>
                  <a:lnTo>
                    <a:pt x="1671806" y="1980795"/>
                  </a:lnTo>
                  <a:lnTo>
                    <a:pt x="1669328" y="1978158"/>
                  </a:lnTo>
                  <a:lnTo>
                    <a:pt x="1665551" y="1971998"/>
                  </a:lnTo>
                  <a:lnTo>
                    <a:pt x="1666360" y="1965460"/>
                  </a:lnTo>
                  <a:lnTo>
                    <a:pt x="1670968" y="1960271"/>
                  </a:lnTo>
                  <a:lnTo>
                    <a:pt x="1678584" y="1958158"/>
                  </a:lnTo>
                  <a:lnTo>
                    <a:pt x="1685335" y="1958158"/>
                  </a:lnTo>
                  <a:lnTo>
                    <a:pt x="1691253" y="1962978"/>
                  </a:lnTo>
                  <a:lnTo>
                    <a:pt x="1691253" y="1977150"/>
                  </a:lnTo>
                  <a:lnTo>
                    <a:pt x="1684805" y="1981970"/>
                  </a:lnTo>
                  <a:close/>
                </a:path>
                <a:path w="4122420" h="2482215">
                  <a:moveTo>
                    <a:pt x="2063080" y="1981970"/>
                  </a:moveTo>
                  <a:lnTo>
                    <a:pt x="2053698" y="1981970"/>
                  </a:lnTo>
                  <a:lnTo>
                    <a:pt x="2050563" y="1980795"/>
                  </a:lnTo>
                  <a:lnTo>
                    <a:pt x="2048059" y="1978158"/>
                  </a:lnTo>
                  <a:lnTo>
                    <a:pt x="2044272" y="1971998"/>
                  </a:lnTo>
                  <a:lnTo>
                    <a:pt x="2044996" y="1965460"/>
                  </a:lnTo>
                  <a:lnTo>
                    <a:pt x="2049357" y="1960271"/>
                  </a:lnTo>
                  <a:lnTo>
                    <a:pt x="2056480" y="1958158"/>
                  </a:lnTo>
                  <a:lnTo>
                    <a:pt x="2063232" y="1958158"/>
                  </a:lnTo>
                  <a:lnTo>
                    <a:pt x="2069149" y="1962978"/>
                  </a:lnTo>
                  <a:lnTo>
                    <a:pt x="2069149" y="1977150"/>
                  </a:lnTo>
                  <a:lnTo>
                    <a:pt x="2063080" y="1981970"/>
                  </a:lnTo>
                  <a:close/>
                </a:path>
                <a:path w="4122420" h="2482215">
                  <a:moveTo>
                    <a:pt x="2517724" y="1981970"/>
                  </a:moveTo>
                  <a:lnTo>
                    <a:pt x="2507963" y="1981970"/>
                  </a:lnTo>
                  <a:lnTo>
                    <a:pt x="2504651" y="1980795"/>
                  </a:lnTo>
                  <a:lnTo>
                    <a:pt x="2501869" y="1978158"/>
                  </a:lnTo>
                  <a:lnTo>
                    <a:pt x="2498575" y="1971998"/>
                  </a:lnTo>
                  <a:lnTo>
                    <a:pt x="2499549" y="1965460"/>
                  </a:lnTo>
                  <a:lnTo>
                    <a:pt x="2504003" y="1960271"/>
                  </a:lnTo>
                  <a:lnTo>
                    <a:pt x="2511149" y="1958158"/>
                  </a:lnTo>
                  <a:lnTo>
                    <a:pt x="2517901" y="1958158"/>
                  </a:lnTo>
                  <a:lnTo>
                    <a:pt x="2523793" y="1962978"/>
                  </a:lnTo>
                  <a:lnTo>
                    <a:pt x="2523793" y="1977150"/>
                  </a:lnTo>
                  <a:lnTo>
                    <a:pt x="2517724" y="1981970"/>
                  </a:lnTo>
                  <a:close/>
                </a:path>
                <a:path w="4122420" h="2482215">
                  <a:moveTo>
                    <a:pt x="2593638" y="1981970"/>
                  </a:moveTo>
                  <a:lnTo>
                    <a:pt x="2583876" y="1981970"/>
                  </a:lnTo>
                  <a:lnTo>
                    <a:pt x="2580564" y="1980795"/>
                  </a:lnTo>
                  <a:lnTo>
                    <a:pt x="2577782" y="1978158"/>
                  </a:lnTo>
                  <a:lnTo>
                    <a:pt x="2574371" y="1971998"/>
                  </a:lnTo>
                  <a:lnTo>
                    <a:pt x="2575149" y="1965460"/>
                  </a:lnTo>
                  <a:lnTo>
                    <a:pt x="2579563" y="1960271"/>
                  </a:lnTo>
                  <a:lnTo>
                    <a:pt x="2587063" y="1958158"/>
                  </a:lnTo>
                  <a:lnTo>
                    <a:pt x="2593814" y="1958158"/>
                  </a:lnTo>
                  <a:lnTo>
                    <a:pt x="2599706" y="1962978"/>
                  </a:lnTo>
                  <a:lnTo>
                    <a:pt x="2599706" y="1977150"/>
                  </a:lnTo>
                  <a:lnTo>
                    <a:pt x="2593638" y="1981970"/>
                  </a:lnTo>
                  <a:close/>
                </a:path>
                <a:path w="4122420" h="2482215">
                  <a:moveTo>
                    <a:pt x="2669171" y="1981970"/>
                  </a:moveTo>
                  <a:lnTo>
                    <a:pt x="2659435" y="1981970"/>
                  </a:lnTo>
                  <a:lnTo>
                    <a:pt x="2656198" y="1980795"/>
                  </a:lnTo>
                  <a:lnTo>
                    <a:pt x="2653695" y="1978158"/>
                  </a:lnTo>
                  <a:lnTo>
                    <a:pt x="2649932" y="1971998"/>
                  </a:lnTo>
                  <a:lnTo>
                    <a:pt x="2650749" y="1965460"/>
                  </a:lnTo>
                  <a:lnTo>
                    <a:pt x="2655359" y="1960271"/>
                  </a:lnTo>
                  <a:lnTo>
                    <a:pt x="2662976" y="1958158"/>
                  </a:lnTo>
                  <a:lnTo>
                    <a:pt x="2669727" y="1958158"/>
                  </a:lnTo>
                  <a:lnTo>
                    <a:pt x="2674785" y="1962978"/>
                  </a:lnTo>
                  <a:lnTo>
                    <a:pt x="2675644" y="1970172"/>
                  </a:lnTo>
                  <a:lnTo>
                    <a:pt x="2675644" y="1977150"/>
                  </a:lnTo>
                  <a:lnTo>
                    <a:pt x="2669171" y="1981970"/>
                  </a:lnTo>
                  <a:close/>
                </a:path>
                <a:path w="4122420" h="2482215">
                  <a:moveTo>
                    <a:pt x="2820542" y="1981970"/>
                  </a:moveTo>
                  <a:lnTo>
                    <a:pt x="2811186" y="1981970"/>
                  </a:lnTo>
                  <a:lnTo>
                    <a:pt x="2808025" y="1980795"/>
                  </a:lnTo>
                  <a:lnTo>
                    <a:pt x="2805547" y="1978158"/>
                  </a:lnTo>
                  <a:lnTo>
                    <a:pt x="2801760" y="1971998"/>
                  </a:lnTo>
                  <a:lnTo>
                    <a:pt x="2802484" y="1965460"/>
                  </a:lnTo>
                  <a:lnTo>
                    <a:pt x="2806844" y="1960271"/>
                  </a:lnTo>
                  <a:lnTo>
                    <a:pt x="2813967" y="1958158"/>
                  </a:lnTo>
                  <a:lnTo>
                    <a:pt x="2820719" y="1958158"/>
                  </a:lnTo>
                  <a:lnTo>
                    <a:pt x="2826637" y="1962978"/>
                  </a:lnTo>
                  <a:lnTo>
                    <a:pt x="2826637" y="1977150"/>
                  </a:lnTo>
                  <a:lnTo>
                    <a:pt x="2820542" y="1981970"/>
                  </a:lnTo>
                  <a:close/>
                </a:path>
                <a:path w="4122420" h="2482215">
                  <a:moveTo>
                    <a:pt x="623715" y="1982210"/>
                  </a:moveTo>
                  <a:lnTo>
                    <a:pt x="613930" y="1982210"/>
                  </a:lnTo>
                  <a:lnTo>
                    <a:pt x="610794" y="1981203"/>
                  </a:lnTo>
                  <a:lnTo>
                    <a:pt x="608164" y="1978973"/>
                  </a:lnTo>
                  <a:lnTo>
                    <a:pt x="604874" y="1972342"/>
                  </a:lnTo>
                  <a:lnTo>
                    <a:pt x="605853" y="1965562"/>
                  </a:lnTo>
                  <a:lnTo>
                    <a:pt x="610308" y="1960284"/>
                  </a:lnTo>
                  <a:lnTo>
                    <a:pt x="617444" y="1958158"/>
                  </a:lnTo>
                  <a:lnTo>
                    <a:pt x="624196" y="1958158"/>
                  </a:lnTo>
                  <a:lnTo>
                    <a:pt x="630113" y="1963770"/>
                  </a:lnTo>
                  <a:lnTo>
                    <a:pt x="630113" y="1977318"/>
                  </a:lnTo>
                  <a:lnTo>
                    <a:pt x="623715" y="1982210"/>
                  </a:lnTo>
                  <a:close/>
                </a:path>
                <a:path w="4122420" h="2482215">
                  <a:moveTo>
                    <a:pt x="699629" y="1982210"/>
                  </a:moveTo>
                  <a:lnTo>
                    <a:pt x="689842" y="1982210"/>
                  </a:lnTo>
                  <a:lnTo>
                    <a:pt x="686707" y="1981203"/>
                  </a:lnTo>
                  <a:lnTo>
                    <a:pt x="684077" y="1978973"/>
                  </a:lnTo>
                  <a:lnTo>
                    <a:pt x="680666" y="1972342"/>
                  </a:lnTo>
                  <a:lnTo>
                    <a:pt x="681444" y="1965562"/>
                  </a:lnTo>
                  <a:lnTo>
                    <a:pt x="685858" y="1960284"/>
                  </a:lnTo>
                  <a:lnTo>
                    <a:pt x="693357" y="1958158"/>
                  </a:lnTo>
                  <a:lnTo>
                    <a:pt x="700109" y="1958158"/>
                  </a:lnTo>
                  <a:lnTo>
                    <a:pt x="706026" y="1963770"/>
                  </a:lnTo>
                  <a:lnTo>
                    <a:pt x="706026" y="1977318"/>
                  </a:lnTo>
                  <a:lnTo>
                    <a:pt x="699629" y="1982210"/>
                  </a:lnTo>
                  <a:close/>
                </a:path>
                <a:path w="4122420" h="2482215">
                  <a:moveTo>
                    <a:pt x="1229351" y="1982210"/>
                  </a:moveTo>
                  <a:lnTo>
                    <a:pt x="1219970" y="1982210"/>
                  </a:lnTo>
                  <a:lnTo>
                    <a:pt x="1217036" y="1981203"/>
                  </a:lnTo>
                  <a:lnTo>
                    <a:pt x="1214659" y="1978973"/>
                  </a:lnTo>
                  <a:lnTo>
                    <a:pt x="1210885" y="1972342"/>
                  </a:lnTo>
                  <a:lnTo>
                    <a:pt x="1211704" y="1965562"/>
                  </a:lnTo>
                  <a:lnTo>
                    <a:pt x="1216320" y="1960284"/>
                  </a:lnTo>
                  <a:lnTo>
                    <a:pt x="1223940" y="1958158"/>
                  </a:lnTo>
                  <a:lnTo>
                    <a:pt x="1230692" y="1958158"/>
                  </a:lnTo>
                  <a:lnTo>
                    <a:pt x="1236583" y="1963770"/>
                  </a:lnTo>
                  <a:lnTo>
                    <a:pt x="1235749" y="1970172"/>
                  </a:lnTo>
                  <a:lnTo>
                    <a:pt x="1235749" y="1977318"/>
                  </a:lnTo>
                  <a:lnTo>
                    <a:pt x="1229351" y="1982210"/>
                  </a:lnTo>
                  <a:close/>
                </a:path>
                <a:path w="4122420" h="2482215">
                  <a:moveTo>
                    <a:pt x="2441483" y="1982210"/>
                  </a:moveTo>
                  <a:lnTo>
                    <a:pt x="2432101" y="1982210"/>
                  </a:lnTo>
                  <a:lnTo>
                    <a:pt x="2429167" y="1981203"/>
                  </a:lnTo>
                  <a:lnTo>
                    <a:pt x="2426790" y="1978973"/>
                  </a:lnTo>
                  <a:lnTo>
                    <a:pt x="2423014" y="1972342"/>
                  </a:lnTo>
                  <a:lnTo>
                    <a:pt x="2423740" y="1965562"/>
                  </a:lnTo>
                  <a:lnTo>
                    <a:pt x="2428103" y="1960284"/>
                  </a:lnTo>
                  <a:lnTo>
                    <a:pt x="2435236" y="1958158"/>
                  </a:lnTo>
                  <a:lnTo>
                    <a:pt x="2442823" y="1958158"/>
                  </a:lnTo>
                  <a:lnTo>
                    <a:pt x="2447880" y="1963770"/>
                  </a:lnTo>
                  <a:lnTo>
                    <a:pt x="2447880" y="1977318"/>
                  </a:lnTo>
                  <a:lnTo>
                    <a:pt x="2441483" y="1982210"/>
                  </a:lnTo>
                  <a:close/>
                </a:path>
                <a:path w="4122420" h="2482215">
                  <a:moveTo>
                    <a:pt x="543074" y="1982234"/>
                  </a:moveTo>
                  <a:lnTo>
                    <a:pt x="542568" y="1982234"/>
                  </a:lnTo>
                  <a:lnTo>
                    <a:pt x="541531" y="1982162"/>
                  </a:lnTo>
                  <a:lnTo>
                    <a:pt x="532997" y="1977960"/>
                  </a:lnTo>
                  <a:lnTo>
                    <a:pt x="530152" y="1970160"/>
                  </a:lnTo>
                  <a:lnTo>
                    <a:pt x="532997" y="1962361"/>
                  </a:lnTo>
                  <a:lnTo>
                    <a:pt x="541531" y="1958158"/>
                  </a:lnTo>
                  <a:lnTo>
                    <a:pt x="543074" y="1958110"/>
                  </a:lnTo>
                  <a:lnTo>
                    <a:pt x="552348" y="1961880"/>
                  </a:lnTo>
                  <a:lnTo>
                    <a:pt x="555439" y="1970172"/>
                  </a:lnTo>
                  <a:lnTo>
                    <a:pt x="552348" y="1978465"/>
                  </a:lnTo>
                  <a:lnTo>
                    <a:pt x="543074" y="1982234"/>
                  </a:lnTo>
                  <a:close/>
                </a:path>
                <a:path w="4122420" h="2482215">
                  <a:moveTo>
                    <a:pt x="1149493" y="1982234"/>
                  </a:moveTo>
                  <a:lnTo>
                    <a:pt x="1149013" y="1982234"/>
                  </a:lnTo>
                  <a:lnTo>
                    <a:pt x="1148027" y="1982162"/>
                  </a:lnTo>
                  <a:lnTo>
                    <a:pt x="1139009" y="1977960"/>
                  </a:lnTo>
                  <a:lnTo>
                    <a:pt x="1136003" y="1970160"/>
                  </a:lnTo>
                  <a:lnTo>
                    <a:pt x="1139009" y="1962361"/>
                  </a:lnTo>
                  <a:lnTo>
                    <a:pt x="1148027" y="1958158"/>
                  </a:lnTo>
                  <a:lnTo>
                    <a:pt x="1149493" y="1958110"/>
                  </a:lnTo>
                  <a:lnTo>
                    <a:pt x="1158355" y="1961880"/>
                  </a:lnTo>
                  <a:lnTo>
                    <a:pt x="1161309" y="1970172"/>
                  </a:lnTo>
                  <a:lnTo>
                    <a:pt x="1158355" y="1978465"/>
                  </a:lnTo>
                  <a:lnTo>
                    <a:pt x="1149493" y="1982234"/>
                  </a:lnTo>
                  <a:close/>
                </a:path>
                <a:path w="4122420" h="2482215">
                  <a:moveTo>
                    <a:pt x="2133961" y="1982234"/>
                  </a:moveTo>
                  <a:lnTo>
                    <a:pt x="2133455" y="1982234"/>
                  </a:lnTo>
                  <a:lnTo>
                    <a:pt x="2132419" y="1982162"/>
                  </a:lnTo>
                  <a:lnTo>
                    <a:pt x="2123870" y="1977960"/>
                  </a:lnTo>
                  <a:lnTo>
                    <a:pt x="2121020" y="1970160"/>
                  </a:lnTo>
                  <a:lnTo>
                    <a:pt x="2123870" y="1962361"/>
                  </a:lnTo>
                  <a:lnTo>
                    <a:pt x="2132419" y="1958158"/>
                  </a:lnTo>
                  <a:lnTo>
                    <a:pt x="2133961" y="1958110"/>
                  </a:lnTo>
                  <a:lnTo>
                    <a:pt x="2143235" y="1961880"/>
                  </a:lnTo>
                  <a:lnTo>
                    <a:pt x="2146326" y="1970172"/>
                  </a:lnTo>
                  <a:lnTo>
                    <a:pt x="2143235" y="1978465"/>
                  </a:lnTo>
                  <a:lnTo>
                    <a:pt x="2133961" y="1982234"/>
                  </a:lnTo>
                  <a:close/>
                </a:path>
                <a:path w="4122420" h="2482215">
                  <a:moveTo>
                    <a:pt x="2360866" y="1982234"/>
                  </a:moveTo>
                  <a:lnTo>
                    <a:pt x="2360360" y="1982234"/>
                  </a:lnTo>
                  <a:lnTo>
                    <a:pt x="2359323" y="1982162"/>
                  </a:lnTo>
                  <a:lnTo>
                    <a:pt x="2350774" y="1977960"/>
                  </a:lnTo>
                  <a:lnTo>
                    <a:pt x="2347925" y="1970160"/>
                  </a:lnTo>
                  <a:lnTo>
                    <a:pt x="2350774" y="1962361"/>
                  </a:lnTo>
                  <a:lnTo>
                    <a:pt x="2359323" y="1958158"/>
                  </a:lnTo>
                  <a:lnTo>
                    <a:pt x="2360866" y="1958110"/>
                  </a:lnTo>
                  <a:lnTo>
                    <a:pt x="2370140" y="1961880"/>
                  </a:lnTo>
                  <a:lnTo>
                    <a:pt x="2373232" y="1970172"/>
                  </a:lnTo>
                  <a:lnTo>
                    <a:pt x="2370140" y="1978465"/>
                  </a:lnTo>
                  <a:lnTo>
                    <a:pt x="2360866" y="1982234"/>
                  </a:lnTo>
                  <a:close/>
                </a:path>
                <a:path w="4122420" h="2482215">
                  <a:moveTo>
                    <a:pt x="2739597" y="1982234"/>
                  </a:moveTo>
                  <a:lnTo>
                    <a:pt x="2739091" y="1982234"/>
                  </a:lnTo>
                  <a:lnTo>
                    <a:pt x="2738054" y="1982162"/>
                  </a:lnTo>
                  <a:lnTo>
                    <a:pt x="2729520" y="1977849"/>
                  </a:lnTo>
                  <a:lnTo>
                    <a:pt x="2726675" y="1969864"/>
                  </a:lnTo>
                  <a:lnTo>
                    <a:pt x="2729520" y="1962027"/>
                  </a:lnTo>
                  <a:lnTo>
                    <a:pt x="2738054" y="1958158"/>
                  </a:lnTo>
                  <a:lnTo>
                    <a:pt x="2739597" y="1958110"/>
                  </a:lnTo>
                  <a:lnTo>
                    <a:pt x="2748885" y="1961880"/>
                  </a:lnTo>
                  <a:lnTo>
                    <a:pt x="2751981" y="1970172"/>
                  </a:lnTo>
                  <a:lnTo>
                    <a:pt x="2748885" y="1978465"/>
                  </a:lnTo>
                  <a:lnTo>
                    <a:pt x="2739597" y="1982234"/>
                  </a:lnTo>
                  <a:close/>
                </a:path>
                <a:path w="4122420" h="2482215">
                  <a:moveTo>
                    <a:pt x="2631290" y="2016597"/>
                  </a:moveTo>
                  <a:lnTo>
                    <a:pt x="2621883" y="2016597"/>
                  </a:lnTo>
                  <a:lnTo>
                    <a:pt x="2618950" y="2015614"/>
                  </a:lnTo>
                  <a:lnTo>
                    <a:pt x="2616598" y="2013360"/>
                  </a:lnTo>
                  <a:lnTo>
                    <a:pt x="2612811" y="2006743"/>
                  </a:lnTo>
                  <a:lnTo>
                    <a:pt x="2613535" y="1999970"/>
                  </a:lnTo>
                  <a:lnTo>
                    <a:pt x="2617896" y="1994695"/>
                  </a:lnTo>
                  <a:lnTo>
                    <a:pt x="2625019" y="1992570"/>
                  </a:lnTo>
                  <a:lnTo>
                    <a:pt x="2625019" y="1994176"/>
                  </a:lnTo>
                  <a:lnTo>
                    <a:pt x="2632596" y="1994176"/>
                  </a:lnTo>
                  <a:lnTo>
                    <a:pt x="2636904" y="1998637"/>
                  </a:lnTo>
                  <a:lnTo>
                    <a:pt x="2637688" y="2004560"/>
                  </a:lnTo>
                  <a:lnTo>
                    <a:pt x="2637688" y="2011729"/>
                  </a:lnTo>
                  <a:lnTo>
                    <a:pt x="2631290" y="2016597"/>
                  </a:lnTo>
                  <a:close/>
                </a:path>
                <a:path w="4122420" h="2482215">
                  <a:moveTo>
                    <a:pt x="2632596" y="1994176"/>
                  </a:moveTo>
                  <a:lnTo>
                    <a:pt x="2625019" y="1994176"/>
                  </a:lnTo>
                  <a:lnTo>
                    <a:pt x="2625525" y="1994104"/>
                  </a:lnTo>
                  <a:lnTo>
                    <a:pt x="2626005" y="1994080"/>
                  </a:lnTo>
                  <a:lnTo>
                    <a:pt x="2632504" y="1994080"/>
                  </a:lnTo>
                  <a:close/>
                </a:path>
                <a:path w="4122420" h="2482215">
                  <a:moveTo>
                    <a:pt x="812588" y="2017149"/>
                  </a:moveTo>
                  <a:lnTo>
                    <a:pt x="802852" y="2017149"/>
                  </a:lnTo>
                  <a:lnTo>
                    <a:pt x="799615" y="2015998"/>
                  </a:lnTo>
                  <a:lnTo>
                    <a:pt x="797112" y="2013360"/>
                  </a:lnTo>
                  <a:lnTo>
                    <a:pt x="793349" y="2007200"/>
                  </a:lnTo>
                  <a:lnTo>
                    <a:pt x="794166" y="2000663"/>
                  </a:lnTo>
                  <a:lnTo>
                    <a:pt x="798776" y="1995474"/>
                  </a:lnTo>
                  <a:lnTo>
                    <a:pt x="806392" y="1993361"/>
                  </a:lnTo>
                  <a:lnTo>
                    <a:pt x="807252" y="1994176"/>
                  </a:lnTo>
                  <a:lnTo>
                    <a:pt x="813144" y="1994176"/>
                  </a:lnTo>
                  <a:lnTo>
                    <a:pt x="818202" y="1998972"/>
                  </a:lnTo>
                  <a:lnTo>
                    <a:pt x="819062" y="2005375"/>
                  </a:lnTo>
                  <a:lnTo>
                    <a:pt x="819062" y="2012329"/>
                  </a:lnTo>
                  <a:lnTo>
                    <a:pt x="812588" y="2017149"/>
                  </a:lnTo>
                  <a:close/>
                </a:path>
                <a:path w="4122420" h="2482215">
                  <a:moveTo>
                    <a:pt x="1267637" y="2017149"/>
                  </a:moveTo>
                  <a:lnTo>
                    <a:pt x="1257876" y="2017149"/>
                  </a:lnTo>
                  <a:lnTo>
                    <a:pt x="1254563" y="2015998"/>
                  </a:lnTo>
                  <a:lnTo>
                    <a:pt x="1251781" y="2013360"/>
                  </a:lnTo>
                  <a:lnTo>
                    <a:pt x="1248370" y="2007200"/>
                  </a:lnTo>
                  <a:lnTo>
                    <a:pt x="1249148" y="2000663"/>
                  </a:lnTo>
                  <a:lnTo>
                    <a:pt x="1253563" y="1995474"/>
                  </a:lnTo>
                  <a:lnTo>
                    <a:pt x="1261062" y="1993361"/>
                  </a:lnTo>
                  <a:lnTo>
                    <a:pt x="1261062" y="1994176"/>
                  </a:lnTo>
                  <a:lnTo>
                    <a:pt x="1267813" y="1994176"/>
                  </a:lnTo>
                  <a:lnTo>
                    <a:pt x="1272871" y="1998972"/>
                  </a:lnTo>
                  <a:lnTo>
                    <a:pt x="1273706" y="2005375"/>
                  </a:lnTo>
                  <a:lnTo>
                    <a:pt x="1273706" y="2012329"/>
                  </a:lnTo>
                  <a:lnTo>
                    <a:pt x="1267637" y="2017149"/>
                  </a:lnTo>
                  <a:close/>
                </a:path>
                <a:path w="4122420" h="2482215">
                  <a:moveTo>
                    <a:pt x="888577" y="2017413"/>
                  </a:moveTo>
                  <a:lnTo>
                    <a:pt x="878790" y="2017413"/>
                  </a:lnTo>
                  <a:lnTo>
                    <a:pt x="875655" y="2016406"/>
                  </a:lnTo>
                  <a:lnTo>
                    <a:pt x="873025" y="2014152"/>
                  </a:lnTo>
                  <a:lnTo>
                    <a:pt x="869614" y="2007534"/>
                  </a:lnTo>
                  <a:lnTo>
                    <a:pt x="870392" y="2000762"/>
                  </a:lnTo>
                  <a:lnTo>
                    <a:pt x="874807" y="1995487"/>
                  </a:lnTo>
                  <a:lnTo>
                    <a:pt x="882306" y="1993361"/>
                  </a:lnTo>
                  <a:lnTo>
                    <a:pt x="882306" y="1994176"/>
                  </a:lnTo>
                  <a:lnTo>
                    <a:pt x="889057" y="1994176"/>
                  </a:lnTo>
                  <a:lnTo>
                    <a:pt x="894975" y="1998972"/>
                  </a:lnTo>
                  <a:lnTo>
                    <a:pt x="894975" y="2012521"/>
                  </a:lnTo>
                  <a:lnTo>
                    <a:pt x="888577" y="2017413"/>
                  </a:lnTo>
                  <a:close/>
                </a:path>
                <a:path w="4122420" h="2482215">
                  <a:moveTo>
                    <a:pt x="1040403" y="2017413"/>
                  </a:moveTo>
                  <a:lnTo>
                    <a:pt x="1030617" y="2017413"/>
                  </a:lnTo>
                  <a:lnTo>
                    <a:pt x="1027506" y="2016406"/>
                  </a:lnTo>
                  <a:lnTo>
                    <a:pt x="1024876" y="2014152"/>
                  </a:lnTo>
                  <a:lnTo>
                    <a:pt x="1021572" y="2007534"/>
                  </a:lnTo>
                  <a:lnTo>
                    <a:pt x="1022547" y="2000762"/>
                  </a:lnTo>
                  <a:lnTo>
                    <a:pt x="1027007" y="1995487"/>
                  </a:lnTo>
                  <a:lnTo>
                    <a:pt x="1034157" y="1993361"/>
                  </a:lnTo>
                  <a:lnTo>
                    <a:pt x="1034157" y="1994176"/>
                  </a:lnTo>
                  <a:lnTo>
                    <a:pt x="1040883" y="1994176"/>
                  </a:lnTo>
                  <a:lnTo>
                    <a:pt x="1046801" y="1998972"/>
                  </a:lnTo>
                  <a:lnTo>
                    <a:pt x="1046801" y="2012521"/>
                  </a:lnTo>
                  <a:lnTo>
                    <a:pt x="1040403" y="2017413"/>
                  </a:lnTo>
                  <a:close/>
                </a:path>
                <a:path w="4122420" h="2482215">
                  <a:moveTo>
                    <a:pt x="1797890" y="2017413"/>
                  </a:moveTo>
                  <a:lnTo>
                    <a:pt x="1788104" y="2017413"/>
                  </a:lnTo>
                  <a:lnTo>
                    <a:pt x="1784968" y="2016406"/>
                  </a:lnTo>
                  <a:lnTo>
                    <a:pt x="1782338" y="2014152"/>
                  </a:lnTo>
                  <a:lnTo>
                    <a:pt x="1779048" y="2007534"/>
                  </a:lnTo>
                  <a:lnTo>
                    <a:pt x="1780028" y="2000762"/>
                  </a:lnTo>
                  <a:lnTo>
                    <a:pt x="1784483" y="1995487"/>
                  </a:lnTo>
                  <a:lnTo>
                    <a:pt x="1791619" y="1993361"/>
                  </a:lnTo>
                  <a:lnTo>
                    <a:pt x="1791619" y="1994176"/>
                  </a:lnTo>
                  <a:lnTo>
                    <a:pt x="1798371" y="1994176"/>
                  </a:lnTo>
                  <a:lnTo>
                    <a:pt x="1804288" y="1998972"/>
                  </a:lnTo>
                  <a:lnTo>
                    <a:pt x="1804288" y="2012521"/>
                  </a:lnTo>
                  <a:lnTo>
                    <a:pt x="1797890" y="2017413"/>
                  </a:lnTo>
                  <a:close/>
                </a:path>
                <a:path w="4122420" h="2482215">
                  <a:moveTo>
                    <a:pt x="1873803" y="2017413"/>
                  </a:moveTo>
                  <a:lnTo>
                    <a:pt x="1864017" y="2017413"/>
                  </a:lnTo>
                  <a:lnTo>
                    <a:pt x="1860881" y="2016406"/>
                  </a:lnTo>
                  <a:lnTo>
                    <a:pt x="1858277" y="2014152"/>
                  </a:lnTo>
                  <a:lnTo>
                    <a:pt x="1854851" y="2007534"/>
                  </a:lnTo>
                  <a:lnTo>
                    <a:pt x="1855622" y="2000762"/>
                  </a:lnTo>
                  <a:lnTo>
                    <a:pt x="1860033" y="1995487"/>
                  </a:lnTo>
                  <a:lnTo>
                    <a:pt x="1867532" y="1993361"/>
                  </a:lnTo>
                  <a:lnTo>
                    <a:pt x="1867532" y="1994176"/>
                  </a:lnTo>
                  <a:lnTo>
                    <a:pt x="1874284" y="1994176"/>
                  </a:lnTo>
                  <a:lnTo>
                    <a:pt x="1879341" y="1998972"/>
                  </a:lnTo>
                  <a:lnTo>
                    <a:pt x="1880201" y="2005375"/>
                  </a:lnTo>
                  <a:lnTo>
                    <a:pt x="1880201" y="2012521"/>
                  </a:lnTo>
                  <a:lnTo>
                    <a:pt x="1873803" y="2017413"/>
                  </a:lnTo>
                  <a:close/>
                </a:path>
                <a:path w="4122420" h="2482215">
                  <a:moveTo>
                    <a:pt x="732022" y="2017437"/>
                  </a:moveTo>
                  <a:lnTo>
                    <a:pt x="731516" y="2017437"/>
                  </a:lnTo>
                  <a:lnTo>
                    <a:pt x="730480" y="2017365"/>
                  </a:lnTo>
                  <a:lnTo>
                    <a:pt x="721945" y="2013051"/>
                  </a:lnTo>
                  <a:lnTo>
                    <a:pt x="719100" y="2005066"/>
                  </a:lnTo>
                  <a:lnTo>
                    <a:pt x="721945" y="1997230"/>
                  </a:lnTo>
                  <a:lnTo>
                    <a:pt x="730480" y="1993361"/>
                  </a:lnTo>
                  <a:lnTo>
                    <a:pt x="731010" y="1993313"/>
                  </a:lnTo>
                  <a:lnTo>
                    <a:pt x="732022" y="1993289"/>
                  </a:lnTo>
                  <a:lnTo>
                    <a:pt x="741296" y="1997062"/>
                  </a:lnTo>
                  <a:lnTo>
                    <a:pt x="744388" y="2005363"/>
                  </a:lnTo>
                  <a:lnTo>
                    <a:pt x="741296" y="2013664"/>
                  </a:lnTo>
                  <a:lnTo>
                    <a:pt x="732022" y="2017437"/>
                  </a:lnTo>
                  <a:close/>
                </a:path>
                <a:path w="4122420" h="2482215">
                  <a:moveTo>
                    <a:pt x="959787" y="2017437"/>
                  </a:moveTo>
                  <a:lnTo>
                    <a:pt x="959281" y="2017437"/>
                  </a:lnTo>
                  <a:lnTo>
                    <a:pt x="958219" y="2017365"/>
                  </a:lnTo>
                  <a:lnTo>
                    <a:pt x="949684" y="2013162"/>
                  </a:lnTo>
                  <a:lnTo>
                    <a:pt x="946840" y="2005363"/>
                  </a:lnTo>
                  <a:lnTo>
                    <a:pt x="949684" y="1997564"/>
                  </a:lnTo>
                  <a:lnTo>
                    <a:pt x="958219" y="1993361"/>
                  </a:lnTo>
                  <a:lnTo>
                    <a:pt x="958750" y="1993313"/>
                  </a:lnTo>
                  <a:lnTo>
                    <a:pt x="959787" y="1993289"/>
                  </a:lnTo>
                  <a:lnTo>
                    <a:pt x="969061" y="1997062"/>
                  </a:lnTo>
                  <a:lnTo>
                    <a:pt x="972152" y="2005363"/>
                  </a:lnTo>
                  <a:lnTo>
                    <a:pt x="969061" y="2013664"/>
                  </a:lnTo>
                  <a:lnTo>
                    <a:pt x="959787" y="2017437"/>
                  </a:lnTo>
                  <a:close/>
                </a:path>
                <a:path w="4122420" h="2482215">
                  <a:moveTo>
                    <a:pt x="1338517" y="2017437"/>
                  </a:moveTo>
                  <a:lnTo>
                    <a:pt x="1338012" y="2017437"/>
                  </a:lnTo>
                  <a:lnTo>
                    <a:pt x="1336975" y="2017365"/>
                  </a:lnTo>
                  <a:lnTo>
                    <a:pt x="1328426" y="2013162"/>
                  </a:lnTo>
                  <a:lnTo>
                    <a:pt x="1325577" y="2005363"/>
                  </a:lnTo>
                  <a:lnTo>
                    <a:pt x="1328426" y="1997564"/>
                  </a:lnTo>
                  <a:lnTo>
                    <a:pt x="1336975" y="1993361"/>
                  </a:lnTo>
                  <a:lnTo>
                    <a:pt x="1337506" y="1993313"/>
                  </a:lnTo>
                  <a:lnTo>
                    <a:pt x="1338517" y="1993289"/>
                  </a:lnTo>
                  <a:lnTo>
                    <a:pt x="1347792" y="1997062"/>
                  </a:lnTo>
                  <a:lnTo>
                    <a:pt x="1350883" y="2005363"/>
                  </a:lnTo>
                  <a:lnTo>
                    <a:pt x="1347792" y="2013664"/>
                  </a:lnTo>
                  <a:lnTo>
                    <a:pt x="1338517" y="2017437"/>
                  </a:lnTo>
                  <a:close/>
                </a:path>
                <a:path w="4122420" h="2482215">
                  <a:moveTo>
                    <a:pt x="1566206" y="2017437"/>
                  </a:moveTo>
                  <a:lnTo>
                    <a:pt x="1565726" y="2017437"/>
                  </a:lnTo>
                  <a:lnTo>
                    <a:pt x="1564714" y="2017365"/>
                  </a:lnTo>
                  <a:lnTo>
                    <a:pt x="1555696" y="2013506"/>
                  </a:lnTo>
                  <a:lnTo>
                    <a:pt x="1552690" y="2005669"/>
                  </a:lnTo>
                  <a:lnTo>
                    <a:pt x="1555696" y="1997678"/>
                  </a:lnTo>
                  <a:lnTo>
                    <a:pt x="1564714" y="1993361"/>
                  </a:lnTo>
                  <a:lnTo>
                    <a:pt x="1565220" y="1993313"/>
                  </a:lnTo>
                  <a:lnTo>
                    <a:pt x="1566206" y="1993289"/>
                  </a:lnTo>
                  <a:lnTo>
                    <a:pt x="1575054" y="1997062"/>
                  </a:lnTo>
                  <a:lnTo>
                    <a:pt x="1578003" y="2005363"/>
                  </a:lnTo>
                  <a:lnTo>
                    <a:pt x="1575054" y="2013664"/>
                  </a:lnTo>
                  <a:lnTo>
                    <a:pt x="1566206" y="2017437"/>
                  </a:lnTo>
                  <a:close/>
                </a:path>
                <a:path w="4122420" h="2482215">
                  <a:moveTo>
                    <a:pt x="1717248" y="2017437"/>
                  </a:moveTo>
                  <a:lnTo>
                    <a:pt x="1716768" y="2017437"/>
                  </a:lnTo>
                  <a:lnTo>
                    <a:pt x="1715706" y="2017365"/>
                  </a:lnTo>
                  <a:lnTo>
                    <a:pt x="1707171" y="2013162"/>
                  </a:lnTo>
                  <a:lnTo>
                    <a:pt x="1704327" y="2005363"/>
                  </a:lnTo>
                  <a:lnTo>
                    <a:pt x="1707171" y="1997564"/>
                  </a:lnTo>
                  <a:lnTo>
                    <a:pt x="1715706" y="1993361"/>
                  </a:lnTo>
                  <a:lnTo>
                    <a:pt x="1716237" y="1993313"/>
                  </a:lnTo>
                  <a:lnTo>
                    <a:pt x="1717248" y="1993289"/>
                  </a:lnTo>
                  <a:lnTo>
                    <a:pt x="1726537" y="1997062"/>
                  </a:lnTo>
                  <a:lnTo>
                    <a:pt x="1729633" y="2005363"/>
                  </a:lnTo>
                  <a:lnTo>
                    <a:pt x="1726537" y="2013664"/>
                  </a:lnTo>
                  <a:lnTo>
                    <a:pt x="1717248" y="2017437"/>
                  </a:lnTo>
                  <a:close/>
                </a:path>
                <a:path w="4122420" h="2482215">
                  <a:moveTo>
                    <a:pt x="1944937" y="2017437"/>
                  </a:moveTo>
                  <a:lnTo>
                    <a:pt x="1944456" y="2017437"/>
                  </a:lnTo>
                  <a:lnTo>
                    <a:pt x="1943470" y="2017365"/>
                  </a:lnTo>
                  <a:lnTo>
                    <a:pt x="1934452" y="2013506"/>
                  </a:lnTo>
                  <a:lnTo>
                    <a:pt x="1931446" y="2005669"/>
                  </a:lnTo>
                  <a:lnTo>
                    <a:pt x="1934452" y="1997678"/>
                  </a:lnTo>
                  <a:lnTo>
                    <a:pt x="1943470" y="1993361"/>
                  </a:lnTo>
                  <a:lnTo>
                    <a:pt x="1943976" y="1993313"/>
                  </a:lnTo>
                  <a:lnTo>
                    <a:pt x="1944937" y="1993289"/>
                  </a:lnTo>
                  <a:lnTo>
                    <a:pt x="1953799" y="1997062"/>
                  </a:lnTo>
                  <a:lnTo>
                    <a:pt x="1956752" y="2005363"/>
                  </a:lnTo>
                  <a:lnTo>
                    <a:pt x="1953799" y="2013664"/>
                  </a:lnTo>
                  <a:lnTo>
                    <a:pt x="1944937" y="2017437"/>
                  </a:lnTo>
                  <a:close/>
                </a:path>
                <a:path w="4122420" h="2482215">
                  <a:moveTo>
                    <a:pt x="2171917" y="2017437"/>
                  </a:moveTo>
                  <a:lnTo>
                    <a:pt x="2171412" y="2017437"/>
                  </a:lnTo>
                  <a:lnTo>
                    <a:pt x="2170375" y="2017365"/>
                  </a:lnTo>
                  <a:lnTo>
                    <a:pt x="2161826" y="2013162"/>
                  </a:lnTo>
                  <a:lnTo>
                    <a:pt x="2158977" y="2005363"/>
                  </a:lnTo>
                  <a:lnTo>
                    <a:pt x="2161826" y="1997564"/>
                  </a:lnTo>
                  <a:lnTo>
                    <a:pt x="2170375" y="1993361"/>
                  </a:lnTo>
                  <a:lnTo>
                    <a:pt x="2170906" y="1993313"/>
                  </a:lnTo>
                  <a:lnTo>
                    <a:pt x="2171917" y="1993289"/>
                  </a:lnTo>
                  <a:lnTo>
                    <a:pt x="2181192" y="1997062"/>
                  </a:lnTo>
                  <a:lnTo>
                    <a:pt x="2184283" y="2005363"/>
                  </a:lnTo>
                  <a:lnTo>
                    <a:pt x="2181192" y="2013664"/>
                  </a:lnTo>
                  <a:lnTo>
                    <a:pt x="2171917" y="2017437"/>
                  </a:lnTo>
                  <a:close/>
                </a:path>
                <a:path w="4122420" h="2482215">
                  <a:moveTo>
                    <a:pt x="126412" y="2017437"/>
                  </a:moveTo>
                  <a:lnTo>
                    <a:pt x="125906" y="2017437"/>
                  </a:lnTo>
                  <a:lnTo>
                    <a:pt x="124844" y="2017365"/>
                  </a:lnTo>
                  <a:lnTo>
                    <a:pt x="116295" y="2013519"/>
                  </a:lnTo>
                  <a:lnTo>
                    <a:pt x="113446" y="2005771"/>
                  </a:lnTo>
                  <a:lnTo>
                    <a:pt x="116295" y="1998022"/>
                  </a:lnTo>
                  <a:lnTo>
                    <a:pt x="124844" y="1994176"/>
                  </a:lnTo>
                  <a:lnTo>
                    <a:pt x="125375" y="1994128"/>
                  </a:lnTo>
                  <a:lnTo>
                    <a:pt x="126412" y="1994104"/>
                  </a:lnTo>
                  <a:lnTo>
                    <a:pt x="135658" y="1997750"/>
                  </a:lnTo>
                  <a:lnTo>
                    <a:pt x="138739" y="2005771"/>
                  </a:lnTo>
                  <a:lnTo>
                    <a:pt x="135658" y="2013791"/>
                  </a:lnTo>
                  <a:lnTo>
                    <a:pt x="126412" y="2017437"/>
                  </a:lnTo>
                  <a:close/>
                </a:path>
                <a:path w="4122420" h="2482215">
                  <a:moveTo>
                    <a:pt x="208090" y="2017581"/>
                  </a:moveTo>
                  <a:lnTo>
                    <a:pt x="198329" y="2017581"/>
                  </a:lnTo>
                  <a:lnTo>
                    <a:pt x="195042" y="2016502"/>
                  </a:lnTo>
                  <a:lnTo>
                    <a:pt x="192311" y="2014152"/>
                  </a:lnTo>
                  <a:lnTo>
                    <a:pt x="188900" y="2007534"/>
                  </a:lnTo>
                  <a:lnTo>
                    <a:pt x="189678" y="2000762"/>
                  </a:lnTo>
                  <a:lnTo>
                    <a:pt x="194092" y="1995487"/>
                  </a:lnTo>
                  <a:lnTo>
                    <a:pt x="201591" y="1993361"/>
                  </a:lnTo>
                  <a:lnTo>
                    <a:pt x="200757" y="1994176"/>
                  </a:lnTo>
                  <a:lnTo>
                    <a:pt x="209056" y="1994176"/>
                  </a:lnTo>
                  <a:lnTo>
                    <a:pt x="213451" y="1999380"/>
                  </a:lnTo>
                  <a:lnTo>
                    <a:pt x="214235" y="2005375"/>
                  </a:lnTo>
                  <a:lnTo>
                    <a:pt x="214235" y="2012929"/>
                  </a:lnTo>
                  <a:lnTo>
                    <a:pt x="208090" y="2017581"/>
                  </a:lnTo>
                  <a:close/>
                </a:path>
                <a:path w="4122420" h="2482215">
                  <a:moveTo>
                    <a:pt x="209056" y="1994176"/>
                  </a:moveTo>
                  <a:lnTo>
                    <a:pt x="200757" y="1994176"/>
                  </a:lnTo>
                  <a:lnTo>
                    <a:pt x="201237" y="1994104"/>
                  </a:lnTo>
                  <a:lnTo>
                    <a:pt x="201718" y="1994080"/>
                  </a:lnTo>
                  <a:lnTo>
                    <a:pt x="208975" y="1994080"/>
                  </a:lnTo>
                  <a:close/>
                </a:path>
                <a:path w="4122420" h="2482215">
                  <a:moveTo>
                    <a:pt x="283624" y="2017581"/>
                  </a:moveTo>
                  <a:lnTo>
                    <a:pt x="273863" y="2017581"/>
                  </a:lnTo>
                  <a:lnTo>
                    <a:pt x="270702" y="2016502"/>
                  </a:lnTo>
                  <a:lnTo>
                    <a:pt x="268224" y="2014152"/>
                  </a:lnTo>
                  <a:lnTo>
                    <a:pt x="264461" y="2007868"/>
                  </a:lnTo>
                  <a:lnTo>
                    <a:pt x="265278" y="2001059"/>
                  </a:lnTo>
                  <a:lnTo>
                    <a:pt x="269888" y="1995598"/>
                  </a:lnTo>
                  <a:lnTo>
                    <a:pt x="277505" y="1993361"/>
                  </a:lnTo>
                  <a:lnTo>
                    <a:pt x="276670" y="1994176"/>
                  </a:lnTo>
                  <a:lnTo>
                    <a:pt x="284249" y="1994176"/>
                  </a:lnTo>
                  <a:lnTo>
                    <a:pt x="289364" y="1999380"/>
                  </a:lnTo>
                  <a:lnTo>
                    <a:pt x="290174" y="2005375"/>
                  </a:lnTo>
                  <a:lnTo>
                    <a:pt x="290174" y="2012929"/>
                  </a:lnTo>
                  <a:lnTo>
                    <a:pt x="283624" y="2017581"/>
                  </a:lnTo>
                  <a:close/>
                </a:path>
                <a:path w="4122420" h="2482215">
                  <a:moveTo>
                    <a:pt x="284249" y="1994176"/>
                  </a:moveTo>
                  <a:lnTo>
                    <a:pt x="276670" y="1994176"/>
                  </a:lnTo>
                  <a:lnTo>
                    <a:pt x="277100" y="1994104"/>
                  </a:lnTo>
                  <a:lnTo>
                    <a:pt x="277530" y="1994080"/>
                  </a:lnTo>
                  <a:lnTo>
                    <a:pt x="284155" y="1994080"/>
                  </a:lnTo>
                  <a:close/>
                </a:path>
                <a:path w="4122420" h="2482215">
                  <a:moveTo>
                    <a:pt x="1419387" y="2017581"/>
                  </a:moveTo>
                  <a:lnTo>
                    <a:pt x="1409626" y="2017581"/>
                  </a:lnTo>
                  <a:lnTo>
                    <a:pt x="1406338" y="2016502"/>
                  </a:lnTo>
                  <a:lnTo>
                    <a:pt x="1403607" y="2014152"/>
                  </a:lnTo>
                  <a:lnTo>
                    <a:pt x="1400314" y="2007534"/>
                  </a:lnTo>
                  <a:lnTo>
                    <a:pt x="1401287" y="2000762"/>
                  </a:lnTo>
                  <a:lnTo>
                    <a:pt x="1405741" y="1995487"/>
                  </a:lnTo>
                  <a:lnTo>
                    <a:pt x="1412888" y="1993361"/>
                  </a:lnTo>
                  <a:lnTo>
                    <a:pt x="1412888" y="1994176"/>
                  </a:lnTo>
                  <a:lnTo>
                    <a:pt x="1419640" y="1994176"/>
                  </a:lnTo>
                  <a:lnTo>
                    <a:pt x="1425532" y="1998972"/>
                  </a:lnTo>
                  <a:lnTo>
                    <a:pt x="1425532" y="2012929"/>
                  </a:lnTo>
                  <a:lnTo>
                    <a:pt x="1419387" y="2017581"/>
                  </a:lnTo>
                  <a:close/>
                </a:path>
                <a:path w="4122420" h="2482215">
                  <a:moveTo>
                    <a:pt x="1494921" y="2017581"/>
                  </a:moveTo>
                  <a:lnTo>
                    <a:pt x="1485160" y="2017581"/>
                  </a:lnTo>
                  <a:lnTo>
                    <a:pt x="1481999" y="2016502"/>
                  </a:lnTo>
                  <a:lnTo>
                    <a:pt x="1479521" y="2014152"/>
                  </a:lnTo>
                  <a:lnTo>
                    <a:pt x="1475758" y="2007868"/>
                  </a:lnTo>
                  <a:lnTo>
                    <a:pt x="1476575" y="2001059"/>
                  </a:lnTo>
                  <a:lnTo>
                    <a:pt x="1481185" y="1995598"/>
                  </a:lnTo>
                  <a:lnTo>
                    <a:pt x="1488801" y="1993361"/>
                  </a:lnTo>
                  <a:lnTo>
                    <a:pt x="1488801" y="1994176"/>
                  </a:lnTo>
                  <a:lnTo>
                    <a:pt x="1495553" y="1994176"/>
                  </a:lnTo>
                  <a:lnTo>
                    <a:pt x="1500610" y="1998972"/>
                  </a:lnTo>
                  <a:lnTo>
                    <a:pt x="1501445" y="2005375"/>
                  </a:lnTo>
                  <a:lnTo>
                    <a:pt x="1501445" y="2012929"/>
                  </a:lnTo>
                  <a:lnTo>
                    <a:pt x="1494921" y="2017581"/>
                  </a:lnTo>
                  <a:close/>
                </a:path>
                <a:path w="4122420" h="2482215">
                  <a:moveTo>
                    <a:pt x="2252787" y="2017581"/>
                  </a:moveTo>
                  <a:lnTo>
                    <a:pt x="2243026" y="2017581"/>
                  </a:lnTo>
                  <a:lnTo>
                    <a:pt x="2239738" y="2016502"/>
                  </a:lnTo>
                  <a:lnTo>
                    <a:pt x="2237008" y="2014152"/>
                  </a:lnTo>
                  <a:lnTo>
                    <a:pt x="2233597" y="2007534"/>
                  </a:lnTo>
                  <a:lnTo>
                    <a:pt x="2234375" y="2000762"/>
                  </a:lnTo>
                  <a:lnTo>
                    <a:pt x="2238789" y="1995487"/>
                  </a:lnTo>
                  <a:lnTo>
                    <a:pt x="2246288" y="1993361"/>
                  </a:lnTo>
                  <a:lnTo>
                    <a:pt x="2246288" y="1994176"/>
                  </a:lnTo>
                  <a:lnTo>
                    <a:pt x="2253040" y="1994176"/>
                  </a:lnTo>
                  <a:lnTo>
                    <a:pt x="2258098" y="1998972"/>
                  </a:lnTo>
                  <a:lnTo>
                    <a:pt x="2258932" y="2005375"/>
                  </a:lnTo>
                  <a:lnTo>
                    <a:pt x="2258932" y="2012929"/>
                  </a:lnTo>
                  <a:lnTo>
                    <a:pt x="2252787" y="2017581"/>
                  </a:lnTo>
                  <a:close/>
                </a:path>
                <a:path w="4122420" h="2482215">
                  <a:moveTo>
                    <a:pt x="434616" y="2017916"/>
                  </a:moveTo>
                  <a:lnTo>
                    <a:pt x="424880" y="2017916"/>
                  </a:lnTo>
                  <a:lnTo>
                    <a:pt x="421694" y="2016765"/>
                  </a:lnTo>
                  <a:lnTo>
                    <a:pt x="419215" y="2014152"/>
                  </a:lnTo>
                  <a:lnTo>
                    <a:pt x="415452" y="2007996"/>
                  </a:lnTo>
                  <a:lnTo>
                    <a:pt x="416270" y="2001466"/>
                  </a:lnTo>
                  <a:lnTo>
                    <a:pt x="420880" y="1996286"/>
                  </a:lnTo>
                  <a:lnTo>
                    <a:pt x="428496" y="1994176"/>
                  </a:lnTo>
                  <a:lnTo>
                    <a:pt x="435248" y="1994176"/>
                  </a:lnTo>
                  <a:lnTo>
                    <a:pt x="441165" y="1998972"/>
                  </a:lnTo>
                  <a:lnTo>
                    <a:pt x="441165" y="2012929"/>
                  </a:lnTo>
                  <a:lnTo>
                    <a:pt x="434616" y="2017916"/>
                  </a:lnTo>
                  <a:close/>
                </a:path>
                <a:path w="4122420" h="2482215">
                  <a:moveTo>
                    <a:pt x="2100961" y="2017916"/>
                  </a:moveTo>
                  <a:lnTo>
                    <a:pt x="2091579" y="2017916"/>
                  </a:lnTo>
                  <a:lnTo>
                    <a:pt x="2088494" y="2016765"/>
                  </a:lnTo>
                  <a:lnTo>
                    <a:pt x="2086016" y="2014152"/>
                  </a:lnTo>
                  <a:lnTo>
                    <a:pt x="2082229" y="2007996"/>
                  </a:lnTo>
                  <a:lnTo>
                    <a:pt x="2082956" y="2001466"/>
                  </a:lnTo>
                  <a:lnTo>
                    <a:pt x="2087325" y="1996286"/>
                  </a:lnTo>
                  <a:lnTo>
                    <a:pt x="2094462" y="1994176"/>
                  </a:lnTo>
                  <a:lnTo>
                    <a:pt x="2101188" y="1994176"/>
                  </a:lnTo>
                  <a:lnTo>
                    <a:pt x="2107106" y="1998972"/>
                  </a:lnTo>
                  <a:lnTo>
                    <a:pt x="2107106" y="2012929"/>
                  </a:lnTo>
                  <a:lnTo>
                    <a:pt x="2100961" y="2017916"/>
                  </a:lnTo>
                  <a:close/>
                </a:path>
                <a:path w="4122420" h="2482215">
                  <a:moveTo>
                    <a:pt x="2782509" y="2017916"/>
                  </a:moveTo>
                  <a:lnTo>
                    <a:pt x="2773153" y="2017916"/>
                  </a:lnTo>
                  <a:lnTo>
                    <a:pt x="2770043" y="2016765"/>
                  </a:lnTo>
                  <a:lnTo>
                    <a:pt x="2767590" y="2014152"/>
                  </a:lnTo>
                  <a:lnTo>
                    <a:pt x="2763799" y="2007996"/>
                  </a:lnTo>
                  <a:lnTo>
                    <a:pt x="2764517" y="2001466"/>
                  </a:lnTo>
                  <a:lnTo>
                    <a:pt x="2768877" y="1996286"/>
                  </a:lnTo>
                  <a:lnTo>
                    <a:pt x="2776011" y="1994176"/>
                  </a:lnTo>
                  <a:lnTo>
                    <a:pt x="2783597" y="1994176"/>
                  </a:lnTo>
                  <a:lnTo>
                    <a:pt x="2788655" y="1998972"/>
                  </a:lnTo>
                  <a:lnTo>
                    <a:pt x="2788655" y="2012929"/>
                  </a:lnTo>
                  <a:lnTo>
                    <a:pt x="2782509" y="2017916"/>
                  </a:lnTo>
                  <a:close/>
                </a:path>
                <a:path w="4122420" h="2482215">
                  <a:moveTo>
                    <a:pt x="2858448" y="2017916"/>
                  </a:moveTo>
                  <a:lnTo>
                    <a:pt x="2849066" y="2017916"/>
                  </a:lnTo>
                  <a:lnTo>
                    <a:pt x="2845956" y="2016765"/>
                  </a:lnTo>
                  <a:lnTo>
                    <a:pt x="2843503" y="2014152"/>
                  </a:lnTo>
                  <a:lnTo>
                    <a:pt x="2839716" y="2007996"/>
                  </a:lnTo>
                  <a:lnTo>
                    <a:pt x="2840440" y="2001466"/>
                  </a:lnTo>
                  <a:lnTo>
                    <a:pt x="2844801" y="1996286"/>
                  </a:lnTo>
                  <a:lnTo>
                    <a:pt x="2851924" y="1994176"/>
                  </a:lnTo>
                  <a:lnTo>
                    <a:pt x="2858676" y="1994176"/>
                  </a:lnTo>
                  <a:lnTo>
                    <a:pt x="2864593" y="1998972"/>
                  </a:lnTo>
                  <a:lnTo>
                    <a:pt x="2864593" y="2012929"/>
                  </a:lnTo>
                  <a:lnTo>
                    <a:pt x="2858448" y="2017916"/>
                  </a:lnTo>
                  <a:close/>
                </a:path>
                <a:path w="4122420" h="2482215">
                  <a:moveTo>
                    <a:pt x="661976" y="2017964"/>
                  </a:moveTo>
                  <a:lnTo>
                    <a:pt x="652240" y="2017964"/>
                  </a:lnTo>
                  <a:lnTo>
                    <a:pt x="648902" y="2016789"/>
                  </a:lnTo>
                  <a:lnTo>
                    <a:pt x="646121" y="2014152"/>
                  </a:lnTo>
                  <a:lnTo>
                    <a:pt x="642830" y="2007996"/>
                  </a:lnTo>
                  <a:lnTo>
                    <a:pt x="643810" y="2001466"/>
                  </a:lnTo>
                  <a:lnTo>
                    <a:pt x="648265" y="1996286"/>
                  </a:lnTo>
                  <a:lnTo>
                    <a:pt x="655401" y="1994176"/>
                  </a:lnTo>
                  <a:lnTo>
                    <a:pt x="662153" y="1994176"/>
                  </a:lnTo>
                  <a:lnTo>
                    <a:pt x="668070" y="1998972"/>
                  </a:lnTo>
                  <a:lnTo>
                    <a:pt x="668070" y="2013144"/>
                  </a:lnTo>
                  <a:lnTo>
                    <a:pt x="661976" y="2017964"/>
                  </a:lnTo>
                  <a:close/>
                </a:path>
                <a:path w="4122420" h="2482215">
                  <a:moveTo>
                    <a:pt x="1116645" y="2017964"/>
                  </a:moveTo>
                  <a:lnTo>
                    <a:pt x="1106884" y="2017964"/>
                  </a:lnTo>
                  <a:lnTo>
                    <a:pt x="1103571" y="2016789"/>
                  </a:lnTo>
                  <a:lnTo>
                    <a:pt x="1100790" y="2014152"/>
                  </a:lnTo>
                  <a:lnTo>
                    <a:pt x="1097379" y="2007996"/>
                  </a:lnTo>
                  <a:lnTo>
                    <a:pt x="1098157" y="2001466"/>
                  </a:lnTo>
                  <a:lnTo>
                    <a:pt x="1102571" y="1996286"/>
                  </a:lnTo>
                  <a:lnTo>
                    <a:pt x="1110070" y="1994176"/>
                  </a:lnTo>
                  <a:lnTo>
                    <a:pt x="1116822" y="1994176"/>
                  </a:lnTo>
                  <a:lnTo>
                    <a:pt x="1122714" y="1998972"/>
                  </a:lnTo>
                  <a:lnTo>
                    <a:pt x="1122714" y="2013144"/>
                  </a:lnTo>
                  <a:lnTo>
                    <a:pt x="1116645" y="2017964"/>
                  </a:lnTo>
                  <a:close/>
                </a:path>
                <a:path w="4122420" h="2482215">
                  <a:moveTo>
                    <a:pt x="1646367" y="2017964"/>
                  </a:moveTo>
                  <a:lnTo>
                    <a:pt x="1636986" y="2017964"/>
                  </a:lnTo>
                  <a:lnTo>
                    <a:pt x="1633850" y="2016789"/>
                  </a:lnTo>
                  <a:lnTo>
                    <a:pt x="1631347" y="2014152"/>
                  </a:lnTo>
                  <a:lnTo>
                    <a:pt x="1627571" y="2007996"/>
                  </a:lnTo>
                  <a:lnTo>
                    <a:pt x="1628296" y="2001466"/>
                  </a:lnTo>
                  <a:lnTo>
                    <a:pt x="1632659" y="1996286"/>
                  </a:lnTo>
                  <a:lnTo>
                    <a:pt x="1639793" y="1994176"/>
                  </a:lnTo>
                  <a:lnTo>
                    <a:pt x="1647379" y="1994176"/>
                  </a:lnTo>
                  <a:lnTo>
                    <a:pt x="1652437" y="1998972"/>
                  </a:lnTo>
                  <a:lnTo>
                    <a:pt x="1652437" y="2013144"/>
                  </a:lnTo>
                  <a:lnTo>
                    <a:pt x="1646367" y="2017964"/>
                  </a:lnTo>
                  <a:close/>
                </a:path>
                <a:path w="4122420" h="2482215">
                  <a:moveTo>
                    <a:pt x="2025124" y="2017964"/>
                  </a:moveTo>
                  <a:lnTo>
                    <a:pt x="2015742" y="2017964"/>
                  </a:lnTo>
                  <a:lnTo>
                    <a:pt x="2012606" y="2016789"/>
                  </a:lnTo>
                  <a:lnTo>
                    <a:pt x="2010103" y="2014152"/>
                  </a:lnTo>
                  <a:lnTo>
                    <a:pt x="2006316" y="2007996"/>
                  </a:lnTo>
                  <a:lnTo>
                    <a:pt x="2007040" y="2001466"/>
                  </a:lnTo>
                  <a:lnTo>
                    <a:pt x="2011401" y="1996286"/>
                  </a:lnTo>
                  <a:lnTo>
                    <a:pt x="2018524" y="1994176"/>
                  </a:lnTo>
                  <a:lnTo>
                    <a:pt x="2026135" y="1994176"/>
                  </a:lnTo>
                  <a:lnTo>
                    <a:pt x="2031192" y="1998972"/>
                  </a:lnTo>
                  <a:lnTo>
                    <a:pt x="2031192" y="2013144"/>
                  </a:lnTo>
                  <a:lnTo>
                    <a:pt x="2025124" y="2017964"/>
                  </a:lnTo>
                  <a:close/>
                </a:path>
                <a:path w="4122420" h="2482215">
                  <a:moveTo>
                    <a:pt x="2403855" y="2017964"/>
                  </a:moveTo>
                  <a:lnTo>
                    <a:pt x="2394473" y="2017964"/>
                  </a:lnTo>
                  <a:lnTo>
                    <a:pt x="2391337" y="2016789"/>
                  </a:lnTo>
                  <a:lnTo>
                    <a:pt x="2388834" y="2014152"/>
                  </a:lnTo>
                  <a:lnTo>
                    <a:pt x="2385058" y="2007996"/>
                  </a:lnTo>
                  <a:lnTo>
                    <a:pt x="2385784" y="2001466"/>
                  </a:lnTo>
                  <a:lnTo>
                    <a:pt x="2390146" y="1996286"/>
                  </a:lnTo>
                  <a:lnTo>
                    <a:pt x="2397280" y="1994176"/>
                  </a:lnTo>
                  <a:lnTo>
                    <a:pt x="2404866" y="1994176"/>
                  </a:lnTo>
                  <a:lnTo>
                    <a:pt x="2409924" y="1998972"/>
                  </a:lnTo>
                  <a:lnTo>
                    <a:pt x="2409924" y="2013144"/>
                  </a:lnTo>
                  <a:lnTo>
                    <a:pt x="2403855" y="2017964"/>
                  </a:lnTo>
                  <a:close/>
                </a:path>
                <a:path w="4122420" h="2482215">
                  <a:moveTo>
                    <a:pt x="2707532" y="2017964"/>
                  </a:moveTo>
                  <a:lnTo>
                    <a:pt x="2697771" y="2017964"/>
                  </a:lnTo>
                  <a:lnTo>
                    <a:pt x="2694433" y="2016789"/>
                  </a:lnTo>
                  <a:lnTo>
                    <a:pt x="2691651" y="2014152"/>
                  </a:lnTo>
                  <a:lnTo>
                    <a:pt x="2688361" y="2007996"/>
                  </a:lnTo>
                  <a:lnTo>
                    <a:pt x="2689341" y="2001466"/>
                  </a:lnTo>
                  <a:lnTo>
                    <a:pt x="2693796" y="1996286"/>
                  </a:lnTo>
                  <a:lnTo>
                    <a:pt x="2700932" y="1994176"/>
                  </a:lnTo>
                  <a:lnTo>
                    <a:pt x="2707683" y="1994176"/>
                  </a:lnTo>
                  <a:lnTo>
                    <a:pt x="2713601" y="1998972"/>
                  </a:lnTo>
                  <a:lnTo>
                    <a:pt x="2713601" y="2013144"/>
                  </a:lnTo>
                  <a:lnTo>
                    <a:pt x="2707532" y="2017964"/>
                  </a:lnTo>
                  <a:close/>
                </a:path>
                <a:path w="4122420" h="2482215">
                  <a:moveTo>
                    <a:pt x="49765" y="2018156"/>
                  </a:moveTo>
                  <a:lnTo>
                    <a:pt x="48071" y="2017365"/>
                  </a:lnTo>
                  <a:lnTo>
                    <a:pt x="45542" y="2017365"/>
                  </a:lnTo>
                  <a:lnTo>
                    <a:pt x="49765" y="2010171"/>
                  </a:lnTo>
                  <a:lnTo>
                    <a:pt x="52294" y="2006166"/>
                  </a:lnTo>
                  <a:lnTo>
                    <a:pt x="57351" y="1996574"/>
                  </a:lnTo>
                  <a:lnTo>
                    <a:pt x="61742" y="2002870"/>
                  </a:lnTo>
                  <a:lnTo>
                    <a:pt x="61467" y="2009766"/>
                  </a:lnTo>
                  <a:lnTo>
                    <a:pt x="57238" y="2015462"/>
                  </a:lnTo>
                  <a:lnTo>
                    <a:pt x="49765" y="2018156"/>
                  </a:lnTo>
                  <a:close/>
                </a:path>
                <a:path w="4122420" h="2482215">
                  <a:moveTo>
                    <a:pt x="353392" y="2018180"/>
                  </a:moveTo>
                  <a:lnTo>
                    <a:pt x="352861" y="2018180"/>
                  </a:lnTo>
                  <a:lnTo>
                    <a:pt x="352583" y="2018156"/>
                  </a:lnTo>
                  <a:lnTo>
                    <a:pt x="344049" y="2013853"/>
                  </a:lnTo>
                  <a:lnTo>
                    <a:pt x="341204" y="2005870"/>
                  </a:lnTo>
                  <a:lnTo>
                    <a:pt x="344049" y="1998034"/>
                  </a:lnTo>
                  <a:lnTo>
                    <a:pt x="352583" y="1994176"/>
                  </a:lnTo>
                  <a:lnTo>
                    <a:pt x="353139" y="1994128"/>
                  </a:lnTo>
                  <a:lnTo>
                    <a:pt x="354176" y="1994104"/>
                  </a:lnTo>
                  <a:lnTo>
                    <a:pt x="363516" y="1997866"/>
                  </a:lnTo>
                  <a:lnTo>
                    <a:pt x="366501" y="2006142"/>
                  </a:lnTo>
                  <a:lnTo>
                    <a:pt x="363127" y="2014418"/>
                  </a:lnTo>
                  <a:lnTo>
                    <a:pt x="353392" y="2018180"/>
                  </a:lnTo>
                  <a:close/>
                </a:path>
                <a:path w="4122420" h="2482215">
                  <a:moveTo>
                    <a:pt x="580297" y="2018180"/>
                  </a:moveTo>
                  <a:lnTo>
                    <a:pt x="579766" y="2018180"/>
                  </a:lnTo>
                  <a:lnTo>
                    <a:pt x="579488" y="2018156"/>
                  </a:lnTo>
                  <a:lnTo>
                    <a:pt x="570953" y="2013853"/>
                  </a:lnTo>
                  <a:lnTo>
                    <a:pt x="568109" y="2005870"/>
                  </a:lnTo>
                  <a:lnTo>
                    <a:pt x="570953" y="1998034"/>
                  </a:lnTo>
                  <a:lnTo>
                    <a:pt x="579488" y="1994176"/>
                  </a:lnTo>
                  <a:lnTo>
                    <a:pt x="580044" y="1994128"/>
                  </a:lnTo>
                  <a:lnTo>
                    <a:pt x="581081" y="1994104"/>
                  </a:lnTo>
                  <a:lnTo>
                    <a:pt x="590421" y="1997866"/>
                  </a:lnTo>
                  <a:lnTo>
                    <a:pt x="593405" y="2006142"/>
                  </a:lnTo>
                  <a:lnTo>
                    <a:pt x="590032" y="2014418"/>
                  </a:lnTo>
                  <a:lnTo>
                    <a:pt x="580297" y="2018180"/>
                  </a:lnTo>
                  <a:close/>
                </a:path>
                <a:path w="4122420" h="2482215">
                  <a:moveTo>
                    <a:pt x="2322176" y="2018180"/>
                  </a:moveTo>
                  <a:lnTo>
                    <a:pt x="2321645" y="2018180"/>
                  </a:lnTo>
                  <a:lnTo>
                    <a:pt x="2321367" y="2018156"/>
                  </a:lnTo>
                  <a:lnTo>
                    <a:pt x="2312818" y="2013853"/>
                  </a:lnTo>
                  <a:lnTo>
                    <a:pt x="2309968" y="2005870"/>
                  </a:lnTo>
                  <a:lnTo>
                    <a:pt x="2312818" y="1998034"/>
                  </a:lnTo>
                  <a:lnTo>
                    <a:pt x="2321367" y="1994176"/>
                  </a:lnTo>
                  <a:lnTo>
                    <a:pt x="2321898" y="1994128"/>
                  </a:lnTo>
                  <a:lnTo>
                    <a:pt x="2322935" y="1994104"/>
                  </a:lnTo>
                  <a:lnTo>
                    <a:pt x="2332286" y="1997866"/>
                  </a:lnTo>
                  <a:lnTo>
                    <a:pt x="2335272" y="2006142"/>
                  </a:lnTo>
                  <a:lnTo>
                    <a:pt x="2331899" y="2014418"/>
                  </a:lnTo>
                  <a:lnTo>
                    <a:pt x="2322176" y="2018180"/>
                  </a:lnTo>
                  <a:close/>
                </a:path>
                <a:path w="4122420" h="2482215">
                  <a:moveTo>
                    <a:pt x="2549915" y="2018180"/>
                  </a:moveTo>
                  <a:lnTo>
                    <a:pt x="2549384" y="2018180"/>
                  </a:lnTo>
                  <a:lnTo>
                    <a:pt x="2549106" y="2018156"/>
                  </a:lnTo>
                  <a:lnTo>
                    <a:pt x="2540572" y="2013853"/>
                  </a:lnTo>
                  <a:lnTo>
                    <a:pt x="2537727" y="2005870"/>
                  </a:lnTo>
                  <a:lnTo>
                    <a:pt x="2540572" y="1998034"/>
                  </a:lnTo>
                  <a:lnTo>
                    <a:pt x="2549106" y="1994176"/>
                  </a:lnTo>
                  <a:lnTo>
                    <a:pt x="2549663" y="1994128"/>
                  </a:lnTo>
                  <a:lnTo>
                    <a:pt x="2550699" y="1994104"/>
                  </a:lnTo>
                  <a:lnTo>
                    <a:pt x="2560039" y="1997866"/>
                  </a:lnTo>
                  <a:lnTo>
                    <a:pt x="2563024" y="2006142"/>
                  </a:lnTo>
                  <a:lnTo>
                    <a:pt x="2559650" y="2014418"/>
                  </a:lnTo>
                  <a:lnTo>
                    <a:pt x="2549915" y="2018180"/>
                  </a:lnTo>
                  <a:close/>
                </a:path>
                <a:path w="4122420" h="2482215">
                  <a:moveTo>
                    <a:pt x="509821" y="2018204"/>
                  </a:moveTo>
                  <a:lnTo>
                    <a:pt x="500035" y="2018204"/>
                  </a:lnTo>
                  <a:lnTo>
                    <a:pt x="496924" y="2017197"/>
                  </a:lnTo>
                  <a:lnTo>
                    <a:pt x="494294" y="2014967"/>
                  </a:lnTo>
                  <a:lnTo>
                    <a:pt x="490883" y="2008339"/>
                  </a:lnTo>
                  <a:lnTo>
                    <a:pt x="491661" y="2001568"/>
                  </a:lnTo>
                  <a:lnTo>
                    <a:pt x="496076" y="1996298"/>
                  </a:lnTo>
                  <a:lnTo>
                    <a:pt x="503575" y="1994176"/>
                  </a:lnTo>
                  <a:lnTo>
                    <a:pt x="511161" y="1994176"/>
                  </a:lnTo>
                  <a:lnTo>
                    <a:pt x="516219" y="1999763"/>
                  </a:lnTo>
                  <a:lnTo>
                    <a:pt x="516219" y="2013312"/>
                  </a:lnTo>
                  <a:lnTo>
                    <a:pt x="509821" y="2018204"/>
                  </a:lnTo>
                  <a:close/>
                </a:path>
                <a:path w="4122420" h="2482215">
                  <a:moveTo>
                    <a:pt x="1191749" y="2018204"/>
                  </a:moveTo>
                  <a:lnTo>
                    <a:pt x="1182089" y="2018204"/>
                  </a:lnTo>
                  <a:lnTo>
                    <a:pt x="1179055" y="2017197"/>
                  </a:lnTo>
                  <a:lnTo>
                    <a:pt x="1176703" y="2014967"/>
                  </a:lnTo>
                  <a:lnTo>
                    <a:pt x="1172929" y="2008339"/>
                  </a:lnTo>
                  <a:lnTo>
                    <a:pt x="1173747" y="2001568"/>
                  </a:lnTo>
                  <a:lnTo>
                    <a:pt x="1178363" y="1996298"/>
                  </a:lnTo>
                  <a:lnTo>
                    <a:pt x="1185983" y="1994176"/>
                  </a:lnTo>
                  <a:lnTo>
                    <a:pt x="1192735" y="1994176"/>
                  </a:lnTo>
                  <a:lnTo>
                    <a:pt x="1198627" y="1998972"/>
                  </a:lnTo>
                  <a:lnTo>
                    <a:pt x="1197792" y="2006166"/>
                  </a:lnTo>
                  <a:lnTo>
                    <a:pt x="1198374" y="2013312"/>
                  </a:lnTo>
                  <a:lnTo>
                    <a:pt x="1191749" y="2018204"/>
                  </a:lnTo>
                  <a:close/>
                </a:path>
                <a:path w="4122420" h="2482215">
                  <a:moveTo>
                    <a:pt x="2479439" y="2018204"/>
                  </a:moveTo>
                  <a:lnTo>
                    <a:pt x="2470057" y="2018204"/>
                  </a:lnTo>
                  <a:lnTo>
                    <a:pt x="2467124" y="2017197"/>
                  </a:lnTo>
                  <a:lnTo>
                    <a:pt x="2464747" y="2014967"/>
                  </a:lnTo>
                  <a:lnTo>
                    <a:pt x="2460971" y="2008339"/>
                  </a:lnTo>
                  <a:lnTo>
                    <a:pt x="2461697" y="2001568"/>
                  </a:lnTo>
                  <a:lnTo>
                    <a:pt x="2466059" y="1996298"/>
                  </a:lnTo>
                  <a:lnTo>
                    <a:pt x="2473193" y="1994176"/>
                  </a:lnTo>
                  <a:lnTo>
                    <a:pt x="2480779" y="1994176"/>
                  </a:lnTo>
                  <a:lnTo>
                    <a:pt x="2485837" y="1999763"/>
                  </a:lnTo>
                  <a:lnTo>
                    <a:pt x="2485837" y="2013312"/>
                  </a:lnTo>
                  <a:lnTo>
                    <a:pt x="2479439" y="2018204"/>
                  </a:lnTo>
                  <a:close/>
                </a:path>
                <a:path w="4122420" h="2482215">
                  <a:moveTo>
                    <a:pt x="2593333" y="2052591"/>
                  </a:moveTo>
                  <a:lnTo>
                    <a:pt x="2583926" y="2052591"/>
                  </a:lnTo>
                  <a:lnTo>
                    <a:pt x="2580994" y="2051608"/>
                  </a:lnTo>
                  <a:lnTo>
                    <a:pt x="2578642" y="2049354"/>
                  </a:lnTo>
                  <a:lnTo>
                    <a:pt x="2574851" y="2042737"/>
                  </a:lnTo>
                  <a:lnTo>
                    <a:pt x="2575570" y="2035964"/>
                  </a:lnTo>
                  <a:lnTo>
                    <a:pt x="2579929" y="2030689"/>
                  </a:lnTo>
                  <a:lnTo>
                    <a:pt x="2587063" y="2028563"/>
                  </a:lnTo>
                  <a:lnTo>
                    <a:pt x="2587063" y="2030170"/>
                  </a:lnTo>
                  <a:lnTo>
                    <a:pt x="2594756" y="2030170"/>
                  </a:lnTo>
                  <a:lnTo>
                    <a:pt x="2599706" y="2034630"/>
                  </a:lnTo>
                  <a:lnTo>
                    <a:pt x="2599706" y="2047724"/>
                  </a:lnTo>
                  <a:lnTo>
                    <a:pt x="2593333" y="2052591"/>
                  </a:lnTo>
                  <a:close/>
                </a:path>
                <a:path w="4122420" h="2482215">
                  <a:moveTo>
                    <a:pt x="2594756" y="2030170"/>
                  </a:moveTo>
                  <a:lnTo>
                    <a:pt x="2587063" y="2030170"/>
                  </a:lnTo>
                  <a:lnTo>
                    <a:pt x="2587568" y="2030098"/>
                  </a:lnTo>
                  <a:lnTo>
                    <a:pt x="2588048" y="2030074"/>
                  </a:lnTo>
                  <a:lnTo>
                    <a:pt x="2594649" y="2030074"/>
                  </a:lnTo>
                  <a:close/>
                </a:path>
                <a:path w="4122420" h="2482215">
                  <a:moveTo>
                    <a:pt x="2062398" y="2052759"/>
                  </a:moveTo>
                  <a:lnTo>
                    <a:pt x="2050588" y="2052759"/>
                  </a:lnTo>
                  <a:lnTo>
                    <a:pt x="2044671" y="2048946"/>
                  </a:lnTo>
                  <a:lnTo>
                    <a:pt x="2043836" y="2041369"/>
                  </a:lnTo>
                  <a:lnTo>
                    <a:pt x="2043002" y="2032952"/>
                  </a:lnTo>
                  <a:lnTo>
                    <a:pt x="2049754" y="2028755"/>
                  </a:lnTo>
                  <a:lnTo>
                    <a:pt x="2063232" y="2028755"/>
                  </a:lnTo>
                  <a:lnTo>
                    <a:pt x="2069983" y="2032952"/>
                  </a:lnTo>
                  <a:lnTo>
                    <a:pt x="2069149" y="2041369"/>
                  </a:lnTo>
                  <a:lnTo>
                    <a:pt x="2068289" y="2048946"/>
                  </a:lnTo>
                  <a:lnTo>
                    <a:pt x="2062398" y="2052759"/>
                  </a:lnTo>
                  <a:close/>
                </a:path>
                <a:path w="4122420" h="2482215">
                  <a:moveTo>
                    <a:pt x="774631" y="2053143"/>
                  </a:moveTo>
                  <a:lnTo>
                    <a:pt x="764896" y="2053143"/>
                  </a:lnTo>
                  <a:lnTo>
                    <a:pt x="761659" y="2051992"/>
                  </a:lnTo>
                  <a:lnTo>
                    <a:pt x="759155" y="2049354"/>
                  </a:lnTo>
                  <a:lnTo>
                    <a:pt x="755744" y="2043194"/>
                  </a:lnTo>
                  <a:lnTo>
                    <a:pt x="756523" y="2036657"/>
                  </a:lnTo>
                  <a:lnTo>
                    <a:pt x="760937" y="2031468"/>
                  </a:lnTo>
                  <a:lnTo>
                    <a:pt x="768436" y="2029355"/>
                  </a:lnTo>
                  <a:lnTo>
                    <a:pt x="769271" y="2030170"/>
                  </a:lnTo>
                  <a:lnTo>
                    <a:pt x="775188" y="2030170"/>
                  </a:lnTo>
                  <a:lnTo>
                    <a:pt x="780245" y="2034966"/>
                  </a:lnTo>
                  <a:lnTo>
                    <a:pt x="781080" y="2041369"/>
                  </a:lnTo>
                  <a:lnTo>
                    <a:pt x="781080" y="2048323"/>
                  </a:lnTo>
                  <a:lnTo>
                    <a:pt x="774631" y="2053143"/>
                  </a:lnTo>
                  <a:close/>
                </a:path>
                <a:path w="4122420" h="2482215">
                  <a:moveTo>
                    <a:pt x="926862" y="2053143"/>
                  </a:moveTo>
                  <a:lnTo>
                    <a:pt x="917101" y="2053143"/>
                  </a:lnTo>
                  <a:lnTo>
                    <a:pt x="913763" y="2051992"/>
                  </a:lnTo>
                  <a:lnTo>
                    <a:pt x="910981" y="2049354"/>
                  </a:lnTo>
                  <a:lnTo>
                    <a:pt x="907571" y="2043194"/>
                  </a:lnTo>
                  <a:lnTo>
                    <a:pt x="908349" y="2036657"/>
                  </a:lnTo>
                  <a:lnTo>
                    <a:pt x="912763" y="2031468"/>
                  </a:lnTo>
                  <a:lnTo>
                    <a:pt x="920262" y="2029355"/>
                  </a:lnTo>
                  <a:lnTo>
                    <a:pt x="920262" y="2030170"/>
                  </a:lnTo>
                  <a:lnTo>
                    <a:pt x="927014" y="2030170"/>
                  </a:lnTo>
                  <a:lnTo>
                    <a:pt x="932071" y="2034966"/>
                  </a:lnTo>
                  <a:lnTo>
                    <a:pt x="932931" y="2041369"/>
                  </a:lnTo>
                  <a:lnTo>
                    <a:pt x="932931" y="2048323"/>
                  </a:lnTo>
                  <a:lnTo>
                    <a:pt x="926862" y="2053143"/>
                  </a:lnTo>
                  <a:close/>
                </a:path>
                <a:path w="4122420" h="2482215">
                  <a:moveTo>
                    <a:pt x="1002775" y="2053143"/>
                  </a:moveTo>
                  <a:lnTo>
                    <a:pt x="993014" y="2053143"/>
                  </a:lnTo>
                  <a:lnTo>
                    <a:pt x="989676" y="2051992"/>
                  </a:lnTo>
                  <a:lnTo>
                    <a:pt x="986920" y="2049354"/>
                  </a:lnTo>
                  <a:lnTo>
                    <a:pt x="983616" y="2043194"/>
                  </a:lnTo>
                  <a:lnTo>
                    <a:pt x="984590" y="2036657"/>
                  </a:lnTo>
                  <a:lnTo>
                    <a:pt x="989050" y="2031468"/>
                  </a:lnTo>
                  <a:lnTo>
                    <a:pt x="996201" y="2029355"/>
                  </a:lnTo>
                  <a:lnTo>
                    <a:pt x="996201" y="2030170"/>
                  </a:lnTo>
                  <a:lnTo>
                    <a:pt x="1002927" y="2030170"/>
                  </a:lnTo>
                  <a:lnTo>
                    <a:pt x="1008844" y="2034966"/>
                  </a:lnTo>
                  <a:lnTo>
                    <a:pt x="1008844" y="2048323"/>
                  </a:lnTo>
                  <a:lnTo>
                    <a:pt x="1002775" y="2053143"/>
                  </a:lnTo>
                  <a:close/>
                </a:path>
                <a:path w="4122420" h="2482215">
                  <a:moveTo>
                    <a:pt x="1078688" y="2053143"/>
                  </a:moveTo>
                  <a:lnTo>
                    <a:pt x="1068927" y="2053143"/>
                  </a:lnTo>
                  <a:lnTo>
                    <a:pt x="1065615" y="2051992"/>
                  </a:lnTo>
                  <a:lnTo>
                    <a:pt x="1062833" y="2049354"/>
                  </a:lnTo>
                  <a:lnTo>
                    <a:pt x="1059539" y="2043194"/>
                  </a:lnTo>
                  <a:lnTo>
                    <a:pt x="1060513" y="2036657"/>
                  </a:lnTo>
                  <a:lnTo>
                    <a:pt x="1064967" y="2031468"/>
                  </a:lnTo>
                  <a:lnTo>
                    <a:pt x="1072113" y="2029355"/>
                  </a:lnTo>
                  <a:lnTo>
                    <a:pt x="1072113" y="2030170"/>
                  </a:lnTo>
                  <a:lnTo>
                    <a:pt x="1079579" y="2030170"/>
                  </a:lnTo>
                  <a:lnTo>
                    <a:pt x="1083973" y="2035374"/>
                  </a:lnTo>
                  <a:lnTo>
                    <a:pt x="1084757" y="2041369"/>
                  </a:lnTo>
                  <a:lnTo>
                    <a:pt x="1084757" y="2048323"/>
                  </a:lnTo>
                  <a:lnTo>
                    <a:pt x="1078688" y="2053143"/>
                  </a:lnTo>
                  <a:close/>
                </a:path>
                <a:path w="4122420" h="2482215">
                  <a:moveTo>
                    <a:pt x="1079579" y="2030170"/>
                  </a:moveTo>
                  <a:lnTo>
                    <a:pt x="1072113" y="2030170"/>
                  </a:lnTo>
                  <a:lnTo>
                    <a:pt x="1072544" y="2030098"/>
                  </a:lnTo>
                  <a:lnTo>
                    <a:pt x="1072973" y="2030074"/>
                  </a:lnTo>
                  <a:lnTo>
                    <a:pt x="1079498" y="2030074"/>
                  </a:lnTo>
                  <a:close/>
                </a:path>
                <a:path w="4122420" h="2482215">
                  <a:moveTo>
                    <a:pt x="1305593" y="2053143"/>
                  </a:moveTo>
                  <a:lnTo>
                    <a:pt x="1295832" y="2053143"/>
                  </a:lnTo>
                  <a:lnTo>
                    <a:pt x="1292519" y="2051992"/>
                  </a:lnTo>
                  <a:lnTo>
                    <a:pt x="1289738" y="2049354"/>
                  </a:lnTo>
                  <a:lnTo>
                    <a:pt x="1286327" y="2043194"/>
                  </a:lnTo>
                  <a:lnTo>
                    <a:pt x="1287105" y="2036657"/>
                  </a:lnTo>
                  <a:lnTo>
                    <a:pt x="1291519" y="2031468"/>
                  </a:lnTo>
                  <a:lnTo>
                    <a:pt x="1299018" y="2029355"/>
                  </a:lnTo>
                  <a:lnTo>
                    <a:pt x="1299018" y="2030170"/>
                  </a:lnTo>
                  <a:lnTo>
                    <a:pt x="1305770" y="2030170"/>
                  </a:lnTo>
                  <a:lnTo>
                    <a:pt x="1310828" y="2034966"/>
                  </a:lnTo>
                  <a:lnTo>
                    <a:pt x="1311662" y="2041369"/>
                  </a:lnTo>
                  <a:lnTo>
                    <a:pt x="1311662" y="2048323"/>
                  </a:lnTo>
                  <a:lnTo>
                    <a:pt x="1305593" y="2053143"/>
                  </a:lnTo>
                  <a:close/>
                </a:path>
                <a:path w="4122420" h="2482215">
                  <a:moveTo>
                    <a:pt x="2290819" y="2053143"/>
                  </a:moveTo>
                  <a:lnTo>
                    <a:pt x="2281438" y="2053143"/>
                  </a:lnTo>
                  <a:lnTo>
                    <a:pt x="2278302" y="2051992"/>
                  </a:lnTo>
                  <a:lnTo>
                    <a:pt x="2275799" y="2049354"/>
                  </a:lnTo>
                  <a:lnTo>
                    <a:pt x="2272023" y="2043194"/>
                  </a:lnTo>
                  <a:lnTo>
                    <a:pt x="2272748" y="2036657"/>
                  </a:lnTo>
                  <a:lnTo>
                    <a:pt x="2277111" y="2031468"/>
                  </a:lnTo>
                  <a:lnTo>
                    <a:pt x="2284245" y="2029355"/>
                  </a:lnTo>
                  <a:lnTo>
                    <a:pt x="2284245" y="2030170"/>
                  </a:lnTo>
                  <a:lnTo>
                    <a:pt x="2291936" y="2030170"/>
                  </a:lnTo>
                  <a:lnTo>
                    <a:pt x="2296888" y="2034679"/>
                  </a:lnTo>
                  <a:lnTo>
                    <a:pt x="2296888" y="2048323"/>
                  </a:lnTo>
                  <a:lnTo>
                    <a:pt x="2290819" y="2053143"/>
                  </a:lnTo>
                  <a:close/>
                </a:path>
                <a:path w="4122420" h="2482215">
                  <a:moveTo>
                    <a:pt x="2291936" y="2030170"/>
                  </a:moveTo>
                  <a:lnTo>
                    <a:pt x="2284245" y="2030170"/>
                  </a:lnTo>
                  <a:lnTo>
                    <a:pt x="2284725" y="2030098"/>
                  </a:lnTo>
                  <a:lnTo>
                    <a:pt x="2285231" y="2030074"/>
                  </a:lnTo>
                  <a:lnTo>
                    <a:pt x="2291831" y="2030074"/>
                  </a:lnTo>
                  <a:close/>
                </a:path>
                <a:path w="4122420" h="2482215">
                  <a:moveTo>
                    <a:pt x="1381178" y="2053407"/>
                  </a:moveTo>
                  <a:lnTo>
                    <a:pt x="1371391" y="2053407"/>
                  </a:lnTo>
                  <a:lnTo>
                    <a:pt x="1368281" y="2052400"/>
                  </a:lnTo>
                  <a:lnTo>
                    <a:pt x="1365651" y="2050170"/>
                  </a:lnTo>
                  <a:lnTo>
                    <a:pt x="1362357" y="2043538"/>
                  </a:lnTo>
                  <a:lnTo>
                    <a:pt x="1363331" y="2036759"/>
                  </a:lnTo>
                  <a:lnTo>
                    <a:pt x="1367785" y="2031481"/>
                  </a:lnTo>
                  <a:lnTo>
                    <a:pt x="1374931" y="2029355"/>
                  </a:lnTo>
                  <a:lnTo>
                    <a:pt x="1374931" y="2030170"/>
                  </a:lnTo>
                  <a:lnTo>
                    <a:pt x="1382510" y="2030170"/>
                  </a:lnTo>
                  <a:lnTo>
                    <a:pt x="1387575" y="2035374"/>
                  </a:lnTo>
                  <a:lnTo>
                    <a:pt x="1387575" y="2048515"/>
                  </a:lnTo>
                  <a:lnTo>
                    <a:pt x="1381178" y="2053407"/>
                  </a:lnTo>
                  <a:close/>
                </a:path>
                <a:path w="4122420" h="2482215">
                  <a:moveTo>
                    <a:pt x="1382510" y="2030170"/>
                  </a:moveTo>
                  <a:lnTo>
                    <a:pt x="1374931" y="2030170"/>
                  </a:lnTo>
                  <a:lnTo>
                    <a:pt x="1375361" y="2030098"/>
                  </a:lnTo>
                  <a:lnTo>
                    <a:pt x="1375791" y="2030074"/>
                  </a:lnTo>
                  <a:lnTo>
                    <a:pt x="1382417" y="2030074"/>
                  </a:lnTo>
                  <a:close/>
                </a:path>
                <a:path w="4122420" h="2482215">
                  <a:moveTo>
                    <a:pt x="1759933" y="2053407"/>
                  </a:moveTo>
                  <a:lnTo>
                    <a:pt x="1750148" y="2053407"/>
                  </a:lnTo>
                  <a:lnTo>
                    <a:pt x="1747012" y="2052400"/>
                  </a:lnTo>
                  <a:lnTo>
                    <a:pt x="1744382" y="2050170"/>
                  </a:lnTo>
                  <a:lnTo>
                    <a:pt x="1741092" y="2043538"/>
                  </a:lnTo>
                  <a:lnTo>
                    <a:pt x="1742071" y="2036759"/>
                  </a:lnTo>
                  <a:lnTo>
                    <a:pt x="1746526" y="2031481"/>
                  </a:lnTo>
                  <a:lnTo>
                    <a:pt x="1753662" y="2029355"/>
                  </a:lnTo>
                  <a:lnTo>
                    <a:pt x="1753662" y="2030170"/>
                  </a:lnTo>
                  <a:lnTo>
                    <a:pt x="1761242" y="2030170"/>
                  </a:lnTo>
                  <a:lnTo>
                    <a:pt x="1766331" y="2035374"/>
                  </a:lnTo>
                  <a:lnTo>
                    <a:pt x="1766331" y="2048515"/>
                  </a:lnTo>
                  <a:lnTo>
                    <a:pt x="1759933" y="2053407"/>
                  </a:lnTo>
                  <a:close/>
                </a:path>
                <a:path w="4122420" h="2482215">
                  <a:moveTo>
                    <a:pt x="1761242" y="2030170"/>
                  </a:moveTo>
                  <a:lnTo>
                    <a:pt x="1753662" y="2030170"/>
                  </a:lnTo>
                  <a:lnTo>
                    <a:pt x="1754092" y="2030098"/>
                  </a:lnTo>
                  <a:lnTo>
                    <a:pt x="1754522" y="2030074"/>
                  </a:lnTo>
                  <a:lnTo>
                    <a:pt x="1761148" y="2030074"/>
                  </a:lnTo>
                  <a:close/>
                </a:path>
                <a:path w="4122420" h="2482215">
                  <a:moveTo>
                    <a:pt x="2138664" y="2053407"/>
                  </a:moveTo>
                  <a:lnTo>
                    <a:pt x="2129283" y="2053407"/>
                  </a:lnTo>
                  <a:lnTo>
                    <a:pt x="2126349" y="2052400"/>
                  </a:lnTo>
                  <a:lnTo>
                    <a:pt x="2123973" y="2050170"/>
                  </a:lnTo>
                  <a:lnTo>
                    <a:pt x="2120186" y="2043538"/>
                  </a:lnTo>
                  <a:lnTo>
                    <a:pt x="2120913" y="2036759"/>
                  </a:lnTo>
                  <a:lnTo>
                    <a:pt x="2125281" y="2031481"/>
                  </a:lnTo>
                  <a:lnTo>
                    <a:pt x="2132419" y="2029355"/>
                  </a:lnTo>
                  <a:lnTo>
                    <a:pt x="2132419" y="2030170"/>
                  </a:lnTo>
                  <a:lnTo>
                    <a:pt x="2139997" y="2030170"/>
                  </a:lnTo>
                  <a:lnTo>
                    <a:pt x="2145062" y="2035374"/>
                  </a:lnTo>
                  <a:lnTo>
                    <a:pt x="2145062" y="2048515"/>
                  </a:lnTo>
                  <a:lnTo>
                    <a:pt x="2138664" y="2053407"/>
                  </a:lnTo>
                  <a:close/>
                </a:path>
                <a:path w="4122420" h="2482215">
                  <a:moveTo>
                    <a:pt x="2139997" y="2030170"/>
                  </a:moveTo>
                  <a:lnTo>
                    <a:pt x="2132419" y="2030170"/>
                  </a:lnTo>
                  <a:lnTo>
                    <a:pt x="2132848" y="2030098"/>
                  </a:lnTo>
                  <a:lnTo>
                    <a:pt x="2133278" y="2030074"/>
                  </a:lnTo>
                  <a:lnTo>
                    <a:pt x="2139904" y="2030074"/>
                  </a:lnTo>
                  <a:close/>
                </a:path>
                <a:path w="4122420" h="2482215">
                  <a:moveTo>
                    <a:pt x="238005" y="2053431"/>
                  </a:moveTo>
                  <a:lnTo>
                    <a:pt x="228731" y="2049658"/>
                  </a:lnTo>
                  <a:lnTo>
                    <a:pt x="225640" y="2041357"/>
                  </a:lnTo>
                  <a:lnTo>
                    <a:pt x="228731" y="2033056"/>
                  </a:lnTo>
                  <a:lnTo>
                    <a:pt x="238005" y="2029283"/>
                  </a:lnTo>
                  <a:lnTo>
                    <a:pt x="238511" y="2029283"/>
                  </a:lnTo>
                  <a:lnTo>
                    <a:pt x="239548" y="2029355"/>
                  </a:lnTo>
                  <a:lnTo>
                    <a:pt x="248097" y="2033557"/>
                  </a:lnTo>
                  <a:lnTo>
                    <a:pt x="250946" y="2041357"/>
                  </a:lnTo>
                  <a:lnTo>
                    <a:pt x="248097" y="2049156"/>
                  </a:lnTo>
                  <a:lnTo>
                    <a:pt x="239548" y="2053359"/>
                  </a:lnTo>
                  <a:lnTo>
                    <a:pt x="239017" y="2053407"/>
                  </a:lnTo>
                  <a:lnTo>
                    <a:pt x="238005" y="2053431"/>
                  </a:lnTo>
                  <a:close/>
                </a:path>
                <a:path w="4122420" h="2482215">
                  <a:moveTo>
                    <a:pt x="1222397" y="2053431"/>
                  </a:moveTo>
                  <a:lnTo>
                    <a:pt x="1213109" y="2049658"/>
                  </a:lnTo>
                  <a:lnTo>
                    <a:pt x="1210013" y="2041357"/>
                  </a:lnTo>
                  <a:lnTo>
                    <a:pt x="1213109" y="2033056"/>
                  </a:lnTo>
                  <a:lnTo>
                    <a:pt x="1222397" y="2029283"/>
                  </a:lnTo>
                  <a:lnTo>
                    <a:pt x="1222903" y="2029283"/>
                  </a:lnTo>
                  <a:lnTo>
                    <a:pt x="1223940" y="2029355"/>
                  </a:lnTo>
                  <a:lnTo>
                    <a:pt x="1232474" y="2033557"/>
                  </a:lnTo>
                  <a:lnTo>
                    <a:pt x="1235319" y="2041357"/>
                  </a:lnTo>
                  <a:lnTo>
                    <a:pt x="1232474" y="2049156"/>
                  </a:lnTo>
                  <a:lnTo>
                    <a:pt x="1223940" y="2053359"/>
                  </a:lnTo>
                  <a:lnTo>
                    <a:pt x="1223409" y="2053407"/>
                  </a:lnTo>
                  <a:lnTo>
                    <a:pt x="1222397" y="2053431"/>
                  </a:lnTo>
                  <a:close/>
                </a:path>
                <a:path w="4122420" h="2482215">
                  <a:moveTo>
                    <a:pt x="1828033" y="2053431"/>
                  </a:moveTo>
                  <a:lnTo>
                    <a:pt x="1818759" y="2049658"/>
                  </a:lnTo>
                  <a:lnTo>
                    <a:pt x="1815668" y="2041357"/>
                  </a:lnTo>
                  <a:lnTo>
                    <a:pt x="1818759" y="2033056"/>
                  </a:lnTo>
                  <a:lnTo>
                    <a:pt x="1828033" y="2029283"/>
                  </a:lnTo>
                  <a:lnTo>
                    <a:pt x="1828538" y="2029283"/>
                  </a:lnTo>
                  <a:lnTo>
                    <a:pt x="1829575" y="2029355"/>
                  </a:lnTo>
                  <a:lnTo>
                    <a:pt x="1838124" y="2033557"/>
                  </a:lnTo>
                  <a:lnTo>
                    <a:pt x="1840974" y="2041357"/>
                  </a:lnTo>
                  <a:lnTo>
                    <a:pt x="1838124" y="2049156"/>
                  </a:lnTo>
                  <a:lnTo>
                    <a:pt x="1829575" y="2053359"/>
                  </a:lnTo>
                  <a:lnTo>
                    <a:pt x="1829044" y="2053407"/>
                  </a:lnTo>
                  <a:lnTo>
                    <a:pt x="1828033" y="2053431"/>
                  </a:lnTo>
                  <a:close/>
                </a:path>
                <a:path w="4122420" h="2482215">
                  <a:moveTo>
                    <a:pt x="2206789" y="2053431"/>
                  </a:moveTo>
                  <a:lnTo>
                    <a:pt x="2197501" y="2049658"/>
                  </a:lnTo>
                  <a:lnTo>
                    <a:pt x="2194405" y="2041357"/>
                  </a:lnTo>
                  <a:lnTo>
                    <a:pt x="2197501" y="2033056"/>
                  </a:lnTo>
                  <a:lnTo>
                    <a:pt x="2206789" y="2029283"/>
                  </a:lnTo>
                  <a:lnTo>
                    <a:pt x="2207269" y="2029283"/>
                  </a:lnTo>
                  <a:lnTo>
                    <a:pt x="2208331" y="2029355"/>
                  </a:lnTo>
                  <a:lnTo>
                    <a:pt x="2216866" y="2033557"/>
                  </a:lnTo>
                  <a:lnTo>
                    <a:pt x="2219711" y="2041357"/>
                  </a:lnTo>
                  <a:lnTo>
                    <a:pt x="2216866" y="2049156"/>
                  </a:lnTo>
                  <a:lnTo>
                    <a:pt x="2208331" y="2053359"/>
                  </a:lnTo>
                  <a:lnTo>
                    <a:pt x="2207801" y="2053407"/>
                  </a:lnTo>
                  <a:lnTo>
                    <a:pt x="2206789" y="2053431"/>
                  </a:lnTo>
                  <a:close/>
                </a:path>
                <a:path w="4122420" h="2482215">
                  <a:moveTo>
                    <a:pt x="2812374" y="2053431"/>
                  </a:moveTo>
                  <a:lnTo>
                    <a:pt x="2803034" y="2049665"/>
                  </a:lnTo>
                  <a:lnTo>
                    <a:pt x="2800050" y="2041381"/>
                  </a:lnTo>
                  <a:lnTo>
                    <a:pt x="2803424" y="2033097"/>
                  </a:lnTo>
                  <a:lnTo>
                    <a:pt x="2813158" y="2029331"/>
                  </a:lnTo>
                  <a:lnTo>
                    <a:pt x="2813967" y="2029355"/>
                  </a:lnTo>
                  <a:lnTo>
                    <a:pt x="2822516" y="2033672"/>
                  </a:lnTo>
                  <a:lnTo>
                    <a:pt x="2825365" y="2041663"/>
                  </a:lnTo>
                  <a:lnTo>
                    <a:pt x="2822516" y="2049500"/>
                  </a:lnTo>
                  <a:lnTo>
                    <a:pt x="2813967" y="2053359"/>
                  </a:lnTo>
                  <a:lnTo>
                    <a:pt x="2813436" y="2053407"/>
                  </a:lnTo>
                  <a:lnTo>
                    <a:pt x="2812374" y="2053431"/>
                  </a:lnTo>
                  <a:close/>
                </a:path>
                <a:path w="4122420" h="2482215">
                  <a:moveTo>
                    <a:pt x="464025" y="2053431"/>
                  </a:moveTo>
                  <a:lnTo>
                    <a:pt x="454779" y="2049785"/>
                  </a:lnTo>
                  <a:lnTo>
                    <a:pt x="451697" y="2041765"/>
                  </a:lnTo>
                  <a:lnTo>
                    <a:pt x="454779" y="2033744"/>
                  </a:lnTo>
                  <a:lnTo>
                    <a:pt x="464025" y="2030098"/>
                  </a:lnTo>
                  <a:lnTo>
                    <a:pt x="464531" y="2030098"/>
                  </a:lnTo>
                  <a:lnTo>
                    <a:pt x="465618" y="2030170"/>
                  </a:lnTo>
                  <a:lnTo>
                    <a:pt x="474153" y="2034016"/>
                  </a:lnTo>
                  <a:lnTo>
                    <a:pt x="476998" y="2041765"/>
                  </a:lnTo>
                  <a:lnTo>
                    <a:pt x="474153" y="2049513"/>
                  </a:lnTo>
                  <a:lnTo>
                    <a:pt x="465618" y="2053359"/>
                  </a:lnTo>
                  <a:lnTo>
                    <a:pt x="465062" y="2053407"/>
                  </a:lnTo>
                  <a:lnTo>
                    <a:pt x="464025" y="2053431"/>
                  </a:lnTo>
                  <a:close/>
                </a:path>
                <a:path w="4122420" h="2482215">
                  <a:moveTo>
                    <a:pt x="843616" y="2053431"/>
                  </a:moveTo>
                  <a:lnTo>
                    <a:pt x="834370" y="2049785"/>
                  </a:lnTo>
                  <a:lnTo>
                    <a:pt x="831288" y="2041765"/>
                  </a:lnTo>
                  <a:lnTo>
                    <a:pt x="834370" y="2033744"/>
                  </a:lnTo>
                  <a:lnTo>
                    <a:pt x="843616" y="2030098"/>
                  </a:lnTo>
                  <a:lnTo>
                    <a:pt x="844121" y="2030098"/>
                  </a:lnTo>
                  <a:lnTo>
                    <a:pt x="845209" y="2030170"/>
                  </a:lnTo>
                  <a:lnTo>
                    <a:pt x="853744" y="2034016"/>
                  </a:lnTo>
                  <a:lnTo>
                    <a:pt x="856588" y="2041765"/>
                  </a:lnTo>
                  <a:lnTo>
                    <a:pt x="853744" y="2049513"/>
                  </a:lnTo>
                  <a:lnTo>
                    <a:pt x="845209" y="2053359"/>
                  </a:lnTo>
                  <a:lnTo>
                    <a:pt x="844653" y="2053407"/>
                  </a:lnTo>
                  <a:lnTo>
                    <a:pt x="843616" y="2053431"/>
                  </a:lnTo>
                  <a:close/>
                </a:path>
                <a:path w="4122420" h="2482215">
                  <a:moveTo>
                    <a:pt x="1449251" y="2053431"/>
                  </a:moveTo>
                  <a:lnTo>
                    <a:pt x="1440006" y="2049785"/>
                  </a:lnTo>
                  <a:lnTo>
                    <a:pt x="1436924" y="2041765"/>
                  </a:lnTo>
                  <a:lnTo>
                    <a:pt x="1440006" y="2033744"/>
                  </a:lnTo>
                  <a:lnTo>
                    <a:pt x="1449251" y="2030098"/>
                  </a:lnTo>
                  <a:lnTo>
                    <a:pt x="1449757" y="2030098"/>
                  </a:lnTo>
                  <a:lnTo>
                    <a:pt x="1450844" y="2030170"/>
                  </a:lnTo>
                  <a:lnTo>
                    <a:pt x="1459379" y="2034016"/>
                  </a:lnTo>
                  <a:lnTo>
                    <a:pt x="1462224" y="2041765"/>
                  </a:lnTo>
                  <a:lnTo>
                    <a:pt x="1459379" y="2049513"/>
                  </a:lnTo>
                  <a:lnTo>
                    <a:pt x="1450844" y="2053359"/>
                  </a:lnTo>
                  <a:lnTo>
                    <a:pt x="1450288" y="2053407"/>
                  </a:lnTo>
                  <a:lnTo>
                    <a:pt x="1449251" y="2053431"/>
                  </a:lnTo>
                  <a:close/>
                </a:path>
                <a:path w="4122420" h="2482215">
                  <a:moveTo>
                    <a:pt x="2661383" y="2053431"/>
                  </a:moveTo>
                  <a:lnTo>
                    <a:pt x="2652137" y="2049785"/>
                  </a:lnTo>
                  <a:lnTo>
                    <a:pt x="2649055" y="2041765"/>
                  </a:lnTo>
                  <a:lnTo>
                    <a:pt x="2652137" y="2033744"/>
                  </a:lnTo>
                  <a:lnTo>
                    <a:pt x="2661383" y="2030098"/>
                  </a:lnTo>
                  <a:lnTo>
                    <a:pt x="2661913" y="2030098"/>
                  </a:lnTo>
                  <a:lnTo>
                    <a:pt x="2662976" y="2030170"/>
                  </a:lnTo>
                  <a:lnTo>
                    <a:pt x="2671524" y="2034016"/>
                  </a:lnTo>
                  <a:lnTo>
                    <a:pt x="2674374" y="2041765"/>
                  </a:lnTo>
                  <a:lnTo>
                    <a:pt x="2671524" y="2049513"/>
                  </a:lnTo>
                  <a:lnTo>
                    <a:pt x="2662976" y="2053359"/>
                  </a:lnTo>
                  <a:lnTo>
                    <a:pt x="2662444" y="2053407"/>
                  </a:lnTo>
                  <a:lnTo>
                    <a:pt x="2661383" y="2053431"/>
                  </a:lnTo>
                  <a:close/>
                </a:path>
                <a:path w="4122420" h="2482215">
                  <a:moveTo>
                    <a:pt x="170134" y="2053575"/>
                  </a:moveTo>
                  <a:lnTo>
                    <a:pt x="160373" y="2053575"/>
                  </a:lnTo>
                  <a:lnTo>
                    <a:pt x="157085" y="2052495"/>
                  </a:lnTo>
                  <a:lnTo>
                    <a:pt x="154355" y="2050170"/>
                  </a:lnTo>
                  <a:lnTo>
                    <a:pt x="150944" y="2043538"/>
                  </a:lnTo>
                  <a:lnTo>
                    <a:pt x="151721" y="2036759"/>
                  </a:lnTo>
                  <a:lnTo>
                    <a:pt x="156136" y="2031481"/>
                  </a:lnTo>
                  <a:lnTo>
                    <a:pt x="163635" y="2029355"/>
                  </a:lnTo>
                  <a:lnTo>
                    <a:pt x="162800" y="2030170"/>
                  </a:lnTo>
                  <a:lnTo>
                    <a:pt x="171214" y="2030170"/>
                  </a:lnTo>
                  <a:lnTo>
                    <a:pt x="176279" y="2035374"/>
                  </a:lnTo>
                  <a:lnTo>
                    <a:pt x="176279" y="2048922"/>
                  </a:lnTo>
                  <a:lnTo>
                    <a:pt x="170134" y="2053575"/>
                  </a:lnTo>
                  <a:close/>
                </a:path>
                <a:path w="4122420" h="2482215">
                  <a:moveTo>
                    <a:pt x="171214" y="2030170"/>
                  </a:moveTo>
                  <a:lnTo>
                    <a:pt x="162800" y="2030170"/>
                  </a:lnTo>
                  <a:lnTo>
                    <a:pt x="163281" y="2030098"/>
                  </a:lnTo>
                  <a:lnTo>
                    <a:pt x="163761" y="2030074"/>
                  </a:lnTo>
                  <a:lnTo>
                    <a:pt x="171120" y="2030074"/>
                  </a:lnTo>
                  <a:close/>
                </a:path>
                <a:path w="4122420" h="2482215">
                  <a:moveTo>
                    <a:pt x="321125" y="2053575"/>
                  </a:moveTo>
                  <a:lnTo>
                    <a:pt x="311744" y="2053575"/>
                  </a:lnTo>
                  <a:lnTo>
                    <a:pt x="308659" y="2052495"/>
                  </a:lnTo>
                  <a:lnTo>
                    <a:pt x="306180" y="2050170"/>
                  </a:lnTo>
                  <a:lnTo>
                    <a:pt x="302404" y="2043538"/>
                  </a:lnTo>
                  <a:lnTo>
                    <a:pt x="303130" y="2036759"/>
                  </a:lnTo>
                  <a:lnTo>
                    <a:pt x="307493" y="2031481"/>
                  </a:lnTo>
                  <a:lnTo>
                    <a:pt x="314626" y="2029355"/>
                  </a:lnTo>
                  <a:lnTo>
                    <a:pt x="314626" y="2030170"/>
                  </a:lnTo>
                  <a:lnTo>
                    <a:pt x="322205" y="2030170"/>
                  </a:lnTo>
                  <a:lnTo>
                    <a:pt x="327270" y="2035374"/>
                  </a:lnTo>
                  <a:lnTo>
                    <a:pt x="327270" y="2048922"/>
                  </a:lnTo>
                  <a:lnTo>
                    <a:pt x="321125" y="2053575"/>
                  </a:lnTo>
                  <a:close/>
                </a:path>
                <a:path w="4122420" h="2482215">
                  <a:moveTo>
                    <a:pt x="322205" y="2030170"/>
                  </a:moveTo>
                  <a:lnTo>
                    <a:pt x="314626" y="2030170"/>
                  </a:lnTo>
                  <a:lnTo>
                    <a:pt x="315056" y="2030098"/>
                  </a:lnTo>
                  <a:lnTo>
                    <a:pt x="315486" y="2030074"/>
                  </a:lnTo>
                  <a:lnTo>
                    <a:pt x="322112" y="2030074"/>
                  </a:lnTo>
                  <a:close/>
                </a:path>
                <a:path w="4122420" h="2482215">
                  <a:moveTo>
                    <a:pt x="1532877" y="2053575"/>
                  </a:moveTo>
                  <a:lnTo>
                    <a:pt x="1523116" y="2053575"/>
                  </a:lnTo>
                  <a:lnTo>
                    <a:pt x="1519955" y="2052495"/>
                  </a:lnTo>
                  <a:lnTo>
                    <a:pt x="1517477" y="2050170"/>
                  </a:lnTo>
                  <a:lnTo>
                    <a:pt x="1514066" y="2043538"/>
                  </a:lnTo>
                  <a:lnTo>
                    <a:pt x="1514844" y="2036759"/>
                  </a:lnTo>
                  <a:lnTo>
                    <a:pt x="1519259" y="2031481"/>
                  </a:lnTo>
                  <a:lnTo>
                    <a:pt x="1526758" y="2029355"/>
                  </a:lnTo>
                  <a:lnTo>
                    <a:pt x="1526758" y="2030170"/>
                  </a:lnTo>
                  <a:lnTo>
                    <a:pt x="1534337" y="2030170"/>
                  </a:lnTo>
                  <a:lnTo>
                    <a:pt x="1539426" y="2035374"/>
                  </a:lnTo>
                  <a:lnTo>
                    <a:pt x="1539426" y="2048922"/>
                  </a:lnTo>
                  <a:lnTo>
                    <a:pt x="1532877" y="2053575"/>
                  </a:lnTo>
                  <a:close/>
                </a:path>
                <a:path w="4122420" h="2482215">
                  <a:moveTo>
                    <a:pt x="1534337" y="2030170"/>
                  </a:moveTo>
                  <a:lnTo>
                    <a:pt x="1526758" y="2030170"/>
                  </a:lnTo>
                  <a:lnTo>
                    <a:pt x="1527187" y="2030098"/>
                  </a:lnTo>
                  <a:lnTo>
                    <a:pt x="1527617" y="2030074"/>
                  </a:lnTo>
                  <a:lnTo>
                    <a:pt x="1534243" y="2030074"/>
                  </a:lnTo>
                  <a:close/>
                </a:path>
                <a:path w="4122420" h="2482215">
                  <a:moveTo>
                    <a:pt x="1987066" y="2053575"/>
                  </a:moveTo>
                  <a:lnTo>
                    <a:pt x="1977684" y="2053575"/>
                  </a:lnTo>
                  <a:lnTo>
                    <a:pt x="1974599" y="2052495"/>
                  </a:lnTo>
                  <a:lnTo>
                    <a:pt x="1972146" y="2050170"/>
                  </a:lnTo>
                  <a:lnTo>
                    <a:pt x="1968359" y="2043538"/>
                  </a:lnTo>
                  <a:lnTo>
                    <a:pt x="1969083" y="2036759"/>
                  </a:lnTo>
                  <a:lnTo>
                    <a:pt x="1973444" y="2031481"/>
                  </a:lnTo>
                  <a:lnTo>
                    <a:pt x="1980567" y="2029355"/>
                  </a:lnTo>
                  <a:lnTo>
                    <a:pt x="1980567" y="2030170"/>
                  </a:lnTo>
                  <a:lnTo>
                    <a:pt x="1988866" y="2030170"/>
                  </a:lnTo>
                  <a:lnTo>
                    <a:pt x="1993236" y="2035374"/>
                  </a:lnTo>
                  <a:lnTo>
                    <a:pt x="1993236" y="2048922"/>
                  </a:lnTo>
                  <a:lnTo>
                    <a:pt x="1987066" y="2053575"/>
                  </a:lnTo>
                  <a:close/>
                </a:path>
                <a:path w="4122420" h="2482215">
                  <a:moveTo>
                    <a:pt x="1988866" y="2030170"/>
                  </a:moveTo>
                  <a:lnTo>
                    <a:pt x="1980567" y="2030170"/>
                  </a:lnTo>
                  <a:lnTo>
                    <a:pt x="1981073" y="2030098"/>
                  </a:lnTo>
                  <a:lnTo>
                    <a:pt x="1981553" y="2030074"/>
                  </a:lnTo>
                  <a:lnTo>
                    <a:pt x="1988785" y="2030074"/>
                  </a:lnTo>
                  <a:close/>
                </a:path>
                <a:path w="4122420" h="2482215">
                  <a:moveTo>
                    <a:pt x="93841" y="2053934"/>
                  </a:moveTo>
                  <a:lnTo>
                    <a:pt x="84080" y="2053934"/>
                  </a:lnTo>
                  <a:lnTo>
                    <a:pt x="80919" y="2052759"/>
                  </a:lnTo>
                  <a:lnTo>
                    <a:pt x="78441" y="2050170"/>
                  </a:lnTo>
                  <a:lnTo>
                    <a:pt x="74667" y="2044000"/>
                  </a:lnTo>
                  <a:lnTo>
                    <a:pt x="75486" y="2037463"/>
                  </a:lnTo>
                  <a:lnTo>
                    <a:pt x="80102" y="2032280"/>
                  </a:lnTo>
                  <a:lnTo>
                    <a:pt x="87722" y="2030170"/>
                  </a:lnTo>
                  <a:lnTo>
                    <a:pt x="94474" y="2030170"/>
                  </a:lnTo>
                  <a:lnTo>
                    <a:pt x="100365" y="2034966"/>
                  </a:lnTo>
                  <a:lnTo>
                    <a:pt x="100365" y="2048922"/>
                  </a:lnTo>
                  <a:lnTo>
                    <a:pt x="93841" y="2053934"/>
                  </a:lnTo>
                  <a:close/>
                </a:path>
                <a:path w="4122420" h="2482215">
                  <a:moveTo>
                    <a:pt x="396659" y="2053934"/>
                  </a:moveTo>
                  <a:lnTo>
                    <a:pt x="386924" y="2053934"/>
                  </a:lnTo>
                  <a:lnTo>
                    <a:pt x="383737" y="2052759"/>
                  </a:lnTo>
                  <a:lnTo>
                    <a:pt x="381259" y="2050170"/>
                  </a:lnTo>
                  <a:lnTo>
                    <a:pt x="377848" y="2044000"/>
                  </a:lnTo>
                  <a:lnTo>
                    <a:pt x="378626" y="2037463"/>
                  </a:lnTo>
                  <a:lnTo>
                    <a:pt x="383041" y="2032280"/>
                  </a:lnTo>
                  <a:lnTo>
                    <a:pt x="390540" y="2030170"/>
                  </a:lnTo>
                  <a:lnTo>
                    <a:pt x="390969" y="2030098"/>
                  </a:lnTo>
                  <a:lnTo>
                    <a:pt x="391829" y="2030074"/>
                  </a:lnTo>
                  <a:lnTo>
                    <a:pt x="398025" y="2030074"/>
                  </a:lnTo>
                  <a:lnTo>
                    <a:pt x="403183" y="2035374"/>
                  </a:lnTo>
                  <a:lnTo>
                    <a:pt x="403183" y="2048922"/>
                  </a:lnTo>
                  <a:lnTo>
                    <a:pt x="396659" y="2053934"/>
                  </a:lnTo>
                  <a:close/>
                </a:path>
                <a:path w="4122420" h="2482215">
                  <a:moveTo>
                    <a:pt x="1608335" y="2053934"/>
                  </a:moveTo>
                  <a:lnTo>
                    <a:pt x="1598953" y="2053934"/>
                  </a:lnTo>
                  <a:lnTo>
                    <a:pt x="1595868" y="2052759"/>
                  </a:lnTo>
                  <a:lnTo>
                    <a:pt x="1593390" y="2050170"/>
                  </a:lnTo>
                  <a:lnTo>
                    <a:pt x="1589627" y="2043872"/>
                  </a:lnTo>
                  <a:lnTo>
                    <a:pt x="1590444" y="2037056"/>
                  </a:lnTo>
                  <a:lnTo>
                    <a:pt x="1595054" y="2031592"/>
                  </a:lnTo>
                  <a:lnTo>
                    <a:pt x="1602671" y="2029355"/>
                  </a:lnTo>
                  <a:lnTo>
                    <a:pt x="1609423" y="2030170"/>
                  </a:lnTo>
                  <a:lnTo>
                    <a:pt x="1614480" y="2034966"/>
                  </a:lnTo>
                  <a:lnTo>
                    <a:pt x="1614480" y="2048922"/>
                  </a:lnTo>
                  <a:lnTo>
                    <a:pt x="1608335" y="2053934"/>
                  </a:lnTo>
                  <a:close/>
                </a:path>
                <a:path w="4122420" h="2482215">
                  <a:moveTo>
                    <a:pt x="1684729" y="2053934"/>
                  </a:moveTo>
                  <a:lnTo>
                    <a:pt x="1674967" y="2053934"/>
                  </a:lnTo>
                  <a:lnTo>
                    <a:pt x="1671781" y="2052759"/>
                  </a:lnTo>
                  <a:lnTo>
                    <a:pt x="1669328" y="2050170"/>
                  </a:lnTo>
                  <a:lnTo>
                    <a:pt x="1665551" y="2044000"/>
                  </a:lnTo>
                  <a:lnTo>
                    <a:pt x="1666360" y="2037463"/>
                  </a:lnTo>
                  <a:lnTo>
                    <a:pt x="1670968" y="2032280"/>
                  </a:lnTo>
                  <a:lnTo>
                    <a:pt x="1678584" y="2030170"/>
                  </a:lnTo>
                  <a:lnTo>
                    <a:pt x="1685335" y="2030170"/>
                  </a:lnTo>
                  <a:lnTo>
                    <a:pt x="1691253" y="2034966"/>
                  </a:lnTo>
                  <a:lnTo>
                    <a:pt x="1691253" y="2048922"/>
                  </a:lnTo>
                  <a:lnTo>
                    <a:pt x="1684729" y="2053934"/>
                  </a:lnTo>
                  <a:close/>
                </a:path>
                <a:path w="4122420" h="2482215">
                  <a:moveTo>
                    <a:pt x="2517648" y="2053934"/>
                  </a:moveTo>
                  <a:lnTo>
                    <a:pt x="2507888" y="2053934"/>
                  </a:lnTo>
                  <a:lnTo>
                    <a:pt x="2504625" y="2052759"/>
                  </a:lnTo>
                  <a:lnTo>
                    <a:pt x="2501869" y="2050170"/>
                  </a:lnTo>
                  <a:lnTo>
                    <a:pt x="2498575" y="2044000"/>
                  </a:lnTo>
                  <a:lnTo>
                    <a:pt x="2499549" y="2037463"/>
                  </a:lnTo>
                  <a:lnTo>
                    <a:pt x="2504003" y="2032280"/>
                  </a:lnTo>
                  <a:lnTo>
                    <a:pt x="2511149" y="2030170"/>
                  </a:lnTo>
                  <a:lnTo>
                    <a:pt x="2517901" y="2030170"/>
                  </a:lnTo>
                  <a:lnTo>
                    <a:pt x="2523793" y="2034966"/>
                  </a:lnTo>
                  <a:lnTo>
                    <a:pt x="2523793" y="2048922"/>
                  </a:lnTo>
                  <a:lnTo>
                    <a:pt x="2517648" y="2053934"/>
                  </a:lnTo>
                  <a:close/>
                </a:path>
                <a:path w="4122420" h="2482215">
                  <a:moveTo>
                    <a:pt x="2746353" y="2030170"/>
                  </a:moveTo>
                  <a:lnTo>
                    <a:pt x="2738054" y="2030170"/>
                  </a:lnTo>
                  <a:lnTo>
                    <a:pt x="2738534" y="2030098"/>
                  </a:lnTo>
                  <a:lnTo>
                    <a:pt x="2739495" y="2030074"/>
                  </a:lnTo>
                  <a:lnTo>
                    <a:pt x="2746273" y="2030074"/>
                  </a:lnTo>
                  <a:close/>
                </a:path>
                <a:path w="4122420" h="2482215">
                  <a:moveTo>
                    <a:pt x="2744553" y="2053934"/>
                  </a:moveTo>
                  <a:lnTo>
                    <a:pt x="2735171" y="2053934"/>
                  </a:lnTo>
                  <a:lnTo>
                    <a:pt x="2732087" y="2052759"/>
                  </a:lnTo>
                  <a:lnTo>
                    <a:pt x="2729608" y="2050170"/>
                  </a:lnTo>
                  <a:lnTo>
                    <a:pt x="2725871" y="2044083"/>
                  </a:lnTo>
                  <a:lnTo>
                    <a:pt x="2726415" y="2037520"/>
                  </a:lnTo>
                  <a:lnTo>
                    <a:pt x="2730440" y="2032270"/>
                  </a:lnTo>
                  <a:lnTo>
                    <a:pt x="2737144" y="2030122"/>
                  </a:lnTo>
                  <a:lnTo>
                    <a:pt x="2737448" y="2030122"/>
                  </a:lnTo>
                  <a:lnTo>
                    <a:pt x="2738054" y="2030170"/>
                  </a:lnTo>
                  <a:lnTo>
                    <a:pt x="2746353" y="2030170"/>
                  </a:lnTo>
                  <a:lnTo>
                    <a:pt x="2750698" y="2035374"/>
                  </a:lnTo>
                  <a:lnTo>
                    <a:pt x="2750698" y="2048922"/>
                  </a:lnTo>
                  <a:lnTo>
                    <a:pt x="2744553" y="2053934"/>
                  </a:lnTo>
                  <a:close/>
                </a:path>
                <a:path w="4122420" h="2482215">
                  <a:moveTo>
                    <a:pt x="2896405" y="2053934"/>
                  </a:moveTo>
                  <a:lnTo>
                    <a:pt x="2886644" y="2053934"/>
                  </a:lnTo>
                  <a:lnTo>
                    <a:pt x="2883356" y="2052759"/>
                  </a:lnTo>
                  <a:lnTo>
                    <a:pt x="2880600" y="2050170"/>
                  </a:lnTo>
                  <a:lnTo>
                    <a:pt x="2877310" y="2044000"/>
                  </a:lnTo>
                  <a:lnTo>
                    <a:pt x="2878289" y="2037463"/>
                  </a:lnTo>
                  <a:lnTo>
                    <a:pt x="2882744" y="2032280"/>
                  </a:lnTo>
                  <a:lnTo>
                    <a:pt x="2889880" y="2030170"/>
                  </a:lnTo>
                  <a:lnTo>
                    <a:pt x="2896632" y="2030170"/>
                  </a:lnTo>
                  <a:lnTo>
                    <a:pt x="2902549" y="2034966"/>
                  </a:lnTo>
                  <a:lnTo>
                    <a:pt x="2902549" y="2048922"/>
                  </a:lnTo>
                  <a:lnTo>
                    <a:pt x="2896405" y="2053934"/>
                  </a:lnTo>
                  <a:close/>
                </a:path>
                <a:path w="4122420" h="2482215">
                  <a:moveTo>
                    <a:pt x="548106" y="2053958"/>
                  </a:moveTo>
                  <a:lnTo>
                    <a:pt x="538345" y="2053958"/>
                  </a:lnTo>
                  <a:lnTo>
                    <a:pt x="535032" y="2052783"/>
                  </a:lnTo>
                  <a:lnTo>
                    <a:pt x="532251" y="2050170"/>
                  </a:lnTo>
                  <a:lnTo>
                    <a:pt x="528840" y="2044000"/>
                  </a:lnTo>
                  <a:lnTo>
                    <a:pt x="529618" y="2037463"/>
                  </a:lnTo>
                  <a:lnTo>
                    <a:pt x="534032" y="2032280"/>
                  </a:lnTo>
                  <a:lnTo>
                    <a:pt x="541531" y="2030170"/>
                  </a:lnTo>
                  <a:lnTo>
                    <a:pt x="548283" y="2030170"/>
                  </a:lnTo>
                  <a:lnTo>
                    <a:pt x="554175" y="2034966"/>
                  </a:lnTo>
                  <a:lnTo>
                    <a:pt x="554175" y="2049138"/>
                  </a:lnTo>
                  <a:lnTo>
                    <a:pt x="548106" y="2053958"/>
                  </a:lnTo>
                  <a:close/>
                </a:path>
                <a:path w="4122420" h="2482215">
                  <a:moveTo>
                    <a:pt x="699932" y="2053958"/>
                  </a:moveTo>
                  <a:lnTo>
                    <a:pt x="690196" y="2053958"/>
                  </a:lnTo>
                  <a:lnTo>
                    <a:pt x="686858" y="2052783"/>
                  </a:lnTo>
                  <a:lnTo>
                    <a:pt x="684077" y="2050170"/>
                  </a:lnTo>
                  <a:lnTo>
                    <a:pt x="680787" y="2044000"/>
                  </a:lnTo>
                  <a:lnTo>
                    <a:pt x="681766" y="2037463"/>
                  </a:lnTo>
                  <a:lnTo>
                    <a:pt x="686221" y="2032280"/>
                  </a:lnTo>
                  <a:lnTo>
                    <a:pt x="693357" y="2030170"/>
                  </a:lnTo>
                  <a:lnTo>
                    <a:pt x="693787" y="2030098"/>
                  </a:lnTo>
                  <a:lnTo>
                    <a:pt x="694647" y="2030074"/>
                  </a:lnTo>
                  <a:lnTo>
                    <a:pt x="700842" y="2030074"/>
                  </a:lnTo>
                  <a:lnTo>
                    <a:pt x="706026" y="2035422"/>
                  </a:lnTo>
                  <a:lnTo>
                    <a:pt x="706026" y="2049138"/>
                  </a:lnTo>
                  <a:lnTo>
                    <a:pt x="699932" y="2053958"/>
                  </a:lnTo>
                  <a:close/>
                </a:path>
                <a:path w="4122420" h="2482215">
                  <a:moveTo>
                    <a:pt x="1154222" y="2053958"/>
                  </a:moveTo>
                  <a:lnTo>
                    <a:pt x="1144461" y="2053958"/>
                  </a:lnTo>
                  <a:lnTo>
                    <a:pt x="1141249" y="2052783"/>
                  </a:lnTo>
                  <a:lnTo>
                    <a:pt x="1138746" y="2050170"/>
                  </a:lnTo>
                  <a:lnTo>
                    <a:pt x="1135335" y="2044000"/>
                  </a:lnTo>
                  <a:lnTo>
                    <a:pt x="1136113" y="2037463"/>
                  </a:lnTo>
                  <a:lnTo>
                    <a:pt x="1140528" y="2032280"/>
                  </a:lnTo>
                  <a:lnTo>
                    <a:pt x="1148027" y="2030170"/>
                  </a:lnTo>
                  <a:lnTo>
                    <a:pt x="1148456" y="2030098"/>
                  </a:lnTo>
                  <a:lnTo>
                    <a:pt x="1149316" y="2030074"/>
                  </a:lnTo>
                  <a:lnTo>
                    <a:pt x="1155512" y="2030074"/>
                  </a:lnTo>
                  <a:lnTo>
                    <a:pt x="1160671" y="2035422"/>
                  </a:lnTo>
                  <a:lnTo>
                    <a:pt x="1160671" y="2049138"/>
                  </a:lnTo>
                  <a:lnTo>
                    <a:pt x="1154222" y="2053958"/>
                  </a:lnTo>
                  <a:close/>
                </a:path>
                <a:path w="4122420" h="2482215">
                  <a:moveTo>
                    <a:pt x="1911355" y="2054198"/>
                  </a:moveTo>
                  <a:lnTo>
                    <a:pt x="1901619" y="2054198"/>
                  </a:lnTo>
                  <a:lnTo>
                    <a:pt x="1898585" y="2053191"/>
                  </a:lnTo>
                  <a:lnTo>
                    <a:pt x="1896233" y="2050961"/>
                  </a:lnTo>
                  <a:lnTo>
                    <a:pt x="1892812" y="2044333"/>
                  </a:lnTo>
                  <a:lnTo>
                    <a:pt x="1893591" y="2037562"/>
                  </a:lnTo>
                  <a:lnTo>
                    <a:pt x="1898011" y="2032292"/>
                  </a:lnTo>
                  <a:lnTo>
                    <a:pt x="1905514" y="2030170"/>
                  </a:lnTo>
                  <a:lnTo>
                    <a:pt x="1905893" y="2030122"/>
                  </a:lnTo>
                  <a:lnTo>
                    <a:pt x="1906652" y="2030098"/>
                  </a:lnTo>
                  <a:lnTo>
                    <a:pt x="1912898" y="2030098"/>
                  </a:lnTo>
                  <a:lnTo>
                    <a:pt x="1918158" y="2036117"/>
                  </a:lnTo>
                  <a:lnTo>
                    <a:pt x="1918158" y="2049306"/>
                  </a:lnTo>
                  <a:lnTo>
                    <a:pt x="1911355" y="2054198"/>
                  </a:lnTo>
                  <a:close/>
                </a:path>
                <a:path w="4122420" h="2482215">
                  <a:moveTo>
                    <a:pt x="2365569" y="2054198"/>
                  </a:moveTo>
                  <a:lnTo>
                    <a:pt x="2355783" y="2054198"/>
                  </a:lnTo>
                  <a:lnTo>
                    <a:pt x="2352673" y="2053191"/>
                  </a:lnTo>
                  <a:lnTo>
                    <a:pt x="2350043" y="2050961"/>
                  </a:lnTo>
                  <a:lnTo>
                    <a:pt x="2346749" y="2044333"/>
                  </a:lnTo>
                  <a:lnTo>
                    <a:pt x="2347723" y="2037562"/>
                  </a:lnTo>
                  <a:lnTo>
                    <a:pt x="2352176" y="2032292"/>
                  </a:lnTo>
                  <a:lnTo>
                    <a:pt x="2359323" y="2030170"/>
                  </a:lnTo>
                  <a:lnTo>
                    <a:pt x="2366910" y="2030170"/>
                  </a:lnTo>
                  <a:lnTo>
                    <a:pt x="2371967" y="2035758"/>
                  </a:lnTo>
                  <a:lnTo>
                    <a:pt x="2371967" y="2049306"/>
                  </a:lnTo>
                  <a:lnTo>
                    <a:pt x="2365569" y="2054198"/>
                  </a:lnTo>
                  <a:close/>
                </a:path>
                <a:path w="4122420" h="2482215">
                  <a:moveTo>
                    <a:pt x="615902" y="2054222"/>
                  </a:moveTo>
                  <a:lnTo>
                    <a:pt x="606628" y="2050453"/>
                  </a:lnTo>
                  <a:lnTo>
                    <a:pt x="603536" y="2042160"/>
                  </a:lnTo>
                  <a:lnTo>
                    <a:pt x="606628" y="2033868"/>
                  </a:lnTo>
                  <a:lnTo>
                    <a:pt x="615902" y="2030098"/>
                  </a:lnTo>
                  <a:lnTo>
                    <a:pt x="616408" y="2030098"/>
                  </a:lnTo>
                  <a:lnTo>
                    <a:pt x="617444" y="2030170"/>
                  </a:lnTo>
                  <a:lnTo>
                    <a:pt x="625993" y="2034028"/>
                  </a:lnTo>
                  <a:lnTo>
                    <a:pt x="628843" y="2041864"/>
                  </a:lnTo>
                  <a:lnTo>
                    <a:pt x="625993" y="2049847"/>
                  </a:lnTo>
                  <a:lnTo>
                    <a:pt x="617444" y="2054150"/>
                  </a:lnTo>
                  <a:lnTo>
                    <a:pt x="616913" y="2054198"/>
                  </a:lnTo>
                  <a:lnTo>
                    <a:pt x="615902" y="2054222"/>
                  </a:lnTo>
                  <a:close/>
                </a:path>
                <a:path w="4122420" h="2482215">
                  <a:moveTo>
                    <a:pt x="2433694" y="2054222"/>
                  </a:moveTo>
                  <a:lnTo>
                    <a:pt x="2424405" y="2050453"/>
                  </a:lnTo>
                  <a:lnTo>
                    <a:pt x="2421309" y="2042160"/>
                  </a:lnTo>
                  <a:lnTo>
                    <a:pt x="2424405" y="2033868"/>
                  </a:lnTo>
                  <a:lnTo>
                    <a:pt x="2433694" y="2030098"/>
                  </a:lnTo>
                  <a:lnTo>
                    <a:pt x="2434174" y="2030098"/>
                  </a:lnTo>
                  <a:lnTo>
                    <a:pt x="2435236" y="2030170"/>
                  </a:lnTo>
                  <a:lnTo>
                    <a:pt x="2443771" y="2034028"/>
                  </a:lnTo>
                  <a:lnTo>
                    <a:pt x="2446615" y="2041864"/>
                  </a:lnTo>
                  <a:lnTo>
                    <a:pt x="2443771" y="2049847"/>
                  </a:lnTo>
                  <a:lnTo>
                    <a:pt x="2435236" y="2054150"/>
                  </a:lnTo>
                  <a:lnTo>
                    <a:pt x="2434705" y="2054198"/>
                  </a:lnTo>
                  <a:lnTo>
                    <a:pt x="2433694" y="2054222"/>
                  </a:lnTo>
                  <a:close/>
                </a:path>
                <a:path w="4122420" h="2482215">
                  <a:moveTo>
                    <a:pt x="201162" y="2065373"/>
                  </a:moveTo>
                  <a:lnTo>
                    <a:pt x="201313" y="2065349"/>
                  </a:lnTo>
                  <a:lnTo>
                    <a:pt x="201162" y="2065373"/>
                  </a:lnTo>
                  <a:close/>
                </a:path>
                <a:path w="4122420" h="2482215">
                  <a:moveTo>
                    <a:pt x="207711" y="2089569"/>
                  </a:moveTo>
                  <a:lnTo>
                    <a:pt x="197950" y="2089569"/>
                  </a:lnTo>
                  <a:lnTo>
                    <a:pt x="194789" y="2088489"/>
                  </a:lnTo>
                  <a:lnTo>
                    <a:pt x="192311" y="2086163"/>
                  </a:lnTo>
                  <a:lnTo>
                    <a:pt x="188918" y="2079617"/>
                  </a:lnTo>
                  <a:lnTo>
                    <a:pt x="189615" y="2072909"/>
                  </a:lnTo>
                  <a:lnTo>
                    <a:pt x="193872" y="2067630"/>
                  </a:lnTo>
                  <a:lnTo>
                    <a:pt x="201162" y="2065373"/>
                  </a:lnTo>
                  <a:lnTo>
                    <a:pt x="208520" y="2065565"/>
                  </a:lnTo>
                  <a:lnTo>
                    <a:pt x="213426" y="2071080"/>
                  </a:lnTo>
                  <a:lnTo>
                    <a:pt x="214235" y="2077363"/>
                  </a:lnTo>
                  <a:lnTo>
                    <a:pt x="214235" y="2084917"/>
                  </a:lnTo>
                  <a:lnTo>
                    <a:pt x="207711" y="2089569"/>
                  </a:lnTo>
                  <a:close/>
                </a:path>
                <a:path w="4122420" h="2482215">
                  <a:moveTo>
                    <a:pt x="277049" y="2065373"/>
                  </a:moveTo>
                  <a:lnTo>
                    <a:pt x="277201" y="2065349"/>
                  </a:lnTo>
                  <a:lnTo>
                    <a:pt x="277049" y="2065373"/>
                  </a:lnTo>
                  <a:close/>
                </a:path>
                <a:path w="4122420" h="2482215">
                  <a:moveTo>
                    <a:pt x="283371" y="2089401"/>
                  </a:moveTo>
                  <a:lnTo>
                    <a:pt x="273610" y="2089401"/>
                  </a:lnTo>
                  <a:lnTo>
                    <a:pt x="270601" y="2088394"/>
                  </a:lnTo>
                  <a:lnTo>
                    <a:pt x="268224" y="2086163"/>
                  </a:lnTo>
                  <a:lnTo>
                    <a:pt x="264475" y="2079620"/>
                  </a:lnTo>
                  <a:lnTo>
                    <a:pt x="265202" y="2072918"/>
                  </a:lnTo>
                  <a:lnTo>
                    <a:pt x="269647" y="2067640"/>
                  </a:lnTo>
                  <a:lnTo>
                    <a:pt x="277049" y="2065373"/>
                  </a:lnTo>
                  <a:lnTo>
                    <a:pt x="283649" y="2065565"/>
                  </a:lnTo>
                  <a:lnTo>
                    <a:pt x="289339" y="2071080"/>
                  </a:lnTo>
                  <a:lnTo>
                    <a:pt x="290174" y="2077363"/>
                  </a:lnTo>
                  <a:lnTo>
                    <a:pt x="290174" y="2084509"/>
                  </a:lnTo>
                  <a:lnTo>
                    <a:pt x="283371" y="2089401"/>
                  </a:lnTo>
                  <a:close/>
                </a:path>
                <a:path w="4122420" h="2482215">
                  <a:moveTo>
                    <a:pt x="2555680" y="2088346"/>
                  </a:moveTo>
                  <a:lnTo>
                    <a:pt x="2545919" y="2088346"/>
                  </a:lnTo>
                  <a:lnTo>
                    <a:pt x="2542607" y="2087195"/>
                  </a:lnTo>
                  <a:lnTo>
                    <a:pt x="2539826" y="2084557"/>
                  </a:lnTo>
                  <a:lnTo>
                    <a:pt x="2536532" y="2078397"/>
                  </a:lnTo>
                  <a:lnTo>
                    <a:pt x="2537505" y="2071859"/>
                  </a:lnTo>
                  <a:lnTo>
                    <a:pt x="2541959" y="2066671"/>
                  </a:lnTo>
                  <a:lnTo>
                    <a:pt x="2549106" y="2064557"/>
                  </a:lnTo>
                  <a:lnTo>
                    <a:pt x="2549106" y="2065349"/>
                  </a:lnTo>
                  <a:lnTo>
                    <a:pt x="2555858" y="2065349"/>
                  </a:lnTo>
                  <a:lnTo>
                    <a:pt x="2560915" y="2070145"/>
                  </a:lnTo>
                  <a:lnTo>
                    <a:pt x="2561750" y="2076547"/>
                  </a:lnTo>
                  <a:lnTo>
                    <a:pt x="2561750" y="2083526"/>
                  </a:lnTo>
                  <a:lnTo>
                    <a:pt x="2555680" y="2088346"/>
                  </a:lnTo>
                  <a:close/>
                </a:path>
                <a:path w="4122420" h="2482215">
                  <a:moveTo>
                    <a:pt x="2623476" y="2088633"/>
                  </a:moveTo>
                  <a:lnTo>
                    <a:pt x="2614202" y="2084860"/>
                  </a:lnTo>
                  <a:lnTo>
                    <a:pt x="2611111" y="2076560"/>
                  </a:lnTo>
                  <a:lnTo>
                    <a:pt x="2614202" y="2068259"/>
                  </a:lnTo>
                  <a:lnTo>
                    <a:pt x="2623476" y="2064486"/>
                  </a:lnTo>
                  <a:lnTo>
                    <a:pt x="2623982" y="2064486"/>
                  </a:lnTo>
                  <a:lnTo>
                    <a:pt x="2625019" y="2064557"/>
                  </a:lnTo>
                  <a:lnTo>
                    <a:pt x="2633568" y="2068871"/>
                  </a:lnTo>
                  <a:lnTo>
                    <a:pt x="2636418" y="2076856"/>
                  </a:lnTo>
                  <a:lnTo>
                    <a:pt x="2633568" y="2084693"/>
                  </a:lnTo>
                  <a:lnTo>
                    <a:pt x="2625019" y="2088562"/>
                  </a:lnTo>
                  <a:lnTo>
                    <a:pt x="2624488" y="2088609"/>
                  </a:lnTo>
                  <a:lnTo>
                    <a:pt x="2623476" y="2088633"/>
                  </a:lnTo>
                  <a:close/>
                </a:path>
                <a:path w="4122420" h="2482215">
                  <a:moveTo>
                    <a:pt x="1259469" y="2088633"/>
                  </a:moveTo>
                  <a:lnTo>
                    <a:pt x="1250128" y="2084868"/>
                  </a:lnTo>
                  <a:lnTo>
                    <a:pt x="1247141" y="2076584"/>
                  </a:lnTo>
                  <a:lnTo>
                    <a:pt x="1250507" y="2068299"/>
                  </a:lnTo>
                  <a:lnTo>
                    <a:pt x="1260227" y="2064534"/>
                  </a:lnTo>
                  <a:lnTo>
                    <a:pt x="1260783" y="2064534"/>
                  </a:lnTo>
                  <a:lnTo>
                    <a:pt x="1261062" y="2064557"/>
                  </a:lnTo>
                  <a:lnTo>
                    <a:pt x="1269596" y="2068871"/>
                  </a:lnTo>
                  <a:lnTo>
                    <a:pt x="1272441" y="2076856"/>
                  </a:lnTo>
                  <a:lnTo>
                    <a:pt x="1269596" y="2084693"/>
                  </a:lnTo>
                  <a:lnTo>
                    <a:pt x="1261062" y="2088562"/>
                  </a:lnTo>
                  <a:lnTo>
                    <a:pt x="1260505" y="2088609"/>
                  </a:lnTo>
                  <a:lnTo>
                    <a:pt x="1259469" y="2088633"/>
                  </a:lnTo>
                  <a:close/>
                </a:path>
                <a:path w="4122420" h="2482215">
                  <a:moveTo>
                    <a:pt x="736978" y="2089113"/>
                  </a:moveTo>
                  <a:lnTo>
                    <a:pt x="727217" y="2089113"/>
                  </a:lnTo>
                  <a:lnTo>
                    <a:pt x="723955" y="2087962"/>
                  </a:lnTo>
                  <a:lnTo>
                    <a:pt x="721199" y="2085348"/>
                  </a:lnTo>
                  <a:lnTo>
                    <a:pt x="717788" y="2079065"/>
                  </a:lnTo>
                  <a:lnTo>
                    <a:pt x="718566" y="2072255"/>
                  </a:lnTo>
                  <a:lnTo>
                    <a:pt x="722981" y="2066794"/>
                  </a:lnTo>
                  <a:lnTo>
                    <a:pt x="730480" y="2064557"/>
                  </a:lnTo>
                  <a:lnTo>
                    <a:pt x="731314" y="2065349"/>
                  </a:lnTo>
                  <a:lnTo>
                    <a:pt x="737231" y="2066164"/>
                  </a:lnTo>
                  <a:lnTo>
                    <a:pt x="742289" y="2070960"/>
                  </a:lnTo>
                  <a:lnTo>
                    <a:pt x="743123" y="2076547"/>
                  </a:lnTo>
                  <a:lnTo>
                    <a:pt x="743123" y="2084101"/>
                  </a:lnTo>
                  <a:lnTo>
                    <a:pt x="736978" y="2089113"/>
                  </a:lnTo>
                  <a:close/>
                </a:path>
                <a:path w="4122420" h="2482215">
                  <a:moveTo>
                    <a:pt x="812158" y="2089113"/>
                  </a:moveTo>
                  <a:lnTo>
                    <a:pt x="802675" y="2089113"/>
                  </a:lnTo>
                  <a:lnTo>
                    <a:pt x="799590" y="2087962"/>
                  </a:lnTo>
                  <a:lnTo>
                    <a:pt x="797112" y="2085348"/>
                  </a:lnTo>
                  <a:lnTo>
                    <a:pt x="793349" y="2079065"/>
                  </a:lnTo>
                  <a:lnTo>
                    <a:pt x="794166" y="2072255"/>
                  </a:lnTo>
                  <a:lnTo>
                    <a:pt x="798776" y="2066794"/>
                  </a:lnTo>
                  <a:lnTo>
                    <a:pt x="806392" y="2064557"/>
                  </a:lnTo>
                  <a:lnTo>
                    <a:pt x="807252" y="2065349"/>
                  </a:lnTo>
                  <a:lnTo>
                    <a:pt x="813144" y="2066164"/>
                  </a:lnTo>
                  <a:lnTo>
                    <a:pt x="818202" y="2070960"/>
                  </a:lnTo>
                  <a:lnTo>
                    <a:pt x="819062" y="2076547"/>
                  </a:lnTo>
                  <a:lnTo>
                    <a:pt x="818480" y="2084101"/>
                  </a:lnTo>
                  <a:lnTo>
                    <a:pt x="812158" y="2089113"/>
                  </a:lnTo>
                  <a:close/>
                </a:path>
                <a:path w="4122420" h="2482215">
                  <a:moveTo>
                    <a:pt x="888880" y="2089137"/>
                  </a:moveTo>
                  <a:lnTo>
                    <a:pt x="879145" y="2089137"/>
                  </a:lnTo>
                  <a:lnTo>
                    <a:pt x="875807" y="2087986"/>
                  </a:lnTo>
                  <a:lnTo>
                    <a:pt x="873025" y="2085348"/>
                  </a:lnTo>
                  <a:lnTo>
                    <a:pt x="869735" y="2079188"/>
                  </a:lnTo>
                  <a:lnTo>
                    <a:pt x="870715" y="2072651"/>
                  </a:lnTo>
                  <a:lnTo>
                    <a:pt x="875170" y="2067462"/>
                  </a:lnTo>
                  <a:lnTo>
                    <a:pt x="882306" y="2065349"/>
                  </a:lnTo>
                  <a:lnTo>
                    <a:pt x="889057" y="2066164"/>
                  </a:lnTo>
                  <a:lnTo>
                    <a:pt x="894975" y="2070960"/>
                  </a:lnTo>
                  <a:lnTo>
                    <a:pt x="894975" y="2084341"/>
                  </a:lnTo>
                  <a:lnTo>
                    <a:pt x="888880" y="2089137"/>
                  </a:lnTo>
                  <a:close/>
                </a:path>
                <a:path w="4122420" h="2482215">
                  <a:moveTo>
                    <a:pt x="964819" y="2089137"/>
                  </a:moveTo>
                  <a:lnTo>
                    <a:pt x="955437" y="2089137"/>
                  </a:lnTo>
                  <a:lnTo>
                    <a:pt x="952301" y="2087986"/>
                  </a:lnTo>
                  <a:lnTo>
                    <a:pt x="949798" y="2085348"/>
                  </a:lnTo>
                  <a:lnTo>
                    <a:pt x="946011" y="2079188"/>
                  </a:lnTo>
                  <a:lnTo>
                    <a:pt x="946735" y="2072651"/>
                  </a:lnTo>
                  <a:lnTo>
                    <a:pt x="951096" y="2067462"/>
                  </a:lnTo>
                  <a:lnTo>
                    <a:pt x="958219" y="2065349"/>
                  </a:lnTo>
                  <a:lnTo>
                    <a:pt x="964971" y="2065349"/>
                  </a:lnTo>
                  <a:lnTo>
                    <a:pt x="970888" y="2070960"/>
                  </a:lnTo>
                  <a:lnTo>
                    <a:pt x="970888" y="2084341"/>
                  </a:lnTo>
                  <a:lnTo>
                    <a:pt x="964819" y="2089137"/>
                  </a:lnTo>
                  <a:close/>
                </a:path>
                <a:path w="4122420" h="2482215">
                  <a:moveTo>
                    <a:pt x="1343549" y="2089137"/>
                  </a:moveTo>
                  <a:lnTo>
                    <a:pt x="1334168" y="2089137"/>
                  </a:lnTo>
                  <a:lnTo>
                    <a:pt x="1331032" y="2087986"/>
                  </a:lnTo>
                  <a:lnTo>
                    <a:pt x="1328529" y="2085348"/>
                  </a:lnTo>
                  <a:lnTo>
                    <a:pt x="1324753" y="2079188"/>
                  </a:lnTo>
                  <a:lnTo>
                    <a:pt x="1325479" y="2072651"/>
                  </a:lnTo>
                  <a:lnTo>
                    <a:pt x="1329841" y="2067462"/>
                  </a:lnTo>
                  <a:lnTo>
                    <a:pt x="1336975" y="2065349"/>
                  </a:lnTo>
                  <a:lnTo>
                    <a:pt x="1343727" y="2065349"/>
                  </a:lnTo>
                  <a:lnTo>
                    <a:pt x="1349619" y="2070960"/>
                  </a:lnTo>
                  <a:lnTo>
                    <a:pt x="1349619" y="2084341"/>
                  </a:lnTo>
                  <a:lnTo>
                    <a:pt x="1343549" y="2089137"/>
                  </a:lnTo>
                  <a:close/>
                </a:path>
                <a:path w="4122420" h="2482215">
                  <a:moveTo>
                    <a:pt x="1495376" y="2089137"/>
                  </a:moveTo>
                  <a:lnTo>
                    <a:pt x="1485615" y="2089137"/>
                  </a:lnTo>
                  <a:lnTo>
                    <a:pt x="1482302" y="2087986"/>
                  </a:lnTo>
                  <a:lnTo>
                    <a:pt x="1479521" y="2085348"/>
                  </a:lnTo>
                  <a:lnTo>
                    <a:pt x="1476110" y="2079188"/>
                  </a:lnTo>
                  <a:lnTo>
                    <a:pt x="1476887" y="2072651"/>
                  </a:lnTo>
                  <a:lnTo>
                    <a:pt x="1481302" y="2067462"/>
                  </a:lnTo>
                  <a:lnTo>
                    <a:pt x="1488801" y="2065349"/>
                  </a:lnTo>
                  <a:lnTo>
                    <a:pt x="1495553" y="2065349"/>
                  </a:lnTo>
                  <a:lnTo>
                    <a:pt x="1500610" y="2070960"/>
                  </a:lnTo>
                  <a:lnTo>
                    <a:pt x="1501445" y="2077363"/>
                  </a:lnTo>
                  <a:lnTo>
                    <a:pt x="1501445" y="2084341"/>
                  </a:lnTo>
                  <a:lnTo>
                    <a:pt x="1495376" y="2089137"/>
                  </a:lnTo>
                  <a:close/>
                </a:path>
                <a:path w="4122420" h="2482215">
                  <a:moveTo>
                    <a:pt x="1722280" y="2089137"/>
                  </a:moveTo>
                  <a:lnTo>
                    <a:pt x="1712924" y="2089137"/>
                  </a:lnTo>
                  <a:lnTo>
                    <a:pt x="1709763" y="2087986"/>
                  </a:lnTo>
                  <a:lnTo>
                    <a:pt x="1707285" y="2085348"/>
                  </a:lnTo>
                  <a:lnTo>
                    <a:pt x="1703498" y="2079188"/>
                  </a:lnTo>
                  <a:lnTo>
                    <a:pt x="1704222" y="2072651"/>
                  </a:lnTo>
                  <a:lnTo>
                    <a:pt x="1708583" y="2067462"/>
                  </a:lnTo>
                  <a:lnTo>
                    <a:pt x="1715706" y="2065349"/>
                  </a:lnTo>
                  <a:lnTo>
                    <a:pt x="1722458" y="2065349"/>
                  </a:lnTo>
                  <a:lnTo>
                    <a:pt x="1728375" y="2070960"/>
                  </a:lnTo>
                  <a:lnTo>
                    <a:pt x="1728375" y="2084341"/>
                  </a:lnTo>
                  <a:lnTo>
                    <a:pt x="1722280" y="2089137"/>
                  </a:lnTo>
                  <a:close/>
                </a:path>
                <a:path w="4122420" h="2482215">
                  <a:moveTo>
                    <a:pt x="1798219" y="2089137"/>
                  </a:moveTo>
                  <a:lnTo>
                    <a:pt x="1788458" y="2089137"/>
                  </a:lnTo>
                  <a:lnTo>
                    <a:pt x="1785120" y="2087986"/>
                  </a:lnTo>
                  <a:lnTo>
                    <a:pt x="1782338" y="2085348"/>
                  </a:lnTo>
                  <a:lnTo>
                    <a:pt x="1779048" y="2079188"/>
                  </a:lnTo>
                  <a:lnTo>
                    <a:pt x="1780028" y="2072651"/>
                  </a:lnTo>
                  <a:lnTo>
                    <a:pt x="1784483" y="2067462"/>
                  </a:lnTo>
                  <a:lnTo>
                    <a:pt x="1791619" y="2065349"/>
                  </a:lnTo>
                  <a:lnTo>
                    <a:pt x="1798371" y="2065349"/>
                  </a:lnTo>
                  <a:lnTo>
                    <a:pt x="1804288" y="2070960"/>
                  </a:lnTo>
                  <a:lnTo>
                    <a:pt x="1804288" y="2084341"/>
                  </a:lnTo>
                  <a:lnTo>
                    <a:pt x="1798219" y="2089137"/>
                  </a:lnTo>
                  <a:close/>
                </a:path>
                <a:path w="4122420" h="2482215">
                  <a:moveTo>
                    <a:pt x="2176950" y="2089137"/>
                  </a:moveTo>
                  <a:lnTo>
                    <a:pt x="2167189" y="2089137"/>
                  </a:lnTo>
                  <a:lnTo>
                    <a:pt x="2163876" y="2087986"/>
                  </a:lnTo>
                  <a:lnTo>
                    <a:pt x="2161094" y="2085348"/>
                  </a:lnTo>
                  <a:lnTo>
                    <a:pt x="2157801" y="2079188"/>
                  </a:lnTo>
                  <a:lnTo>
                    <a:pt x="2158774" y="2072651"/>
                  </a:lnTo>
                  <a:lnTo>
                    <a:pt x="2163228" y="2067462"/>
                  </a:lnTo>
                  <a:lnTo>
                    <a:pt x="2170375" y="2065349"/>
                  </a:lnTo>
                  <a:lnTo>
                    <a:pt x="2177127" y="2065349"/>
                  </a:lnTo>
                  <a:lnTo>
                    <a:pt x="2183019" y="2070960"/>
                  </a:lnTo>
                  <a:lnTo>
                    <a:pt x="2183019" y="2084341"/>
                  </a:lnTo>
                  <a:lnTo>
                    <a:pt x="2176950" y="2089137"/>
                  </a:lnTo>
                  <a:close/>
                </a:path>
                <a:path w="4122420" h="2482215">
                  <a:moveTo>
                    <a:pt x="1570581" y="2089401"/>
                  </a:moveTo>
                  <a:lnTo>
                    <a:pt x="1560820" y="2089401"/>
                  </a:lnTo>
                  <a:lnTo>
                    <a:pt x="1557811" y="2088394"/>
                  </a:lnTo>
                  <a:lnTo>
                    <a:pt x="1555433" y="2086163"/>
                  </a:lnTo>
                  <a:lnTo>
                    <a:pt x="1551670" y="2079532"/>
                  </a:lnTo>
                  <a:lnTo>
                    <a:pt x="1552488" y="2072753"/>
                  </a:lnTo>
                  <a:lnTo>
                    <a:pt x="1557098" y="2067475"/>
                  </a:lnTo>
                  <a:lnTo>
                    <a:pt x="1564714" y="2065349"/>
                  </a:lnTo>
                  <a:lnTo>
                    <a:pt x="1571466" y="2065349"/>
                  </a:lnTo>
                  <a:lnTo>
                    <a:pt x="1576523" y="2070960"/>
                  </a:lnTo>
                  <a:lnTo>
                    <a:pt x="1577383" y="2077363"/>
                  </a:lnTo>
                  <a:lnTo>
                    <a:pt x="1577383" y="2084509"/>
                  </a:lnTo>
                  <a:lnTo>
                    <a:pt x="1570581" y="2089401"/>
                  </a:lnTo>
                  <a:close/>
                </a:path>
                <a:path w="4122420" h="2482215">
                  <a:moveTo>
                    <a:pt x="1873803" y="2089401"/>
                  </a:moveTo>
                  <a:lnTo>
                    <a:pt x="1864017" y="2089401"/>
                  </a:lnTo>
                  <a:lnTo>
                    <a:pt x="1860881" y="2088394"/>
                  </a:lnTo>
                  <a:lnTo>
                    <a:pt x="1858277" y="2086163"/>
                  </a:lnTo>
                  <a:lnTo>
                    <a:pt x="1854851" y="2079532"/>
                  </a:lnTo>
                  <a:lnTo>
                    <a:pt x="1855622" y="2072753"/>
                  </a:lnTo>
                  <a:lnTo>
                    <a:pt x="1860033" y="2067475"/>
                  </a:lnTo>
                  <a:lnTo>
                    <a:pt x="1867532" y="2065349"/>
                  </a:lnTo>
                  <a:lnTo>
                    <a:pt x="1874284" y="2065349"/>
                  </a:lnTo>
                  <a:lnTo>
                    <a:pt x="1880201" y="2070960"/>
                  </a:lnTo>
                  <a:lnTo>
                    <a:pt x="1880201" y="2084509"/>
                  </a:lnTo>
                  <a:lnTo>
                    <a:pt x="1873803" y="2089401"/>
                  </a:lnTo>
                  <a:close/>
                </a:path>
                <a:path w="4122420" h="2482215">
                  <a:moveTo>
                    <a:pt x="1949312" y="2089401"/>
                  </a:moveTo>
                  <a:lnTo>
                    <a:pt x="1939576" y="2089401"/>
                  </a:lnTo>
                  <a:lnTo>
                    <a:pt x="1936542" y="2088394"/>
                  </a:lnTo>
                  <a:lnTo>
                    <a:pt x="1934190" y="2086163"/>
                  </a:lnTo>
                  <a:lnTo>
                    <a:pt x="1930416" y="2079532"/>
                  </a:lnTo>
                  <a:lnTo>
                    <a:pt x="1931234" y="2072753"/>
                  </a:lnTo>
                  <a:lnTo>
                    <a:pt x="1935851" y="2067475"/>
                  </a:lnTo>
                  <a:lnTo>
                    <a:pt x="1943470" y="2065349"/>
                  </a:lnTo>
                  <a:lnTo>
                    <a:pt x="1950197" y="2065349"/>
                  </a:lnTo>
                  <a:lnTo>
                    <a:pt x="1955280" y="2070960"/>
                  </a:lnTo>
                  <a:lnTo>
                    <a:pt x="1956114" y="2077363"/>
                  </a:lnTo>
                  <a:lnTo>
                    <a:pt x="1956114" y="2084509"/>
                  </a:lnTo>
                  <a:lnTo>
                    <a:pt x="1949312" y="2089401"/>
                  </a:lnTo>
                  <a:close/>
                </a:path>
                <a:path w="4122420" h="2482215">
                  <a:moveTo>
                    <a:pt x="2327613" y="2089401"/>
                  </a:moveTo>
                  <a:lnTo>
                    <a:pt x="2317826" y="2089401"/>
                  </a:lnTo>
                  <a:lnTo>
                    <a:pt x="2314716" y="2088394"/>
                  </a:lnTo>
                  <a:lnTo>
                    <a:pt x="2312086" y="2086163"/>
                  </a:lnTo>
                  <a:lnTo>
                    <a:pt x="2308782" y="2079532"/>
                  </a:lnTo>
                  <a:lnTo>
                    <a:pt x="2309757" y="2072753"/>
                  </a:lnTo>
                  <a:lnTo>
                    <a:pt x="2314216" y="2067475"/>
                  </a:lnTo>
                  <a:lnTo>
                    <a:pt x="2321367" y="2065349"/>
                  </a:lnTo>
                  <a:lnTo>
                    <a:pt x="2328093" y="2065349"/>
                  </a:lnTo>
                  <a:lnTo>
                    <a:pt x="2334010" y="2070960"/>
                  </a:lnTo>
                  <a:lnTo>
                    <a:pt x="2334010" y="2084509"/>
                  </a:lnTo>
                  <a:lnTo>
                    <a:pt x="2327613" y="2089401"/>
                  </a:lnTo>
                  <a:close/>
                </a:path>
                <a:path w="4122420" h="2482215">
                  <a:moveTo>
                    <a:pt x="2479439" y="2089401"/>
                  </a:moveTo>
                  <a:lnTo>
                    <a:pt x="2470057" y="2089401"/>
                  </a:lnTo>
                  <a:lnTo>
                    <a:pt x="2467124" y="2088394"/>
                  </a:lnTo>
                  <a:lnTo>
                    <a:pt x="2464747" y="2086163"/>
                  </a:lnTo>
                  <a:lnTo>
                    <a:pt x="2460971" y="2079532"/>
                  </a:lnTo>
                  <a:lnTo>
                    <a:pt x="2461697" y="2072753"/>
                  </a:lnTo>
                  <a:lnTo>
                    <a:pt x="2466059" y="2067475"/>
                  </a:lnTo>
                  <a:lnTo>
                    <a:pt x="2473193" y="2065349"/>
                  </a:lnTo>
                  <a:lnTo>
                    <a:pt x="2479944" y="2065349"/>
                  </a:lnTo>
                  <a:lnTo>
                    <a:pt x="2485837" y="2070960"/>
                  </a:lnTo>
                  <a:lnTo>
                    <a:pt x="2485837" y="2084509"/>
                  </a:lnTo>
                  <a:lnTo>
                    <a:pt x="2479439" y="2089401"/>
                  </a:lnTo>
                  <a:close/>
                </a:path>
                <a:path w="4122420" h="2482215">
                  <a:moveTo>
                    <a:pt x="48223" y="2089425"/>
                  </a:moveTo>
                  <a:lnTo>
                    <a:pt x="38935" y="2085652"/>
                  </a:lnTo>
                  <a:lnTo>
                    <a:pt x="35838" y="2077351"/>
                  </a:lnTo>
                  <a:lnTo>
                    <a:pt x="38935" y="2069050"/>
                  </a:lnTo>
                  <a:lnTo>
                    <a:pt x="48223" y="2065277"/>
                  </a:lnTo>
                  <a:lnTo>
                    <a:pt x="48703" y="2065277"/>
                  </a:lnTo>
                  <a:lnTo>
                    <a:pt x="49765" y="2065349"/>
                  </a:lnTo>
                  <a:lnTo>
                    <a:pt x="58300" y="2069666"/>
                  </a:lnTo>
                  <a:lnTo>
                    <a:pt x="61145" y="2077657"/>
                  </a:lnTo>
                  <a:lnTo>
                    <a:pt x="58300" y="2085494"/>
                  </a:lnTo>
                  <a:lnTo>
                    <a:pt x="49765" y="2089353"/>
                  </a:lnTo>
                  <a:lnTo>
                    <a:pt x="49234" y="2089401"/>
                  </a:lnTo>
                  <a:lnTo>
                    <a:pt x="48223" y="2089425"/>
                  </a:lnTo>
                  <a:close/>
                </a:path>
                <a:path w="4122420" h="2482215">
                  <a:moveTo>
                    <a:pt x="426954" y="2089425"/>
                  </a:moveTo>
                  <a:lnTo>
                    <a:pt x="417680" y="2085652"/>
                  </a:lnTo>
                  <a:lnTo>
                    <a:pt x="414588" y="2077351"/>
                  </a:lnTo>
                  <a:lnTo>
                    <a:pt x="417680" y="2069050"/>
                  </a:lnTo>
                  <a:lnTo>
                    <a:pt x="426954" y="2065277"/>
                  </a:lnTo>
                  <a:lnTo>
                    <a:pt x="427459" y="2065277"/>
                  </a:lnTo>
                  <a:lnTo>
                    <a:pt x="428496" y="2065349"/>
                  </a:lnTo>
                  <a:lnTo>
                    <a:pt x="437045" y="2069666"/>
                  </a:lnTo>
                  <a:lnTo>
                    <a:pt x="439895" y="2077657"/>
                  </a:lnTo>
                  <a:lnTo>
                    <a:pt x="437045" y="2085494"/>
                  </a:lnTo>
                  <a:lnTo>
                    <a:pt x="428496" y="2089353"/>
                  </a:lnTo>
                  <a:lnTo>
                    <a:pt x="427965" y="2089401"/>
                  </a:lnTo>
                  <a:lnTo>
                    <a:pt x="426954" y="2089425"/>
                  </a:lnTo>
                  <a:close/>
                </a:path>
                <a:path w="4122420" h="2482215">
                  <a:moveTo>
                    <a:pt x="1032589" y="2089425"/>
                  </a:moveTo>
                  <a:lnTo>
                    <a:pt x="1023315" y="2085652"/>
                  </a:lnTo>
                  <a:lnTo>
                    <a:pt x="1020224" y="2077351"/>
                  </a:lnTo>
                  <a:lnTo>
                    <a:pt x="1023315" y="2069050"/>
                  </a:lnTo>
                  <a:lnTo>
                    <a:pt x="1032589" y="2065277"/>
                  </a:lnTo>
                  <a:lnTo>
                    <a:pt x="1033095" y="2065277"/>
                  </a:lnTo>
                  <a:lnTo>
                    <a:pt x="1034157" y="2065349"/>
                  </a:lnTo>
                  <a:lnTo>
                    <a:pt x="1042692" y="2069551"/>
                  </a:lnTo>
                  <a:lnTo>
                    <a:pt x="1045537" y="2077351"/>
                  </a:lnTo>
                  <a:lnTo>
                    <a:pt x="1042692" y="2085150"/>
                  </a:lnTo>
                  <a:lnTo>
                    <a:pt x="1034157" y="2089353"/>
                  </a:lnTo>
                  <a:lnTo>
                    <a:pt x="1033626" y="2089401"/>
                  </a:lnTo>
                  <a:lnTo>
                    <a:pt x="1032589" y="2089425"/>
                  </a:lnTo>
                  <a:close/>
                </a:path>
                <a:path w="4122420" h="2482215">
                  <a:moveTo>
                    <a:pt x="1411346" y="2089425"/>
                  </a:moveTo>
                  <a:lnTo>
                    <a:pt x="1402057" y="2085652"/>
                  </a:lnTo>
                  <a:lnTo>
                    <a:pt x="1398961" y="2077351"/>
                  </a:lnTo>
                  <a:lnTo>
                    <a:pt x="1402057" y="2069050"/>
                  </a:lnTo>
                  <a:lnTo>
                    <a:pt x="1411346" y="2065277"/>
                  </a:lnTo>
                  <a:lnTo>
                    <a:pt x="1411851" y="2065277"/>
                  </a:lnTo>
                  <a:lnTo>
                    <a:pt x="1412888" y="2065349"/>
                  </a:lnTo>
                  <a:lnTo>
                    <a:pt x="1421423" y="2069551"/>
                  </a:lnTo>
                  <a:lnTo>
                    <a:pt x="1424267" y="2077351"/>
                  </a:lnTo>
                  <a:lnTo>
                    <a:pt x="1421423" y="2085150"/>
                  </a:lnTo>
                  <a:lnTo>
                    <a:pt x="1412888" y="2089353"/>
                  </a:lnTo>
                  <a:lnTo>
                    <a:pt x="1412357" y="2089401"/>
                  </a:lnTo>
                  <a:lnTo>
                    <a:pt x="1411346" y="2089425"/>
                  </a:lnTo>
                  <a:close/>
                </a:path>
                <a:path w="4122420" h="2482215">
                  <a:moveTo>
                    <a:pt x="1638326" y="2089425"/>
                  </a:moveTo>
                  <a:lnTo>
                    <a:pt x="1629464" y="2085652"/>
                  </a:lnTo>
                  <a:lnTo>
                    <a:pt x="1626510" y="2077351"/>
                  </a:lnTo>
                  <a:lnTo>
                    <a:pt x="1629464" y="2069050"/>
                  </a:lnTo>
                  <a:lnTo>
                    <a:pt x="1638326" y="2065277"/>
                  </a:lnTo>
                  <a:lnTo>
                    <a:pt x="1638806" y="2065277"/>
                  </a:lnTo>
                  <a:lnTo>
                    <a:pt x="1639793" y="2065349"/>
                  </a:lnTo>
                  <a:lnTo>
                    <a:pt x="1648811" y="2069666"/>
                  </a:lnTo>
                  <a:lnTo>
                    <a:pt x="1651817" y="2077657"/>
                  </a:lnTo>
                  <a:lnTo>
                    <a:pt x="1648811" y="2085494"/>
                  </a:lnTo>
                  <a:lnTo>
                    <a:pt x="1639793" y="2089353"/>
                  </a:lnTo>
                  <a:lnTo>
                    <a:pt x="1639287" y="2089401"/>
                  </a:lnTo>
                  <a:lnTo>
                    <a:pt x="1638326" y="2089425"/>
                  </a:lnTo>
                  <a:close/>
                </a:path>
                <a:path w="4122420" h="2482215">
                  <a:moveTo>
                    <a:pt x="2017057" y="2089425"/>
                  </a:moveTo>
                  <a:lnTo>
                    <a:pt x="2008195" y="2085652"/>
                  </a:lnTo>
                  <a:lnTo>
                    <a:pt x="2005241" y="2077351"/>
                  </a:lnTo>
                  <a:lnTo>
                    <a:pt x="2008195" y="2069050"/>
                  </a:lnTo>
                  <a:lnTo>
                    <a:pt x="2017057" y="2065277"/>
                  </a:lnTo>
                  <a:lnTo>
                    <a:pt x="2017537" y="2065277"/>
                  </a:lnTo>
                  <a:lnTo>
                    <a:pt x="2018524" y="2065349"/>
                  </a:lnTo>
                  <a:lnTo>
                    <a:pt x="2027542" y="2069666"/>
                  </a:lnTo>
                  <a:lnTo>
                    <a:pt x="2030548" y="2077657"/>
                  </a:lnTo>
                  <a:lnTo>
                    <a:pt x="2027542" y="2085494"/>
                  </a:lnTo>
                  <a:lnTo>
                    <a:pt x="2018524" y="2089353"/>
                  </a:lnTo>
                  <a:lnTo>
                    <a:pt x="2018018" y="2089401"/>
                  </a:lnTo>
                  <a:lnTo>
                    <a:pt x="2017057" y="2089425"/>
                  </a:lnTo>
                  <a:close/>
                </a:path>
                <a:path w="4122420" h="2482215">
                  <a:moveTo>
                    <a:pt x="2244746" y="2089425"/>
                  </a:moveTo>
                  <a:lnTo>
                    <a:pt x="2235457" y="2085652"/>
                  </a:lnTo>
                  <a:lnTo>
                    <a:pt x="2232361" y="2077351"/>
                  </a:lnTo>
                  <a:lnTo>
                    <a:pt x="2235457" y="2069050"/>
                  </a:lnTo>
                  <a:lnTo>
                    <a:pt x="2244746" y="2065277"/>
                  </a:lnTo>
                  <a:lnTo>
                    <a:pt x="2245226" y="2065277"/>
                  </a:lnTo>
                  <a:lnTo>
                    <a:pt x="2246288" y="2065349"/>
                  </a:lnTo>
                  <a:lnTo>
                    <a:pt x="2254823" y="2069551"/>
                  </a:lnTo>
                  <a:lnTo>
                    <a:pt x="2257667" y="2077351"/>
                  </a:lnTo>
                  <a:lnTo>
                    <a:pt x="2254823" y="2085150"/>
                  </a:lnTo>
                  <a:lnTo>
                    <a:pt x="2246288" y="2089353"/>
                  </a:lnTo>
                  <a:lnTo>
                    <a:pt x="2245757" y="2089401"/>
                  </a:lnTo>
                  <a:lnTo>
                    <a:pt x="2244746" y="2089425"/>
                  </a:lnTo>
                  <a:close/>
                </a:path>
                <a:path w="4122420" h="2482215">
                  <a:moveTo>
                    <a:pt x="2850381" y="2089425"/>
                  </a:moveTo>
                  <a:lnTo>
                    <a:pt x="2841107" y="2085652"/>
                  </a:lnTo>
                  <a:lnTo>
                    <a:pt x="2838016" y="2077351"/>
                  </a:lnTo>
                  <a:lnTo>
                    <a:pt x="2841107" y="2069050"/>
                  </a:lnTo>
                  <a:lnTo>
                    <a:pt x="2850381" y="2065277"/>
                  </a:lnTo>
                  <a:lnTo>
                    <a:pt x="2850887" y="2065277"/>
                  </a:lnTo>
                  <a:lnTo>
                    <a:pt x="2851924" y="2065349"/>
                  </a:lnTo>
                  <a:lnTo>
                    <a:pt x="2860473" y="2069666"/>
                  </a:lnTo>
                  <a:lnTo>
                    <a:pt x="2863322" y="2077657"/>
                  </a:lnTo>
                  <a:lnTo>
                    <a:pt x="2860473" y="2085494"/>
                  </a:lnTo>
                  <a:lnTo>
                    <a:pt x="2851924" y="2089353"/>
                  </a:lnTo>
                  <a:lnTo>
                    <a:pt x="2851393" y="2089401"/>
                  </a:lnTo>
                  <a:lnTo>
                    <a:pt x="2850381" y="2089425"/>
                  </a:lnTo>
                  <a:close/>
                </a:path>
                <a:path w="4122420" h="2482215">
                  <a:moveTo>
                    <a:pt x="653808" y="2089425"/>
                  </a:moveTo>
                  <a:lnTo>
                    <a:pt x="644562" y="2085779"/>
                  </a:lnTo>
                  <a:lnTo>
                    <a:pt x="641480" y="2077759"/>
                  </a:lnTo>
                  <a:lnTo>
                    <a:pt x="644562" y="2069738"/>
                  </a:lnTo>
                  <a:lnTo>
                    <a:pt x="653808" y="2066092"/>
                  </a:lnTo>
                  <a:lnTo>
                    <a:pt x="654339" y="2066092"/>
                  </a:lnTo>
                  <a:lnTo>
                    <a:pt x="655401" y="2066164"/>
                  </a:lnTo>
                  <a:lnTo>
                    <a:pt x="663950" y="2070010"/>
                  </a:lnTo>
                  <a:lnTo>
                    <a:pt x="666799" y="2077759"/>
                  </a:lnTo>
                  <a:lnTo>
                    <a:pt x="663950" y="2085507"/>
                  </a:lnTo>
                  <a:lnTo>
                    <a:pt x="655401" y="2089353"/>
                  </a:lnTo>
                  <a:lnTo>
                    <a:pt x="654870" y="2089401"/>
                  </a:lnTo>
                  <a:lnTo>
                    <a:pt x="653808" y="2089425"/>
                  </a:lnTo>
                  <a:close/>
                </a:path>
                <a:path w="4122420" h="2482215">
                  <a:moveTo>
                    <a:pt x="131317" y="2089569"/>
                  </a:moveTo>
                  <a:lnTo>
                    <a:pt x="121961" y="2089569"/>
                  </a:lnTo>
                  <a:lnTo>
                    <a:pt x="118851" y="2088489"/>
                  </a:lnTo>
                  <a:lnTo>
                    <a:pt x="116398" y="2086163"/>
                  </a:lnTo>
                  <a:lnTo>
                    <a:pt x="112611" y="2079866"/>
                  </a:lnTo>
                  <a:lnTo>
                    <a:pt x="113338" y="2073049"/>
                  </a:lnTo>
                  <a:lnTo>
                    <a:pt x="117707" y="2067586"/>
                  </a:lnTo>
                  <a:lnTo>
                    <a:pt x="124844" y="2065349"/>
                  </a:lnTo>
                  <a:lnTo>
                    <a:pt x="132430" y="2065349"/>
                  </a:lnTo>
                  <a:lnTo>
                    <a:pt x="137488" y="2070960"/>
                  </a:lnTo>
                  <a:lnTo>
                    <a:pt x="137488" y="2084917"/>
                  </a:lnTo>
                  <a:lnTo>
                    <a:pt x="131317" y="2089569"/>
                  </a:lnTo>
                  <a:close/>
                </a:path>
                <a:path w="4122420" h="2482215">
                  <a:moveTo>
                    <a:pt x="359082" y="2089569"/>
                  </a:moveTo>
                  <a:lnTo>
                    <a:pt x="349321" y="2089569"/>
                  </a:lnTo>
                  <a:lnTo>
                    <a:pt x="346033" y="2088489"/>
                  </a:lnTo>
                  <a:lnTo>
                    <a:pt x="343303" y="2086163"/>
                  </a:lnTo>
                  <a:lnTo>
                    <a:pt x="339892" y="2079866"/>
                  </a:lnTo>
                  <a:lnTo>
                    <a:pt x="340669" y="2073049"/>
                  </a:lnTo>
                  <a:lnTo>
                    <a:pt x="345084" y="2067586"/>
                  </a:lnTo>
                  <a:lnTo>
                    <a:pt x="352583" y="2065349"/>
                  </a:lnTo>
                  <a:lnTo>
                    <a:pt x="359335" y="2065349"/>
                  </a:lnTo>
                  <a:lnTo>
                    <a:pt x="365227" y="2070960"/>
                  </a:lnTo>
                  <a:lnTo>
                    <a:pt x="365227" y="2084917"/>
                  </a:lnTo>
                  <a:lnTo>
                    <a:pt x="359082" y="2089569"/>
                  </a:lnTo>
                  <a:close/>
                </a:path>
                <a:path w="4122420" h="2482215">
                  <a:moveTo>
                    <a:pt x="585987" y="2089569"/>
                  </a:moveTo>
                  <a:lnTo>
                    <a:pt x="576605" y="2089569"/>
                  </a:lnTo>
                  <a:lnTo>
                    <a:pt x="573520" y="2088489"/>
                  </a:lnTo>
                  <a:lnTo>
                    <a:pt x="571067" y="2086163"/>
                  </a:lnTo>
                  <a:lnTo>
                    <a:pt x="567276" y="2079866"/>
                  </a:lnTo>
                  <a:lnTo>
                    <a:pt x="567995" y="2073049"/>
                  </a:lnTo>
                  <a:lnTo>
                    <a:pt x="572354" y="2067586"/>
                  </a:lnTo>
                  <a:lnTo>
                    <a:pt x="579488" y="2065349"/>
                  </a:lnTo>
                  <a:lnTo>
                    <a:pt x="586240" y="2065349"/>
                  </a:lnTo>
                  <a:lnTo>
                    <a:pt x="592131" y="2070960"/>
                  </a:lnTo>
                  <a:lnTo>
                    <a:pt x="592131" y="2084917"/>
                  </a:lnTo>
                  <a:lnTo>
                    <a:pt x="585987" y="2089569"/>
                  </a:lnTo>
                  <a:close/>
                </a:path>
                <a:path w="4122420" h="2482215">
                  <a:moveTo>
                    <a:pt x="1116569" y="2089569"/>
                  </a:moveTo>
                  <a:lnTo>
                    <a:pt x="1106783" y="2089569"/>
                  </a:lnTo>
                  <a:lnTo>
                    <a:pt x="1103521" y="2088489"/>
                  </a:lnTo>
                  <a:lnTo>
                    <a:pt x="1100790" y="2086163"/>
                  </a:lnTo>
                  <a:lnTo>
                    <a:pt x="1097379" y="2079866"/>
                  </a:lnTo>
                  <a:lnTo>
                    <a:pt x="1098157" y="2073049"/>
                  </a:lnTo>
                  <a:lnTo>
                    <a:pt x="1102571" y="2067586"/>
                  </a:lnTo>
                  <a:lnTo>
                    <a:pt x="1110070" y="2065349"/>
                  </a:lnTo>
                  <a:lnTo>
                    <a:pt x="1116822" y="2065349"/>
                  </a:lnTo>
                  <a:lnTo>
                    <a:pt x="1122714" y="2070960"/>
                  </a:lnTo>
                  <a:lnTo>
                    <a:pt x="1122714" y="2084917"/>
                  </a:lnTo>
                  <a:lnTo>
                    <a:pt x="1116569" y="2089569"/>
                  </a:lnTo>
                  <a:close/>
                </a:path>
                <a:path w="4122420" h="2482215">
                  <a:moveTo>
                    <a:pt x="1191623" y="2089569"/>
                  </a:moveTo>
                  <a:lnTo>
                    <a:pt x="1182240" y="2089569"/>
                  </a:lnTo>
                  <a:lnTo>
                    <a:pt x="1179156" y="2088489"/>
                  </a:lnTo>
                  <a:lnTo>
                    <a:pt x="1176703" y="2086163"/>
                  </a:lnTo>
                  <a:lnTo>
                    <a:pt x="1172929" y="2079866"/>
                  </a:lnTo>
                  <a:lnTo>
                    <a:pt x="1173747" y="2073049"/>
                  </a:lnTo>
                  <a:lnTo>
                    <a:pt x="1178363" y="2067586"/>
                  </a:lnTo>
                  <a:lnTo>
                    <a:pt x="1185983" y="2065349"/>
                  </a:lnTo>
                  <a:lnTo>
                    <a:pt x="1192735" y="2065349"/>
                  </a:lnTo>
                  <a:lnTo>
                    <a:pt x="1198627" y="2070960"/>
                  </a:lnTo>
                  <a:lnTo>
                    <a:pt x="1197792" y="2077363"/>
                  </a:lnTo>
                  <a:lnTo>
                    <a:pt x="1197792" y="2084917"/>
                  </a:lnTo>
                  <a:lnTo>
                    <a:pt x="1191623" y="2089569"/>
                  </a:lnTo>
                  <a:close/>
                </a:path>
                <a:path w="4122420" h="2482215">
                  <a:moveTo>
                    <a:pt x="2100935" y="2089569"/>
                  </a:moveTo>
                  <a:lnTo>
                    <a:pt x="2091554" y="2089569"/>
                  </a:lnTo>
                  <a:lnTo>
                    <a:pt x="2088469" y="2088489"/>
                  </a:lnTo>
                  <a:lnTo>
                    <a:pt x="2086016" y="2086163"/>
                  </a:lnTo>
                  <a:lnTo>
                    <a:pt x="2082229" y="2079866"/>
                  </a:lnTo>
                  <a:lnTo>
                    <a:pt x="2082956" y="2073049"/>
                  </a:lnTo>
                  <a:lnTo>
                    <a:pt x="2087325" y="2067586"/>
                  </a:lnTo>
                  <a:lnTo>
                    <a:pt x="2094462" y="2065349"/>
                  </a:lnTo>
                  <a:lnTo>
                    <a:pt x="2101188" y="2065349"/>
                  </a:lnTo>
                  <a:lnTo>
                    <a:pt x="2107106" y="2070960"/>
                  </a:lnTo>
                  <a:lnTo>
                    <a:pt x="2107106" y="2084917"/>
                  </a:lnTo>
                  <a:lnTo>
                    <a:pt x="2100935" y="2089569"/>
                  </a:lnTo>
                  <a:close/>
                </a:path>
                <a:path w="4122420" h="2482215">
                  <a:moveTo>
                    <a:pt x="2707431" y="2089569"/>
                  </a:moveTo>
                  <a:lnTo>
                    <a:pt x="2697670" y="2089569"/>
                  </a:lnTo>
                  <a:lnTo>
                    <a:pt x="2694408" y="2088489"/>
                  </a:lnTo>
                  <a:lnTo>
                    <a:pt x="2691651" y="2086163"/>
                  </a:lnTo>
                  <a:lnTo>
                    <a:pt x="2688361" y="2079866"/>
                  </a:lnTo>
                  <a:lnTo>
                    <a:pt x="2689341" y="2073049"/>
                  </a:lnTo>
                  <a:lnTo>
                    <a:pt x="2693796" y="2067586"/>
                  </a:lnTo>
                  <a:lnTo>
                    <a:pt x="2700932" y="2065349"/>
                  </a:lnTo>
                  <a:lnTo>
                    <a:pt x="2707683" y="2065349"/>
                  </a:lnTo>
                  <a:lnTo>
                    <a:pt x="2713601" y="2070960"/>
                  </a:lnTo>
                  <a:lnTo>
                    <a:pt x="2713601" y="2084917"/>
                  </a:lnTo>
                  <a:lnTo>
                    <a:pt x="2707431" y="2089569"/>
                  </a:lnTo>
                  <a:close/>
                </a:path>
                <a:path w="4122420" h="2482215">
                  <a:moveTo>
                    <a:pt x="2782509" y="2089569"/>
                  </a:moveTo>
                  <a:lnTo>
                    <a:pt x="2773128" y="2089569"/>
                  </a:lnTo>
                  <a:lnTo>
                    <a:pt x="2770043" y="2088489"/>
                  </a:lnTo>
                  <a:lnTo>
                    <a:pt x="2767590" y="2086163"/>
                  </a:lnTo>
                  <a:lnTo>
                    <a:pt x="2763799" y="2079866"/>
                  </a:lnTo>
                  <a:lnTo>
                    <a:pt x="2764517" y="2073049"/>
                  </a:lnTo>
                  <a:lnTo>
                    <a:pt x="2768877" y="2067586"/>
                  </a:lnTo>
                  <a:lnTo>
                    <a:pt x="2776011" y="2065349"/>
                  </a:lnTo>
                  <a:lnTo>
                    <a:pt x="2783597" y="2065349"/>
                  </a:lnTo>
                  <a:lnTo>
                    <a:pt x="2788655" y="2070960"/>
                  </a:lnTo>
                  <a:lnTo>
                    <a:pt x="2788655" y="2084917"/>
                  </a:lnTo>
                  <a:lnTo>
                    <a:pt x="2782509" y="2089569"/>
                  </a:lnTo>
                  <a:close/>
                </a:path>
                <a:path w="4122420" h="2482215">
                  <a:moveTo>
                    <a:pt x="2934336" y="2089569"/>
                  </a:moveTo>
                  <a:lnTo>
                    <a:pt x="2924575" y="2089569"/>
                  </a:lnTo>
                  <a:lnTo>
                    <a:pt x="2921313" y="2088489"/>
                  </a:lnTo>
                  <a:lnTo>
                    <a:pt x="2918556" y="2086163"/>
                  </a:lnTo>
                  <a:lnTo>
                    <a:pt x="2915266" y="2079866"/>
                  </a:lnTo>
                  <a:lnTo>
                    <a:pt x="2916246" y="2073049"/>
                  </a:lnTo>
                  <a:lnTo>
                    <a:pt x="2920701" y="2067586"/>
                  </a:lnTo>
                  <a:lnTo>
                    <a:pt x="2927837" y="2065349"/>
                  </a:lnTo>
                  <a:lnTo>
                    <a:pt x="2934589" y="2065349"/>
                  </a:lnTo>
                  <a:lnTo>
                    <a:pt x="2940506" y="2070960"/>
                  </a:lnTo>
                  <a:lnTo>
                    <a:pt x="2940506" y="2084917"/>
                  </a:lnTo>
                  <a:lnTo>
                    <a:pt x="2934336" y="2089569"/>
                  </a:lnTo>
                  <a:close/>
                </a:path>
                <a:path w="4122420" h="2482215">
                  <a:moveTo>
                    <a:pt x="510149" y="2089952"/>
                  </a:moveTo>
                  <a:lnTo>
                    <a:pt x="500388" y="2089952"/>
                  </a:lnTo>
                  <a:lnTo>
                    <a:pt x="497076" y="2088777"/>
                  </a:lnTo>
                  <a:lnTo>
                    <a:pt x="494294" y="2086163"/>
                  </a:lnTo>
                  <a:lnTo>
                    <a:pt x="491001" y="2079994"/>
                  </a:lnTo>
                  <a:lnTo>
                    <a:pt x="491974" y="2073457"/>
                  </a:lnTo>
                  <a:lnTo>
                    <a:pt x="496428" y="2068274"/>
                  </a:lnTo>
                  <a:lnTo>
                    <a:pt x="503575" y="2066164"/>
                  </a:lnTo>
                  <a:lnTo>
                    <a:pt x="503575" y="2065349"/>
                  </a:lnTo>
                  <a:lnTo>
                    <a:pt x="511161" y="2066164"/>
                  </a:lnTo>
                  <a:lnTo>
                    <a:pt x="516219" y="2070960"/>
                  </a:lnTo>
                  <a:lnTo>
                    <a:pt x="516219" y="2085132"/>
                  </a:lnTo>
                  <a:lnTo>
                    <a:pt x="510149" y="2089952"/>
                  </a:lnTo>
                  <a:close/>
                </a:path>
                <a:path w="4122420" h="2482215">
                  <a:moveTo>
                    <a:pt x="2403855" y="2089952"/>
                  </a:moveTo>
                  <a:lnTo>
                    <a:pt x="2394473" y="2089952"/>
                  </a:lnTo>
                  <a:lnTo>
                    <a:pt x="2391337" y="2088777"/>
                  </a:lnTo>
                  <a:lnTo>
                    <a:pt x="2388834" y="2086163"/>
                  </a:lnTo>
                  <a:lnTo>
                    <a:pt x="2385058" y="2079994"/>
                  </a:lnTo>
                  <a:lnTo>
                    <a:pt x="2385784" y="2073457"/>
                  </a:lnTo>
                  <a:lnTo>
                    <a:pt x="2390146" y="2068274"/>
                  </a:lnTo>
                  <a:lnTo>
                    <a:pt x="2397280" y="2066164"/>
                  </a:lnTo>
                  <a:lnTo>
                    <a:pt x="2397280" y="2065349"/>
                  </a:lnTo>
                  <a:lnTo>
                    <a:pt x="2404866" y="2065349"/>
                  </a:lnTo>
                  <a:lnTo>
                    <a:pt x="2409924" y="2070960"/>
                  </a:lnTo>
                  <a:lnTo>
                    <a:pt x="2409924" y="2085132"/>
                  </a:lnTo>
                  <a:lnTo>
                    <a:pt x="2403855" y="2089952"/>
                  </a:lnTo>
                  <a:close/>
                </a:path>
                <a:path w="4122420" h="2482215">
                  <a:moveTo>
                    <a:pt x="163205" y="2101367"/>
                  </a:moveTo>
                  <a:lnTo>
                    <a:pt x="163357" y="2101343"/>
                  </a:lnTo>
                  <a:lnTo>
                    <a:pt x="163205" y="2101367"/>
                  </a:lnTo>
                  <a:close/>
                </a:path>
                <a:path w="4122420" h="2482215">
                  <a:moveTo>
                    <a:pt x="169881" y="2125395"/>
                  </a:moveTo>
                  <a:lnTo>
                    <a:pt x="160095" y="2125395"/>
                  </a:lnTo>
                  <a:lnTo>
                    <a:pt x="156984" y="2124388"/>
                  </a:lnTo>
                  <a:lnTo>
                    <a:pt x="154355" y="2122157"/>
                  </a:lnTo>
                  <a:lnTo>
                    <a:pt x="150962" y="2115611"/>
                  </a:lnTo>
                  <a:lnTo>
                    <a:pt x="151658" y="2108903"/>
                  </a:lnTo>
                  <a:lnTo>
                    <a:pt x="155916" y="2103624"/>
                  </a:lnTo>
                  <a:lnTo>
                    <a:pt x="163205" y="2101367"/>
                  </a:lnTo>
                  <a:lnTo>
                    <a:pt x="170589" y="2101559"/>
                  </a:lnTo>
                  <a:lnTo>
                    <a:pt x="176279" y="2107074"/>
                  </a:lnTo>
                  <a:lnTo>
                    <a:pt x="176279" y="2120503"/>
                  </a:lnTo>
                  <a:lnTo>
                    <a:pt x="169881" y="2125395"/>
                  </a:lnTo>
                  <a:close/>
                </a:path>
                <a:path w="4122420" h="2482215">
                  <a:moveTo>
                    <a:pt x="239093" y="2101367"/>
                  </a:moveTo>
                  <a:lnTo>
                    <a:pt x="239244" y="2101343"/>
                  </a:lnTo>
                  <a:lnTo>
                    <a:pt x="239093" y="2101367"/>
                  </a:lnTo>
                  <a:close/>
                </a:path>
                <a:path w="4122420" h="2482215">
                  <a:moveTo>
                    <a:pt x="245035" y="2125395"/>
                  </a:moveTo>
                  <a:lnTo>
                    <a:pt x="235578" y="2125395"/>
                  </a:lnTo>
                  <a:lnTo>
                    <a:pt x="232644" y="2124388"/>
                  </a:lnTo>
                  <a:lnTo>
                    <a:pt x="230267" y="2122157"/>
                  </a:lnTo>
                  <a:lnTo>
                    <a:pt x="226519" y="2115614"/>
                  </a:lnTo>
                  <a:lnTo>
                    <a:pt x="227246" y="2108912"/>
                  </a:lnTo>
                  <a:lnTo>
                    <a:pt x="231690" y="2103634"/>
                  </a:lnTo>
                  <a:lnTo>
                    <a:pt x="239093" y="2101367"/>
                  </a:lnTo>
                  <a:lnTo>
                    <a:pt x="245693" y="2101559"/>
                  </a:lnTo>
                  <a:lnTo>
                    <a:pt x="251383" y="2107074"/>
                  </a:lnTo>
                  <a:lnTo>
                    <a:pt x="252217" y="2113357"/>
                  </a:lnTo>
                  <a:lnTo>
                    <a:pt x="251635" y="2120503"/>
                  </a:lnTo>
                  <a:lnTo>
                    <a:pt x="245035" y="2125395"/>
                  </a:lnTo>
                  <a:close/>
                </a:path>
                <a:path w="4122420" h="2482215">
                  <a:moveTo>
                    <a:pt x="24453" y="2112541"/>
                  </a:moveTo>
                  <a:lnTo>
                    <a:pt x="0" y="2110144"/>
                  </a:lnTo>
                  <a:lnTo>
                    <a:pt x="834" y="2105347"/>
                  </a:lnTo>
                  <a:lnTo>
                    <a:pt x="5891" y="2101343"/>
                  </a:lnTo>
                  <a:lnTo>
                    <a:pt x="18560" y="2101343"/>
                  </a:lnTo>
                  <a:lnTo>
                    <a:pt x="23618" y="2106954"/>
                  </a:lnTo>
                  <a:lnTo>
                    <a:pt x="24453" y="2112541"/>
                  </a:lnTo>
                  <a:close/>
                </a:path>
                <a:path w="4122420" h="2482215">
                  <a:moveTo>
                    <a:pt x="97002" y="2121342"/>
                  </a:moveTo>
                  <a:lnTo>
                    <a:pt x="75912" y="2118944"/>
                  </a:lnTo>
                  <a:lnTo>
                    <a:pt x="75078" y="2117362"/>
                  </a:lnTo>
                  <a:lnTo>
                    <a:pt x="75078" y="2106954"/>
                  </a:lnTo>
                  <a:lnTo>
                    <a:pt x="80135" y="2101343"/>
                  </a:lnTo>
                  <a:lnTo>
                    <a:pt x="94474" y="2101343"/>
                  </a:lnTo>
                  <a:lnTo>
                    <a:pt x="100365" y="2106954"/>
                  </a:lnTo>
                  <a:lnTo>
                    <a:pt x="100365" y="2116546"/>
                  </a:lnTo>
                  <a:lnTo>
                    <a:pt x="97002" y="2121342"/>
                  </a:lnTo>
                  <a:close/>
                </a:path>
                <a:path w="4122420" h="2482215">
                  <a:moveTo>
                    <a:pt x="774556" y="2124747"/>
                  </a:moveTo>
                  <a:lnTo>
                    <a:pt x="764795" y="2124747"/>
                  </a:lnTo>
                  <a:lnTo>
                    <a:pt x="761634" y="2123692"/>
                  </a:lnTo>
                  <a:lnTo>
                    <a:pt x="759155" y="2121342"/>
                  </a:lnTo>
                  <a:lnTo>
                    <a:pt x="755744" y="2115059"/>
                  </a:lnTo>
                  <a:lnTo>
                    <a:pt x="756523" y="2108249"/>
                  </a:lnTo>
                  <a:lnTo>
                    <a:pt x="760937" y="2102789"/>
                  </a:lnTo>
                  <a:lnTo>
                    <a:pt x="768436" y="2100552"/>
                  </a:lnTo>
                  <a:lnTo>
                    <a:pt x="769271" y="2101343"/>
                  </a:lnTo>
                  <a:lnTo>
                    <a:pt x="775188" y="2102158"/>
                  </a:lnTo>
                  <a:lnTo>
                    <a:pt x="780245" y="2106954"/>
                  </a:lnTo>
                  <a:lnTo>
                    <a:pt x="781080" y="2112541"/>
                  </a:lnTo>
                  <a:lnTo>
                    <a:pt x="781080" y="2120119"/>
                  </a:lnTo>
                  <a:lnTo>
                    <a:pt x="774556" y="2124747"/>
                  </a:lnTo>
                  <a:close/>
                </a:path>
                <a:path w="4122420" h="2482215">
                  <a:moveTo>
                    <a:pt x="926761" y="2124747"/>
                  </a:moveTo>
                  <a:lnTo>
                    <a:pt x="917000" y="2124747"/>
                  </a:lnTo>
                  <a:lnTo>
                    <a:pt x="913738" y="2123692"/>
                  </a:lnTo>
                  <a:lnTo>
                    <a:pt x="910981" y="2121342"/>
                  </a:lnTo>
                  <a:lnTo>
                    <a:pt x="907571" y="2115059"/>
                  </a:lnTo>
                  <a:lnTo>
                    <a:pt x="908349" y="2108249"/>
                  </a:lnTo>
                  <a:lnTo>
                    <a:pt x="912763" y="2102789"/>
                  </a:lnTo>
                  <a:lnTo>
                    <a:pt x="920262" y="2100552"/>
                  </a:lnTo>
                  <a:lnTo>
                    <a:pt x="920262" y="2101343"/>
                  </a:lnTo>
                  <a:lnTo>
                    <a:pt x="927014" y="2101343"/>
                  </a:lnTo>
                  <a:lnTo>
                    <a:pt x="932071" y="2106954"/>
                  </a:lnTo>
                  <a:lnTo>
                    <a:pt x="932931" y="2112541"/>
                  </a:lnTo>
                  <a:lnTo>
                    <a:pt x="932931" y="2120119"/>
                  </a:lnTo>
                  <a:lnTo>
                    <a:pt x="926761" y="2124747"/>
                  </a:lnTo>
                  <a:close/>
                </a:path>
                <a:path w="4122420" h="2482215">
                  <a:moveTo>
                    <a:pt x="1078612" y="2124747"/>
                  </a:moveTo>
                  <a:lnTo>
                    <a:pt x="1068826" y="2124747"/>
                  </a:lnTo>
                  <a:lnTo>
                    <a:pt x="1065564" y="2123692"/>
                  </a:lnTo>
                  <a:lnTo>
                    <a:pt x="1062833" y="2121342"/>
                  </a:lnTo>
                  <a:lnTo>
                    <a:pt x="1059539" y="2114725"/>
                  </a:lnTo>
                  <a:lnTo>
                    <a:pt x="1060513" y="2107952"/>
                  </a:lnTo>
                  <a:lnTo>
                    <a:pt x="1064967" y="2102677"/>
                  </a:lnTo>
                  <a:lnTo>
                    <a:pt x="1072113" y="2100552"/>
                  </a:lnTo>
                  <a:lnTo>
                    <a:pt x="1072113" y="2101343"/>
                  </a:lnTo>
                  <a:lnTo>
                    <a:pt x="1078865" y="2101343"/>
                  </a:lnTo>
                  <a:lnTo>
                    <a:pt x="1083923" y="2106163"/>
                  </a:lnTo>
                  <a:lnTo>
                    <a:pt x="1084757" y="2112541"/>
                  </a:lnTo>
                  <a:lnTo>
                    <a:pt x="1084757" y="2120119"/>
                  </a:lnTo>
                  <a:lnTo>
                    <a:pt x="1078612" y="2124747"/>
                  </a:lnTo>
                  <a:close/>
                </a:path>
                <a:path w="4122420" h="2482215">
                  <a:moveTo>
                    <a:pt x="1305517" y="2124747"/>
                  </a:moveTo>
                  <a:lnTo>
                    <a:pt x="1295731" y="2124747"/>
                  </a:lnTo>
                  <a:lnTo>
                    <a:pt x="1292469" y="2123692"/>
                  </a:lnTo>
                  <a:lnTo>
                    <a:pt x="1289738" y="2121342"/>
                  </a:lnTo>
                  <a:lnTo>
                    <a:pt x="1286327" y="2115059"/>
                  </a:lnTo>
                  <a:lnTo>
                    <a:pt x="1287105" y="2108249"/>
                  </a:lnTo>
                  <a:lnTo>
                    <a:pt x="1291519" y="2102789"/>
                  </a:lnTo>
                  <a:lnTo>
                    <a:pt x="1299018" y="2100552"/>
                  </a:lnTo>
                  <a:lnTo>
                    <a:pt x="1299018" y="2101343"/>
                  </a:lnTo>
                  <a:lnTo>
                    <a:pt x="1305770" y="2101343"/>
                  </a:lnTo>
                  <a:lnTo>
                    <a:pt x="1310828" y="2106954"/>
                  </a:lnTo>
                  <a:lnTo>
                    <a:pt x="1311662" y="2112541"/>
                  </a:lnTo>
                  <a:lnTo>
                    <a:pt x="1311662" y="2120119"/>
                  </a:lnTo>
                  <a:lnTo>
                    <a:pt x="1305517" y="2124747"/>
                  </a:lnTo>
                  <a:close/>
                </a:path>
                <a:path w="4122420" h="2482215">
                  <a:moveTo>
                    <a:pt x="2214830" y="2124747"/>
                  </a:moveTo>
                  <a:lnTo>
                    <a:pt x="2205449" y="2124747"/>
                  </a:lnTo>
                  <a:lnTo>
                    <a:pt x="2202363" y="2123692"/>
                  </a:lnTo>
                  <a:lnTo>
                    <a:pt x="2199885" y="2121342"/>
                  </a:lnTo>
                  <a:lnTo>
                    <a:pt x="2196109" y="2114725"/>
                  </a:lnTo>
                  <a:lnTo>
                    <a:pt x="2196835" y="2107952"/>
                  </a:lnTo>
                  <a:lnTo>
                    <a:pt x="2201198" y="2102677"/>
                  </a:lnTo>
                  <a:lnTo>
                    <a:pt x="2208331" y="2100552"/>
                  </a:lnTo>
                  <a:lnTo>
                    <a:pt x="2208331" y="2101343"/>
                  </a:lnTo>
                  <a:lnTo>
                    <a:pt x="2215083" y="2101343"/>
                  </a:lnTo>
                  <a:lnTo>
                    <a:pt x="2220975" y="2106163"/>
                  </a:lnTo>
                  <a:lnTo>
                    <a:pt x="2220975" y="2120119"/>
                  </a:lnTo>
                  <a:lnTo>
                    <a:pt x="2214830" y="2124747"/>
                  </a:lnTo>
                  <a:close/>
                </a:path>
                <a:path w="4122420" h="2482215">
                  <a:moveTo>
                    <a:pt x="1002775" y="2125131"/>
                  </a:moveTo>
                  <a:lnTo>
                    <a:pt x="993014" y="2125131"/>
                  </a:lnTo>
                  <a:lnTo>
                    <a:pt x="989676" y="2123980"/>
                  </a:lnTo>
                  <a:lnTo>
                    <a:pt x="986920" y="2121342"/>
                  </a:lnTo>
                  <a:lnTo>
                    <a:pt x="983616" y="2115182"/>
                  </a:lnTo>
                  <a:lnTo>
                    <a:pt x="984590" y="2108645"/>
                  </a:lnTo>
                  <a:lnTo>
                    <a:pt x="989050" y="2103456"/>
                  </a:lnTo>
                  <a:lnTo>
                    <a:pt x="996201" y="2101343"/>
                  </a:lnTo>
                  <a:lnTo>
                    <a:pt x="1002927" y="2101343"/>
                  </a:lnTo>
                  <a:lnTo>
                    <a:pt x="1008844" y="2106954"/>
                  </a:lnTo>
                  <a:lnTo>
                    <a:pt x="1008844" y="2120335"/>
                  </a:lnTo>
                  <a:lnTo>
                    <a:pt x="1002775" y="2125131"/>
                  </a:lnTo>
                  <a:close/>
                </a:path>
                <a:path w="4122420" h="2482215">
                  <a:moveTo>
                    <a:pt x="1381506" y="2125131"/>
                  </a:moveTo>
                  <a:lnTo>
                    <a:pt x="1371745" y="2125131"/>
                  </a:lnTo>
                  <a:lnTo>
                    <a:pt x="1368433" y="2123980"/>
                  </a:lnTo>
                  <a:lnTo>
                    <a:pt x="1365651" y="2121342"/>
                  </a:lnTo>
                  <a:lnTo>
                    <a:pt x="1362357" y="2115182"/>
                  </a:lnTo>
                  <a:lnTo>
                    <a:pt x="1363331" y="2108645"/>
                  </a:lnTo>
                  <a:lnTo>
                    <a:pt x="1367785" y="2103456"/>
                  </a:lnTo>
                  <a:lnTo>
                    <a:pt x="1374931" y="2101343"/>
                  </a:lnTo>
                  <a:lnTo>
                    <a:pt x="1381683" y="2101343"/>
                  </a:lnTo>
                  <a:lnTo>
                    <a:pt x="1387575" y="2106954"/>
                  </a:lnTo>
                  <a:lnTo>
                    <a:pt x="1387575" y="2120335"/>
                  </a:lnTo>
                  <a:lnTo>
                    <a:pt x="1381506" y="2125131"/>
                  </a:lnTo>
                  <a:close/>
                </a:path>
                <a:path w="4122420" h="2482215">
                  <a:moveTo>
                    <a:pt x="1760237" y="2125131"/>
                  </a:moveTo>
                  <a:lnTo>
                    <a:pt x="1750501" y="2125131"/>
                  </a:lnTo>
                  <a:lnTo>
                    <a:pt x="1747163" y="2123980"/>
                  </a:lnTo>
                  <a:lnTo>
                    <a:pt x="1744382" y="2121342"/>
                  </a:lnTo>
                  <a:lnTo>
                    <a:pt x="1741092" y="2115182"/>
                  </a:lnTo>
                  <a:lnTo>
                    <a:pt x="1742071" y="2108645"/>
                  </a:lnTo>
                  <a:lnTo>
                    <a:pt x="1746526" y="2103456"/>
                  </a:lnTo>
                  <a:lnTo>
                    <a:pt x="1753662" y="2101343"/>
                  </a:lnTo>
                  <a:lnTo>
                    <a:pt x="1760414" y="2101343"/>
                  </a:lnTo>
                  <a:lnTo>
                    <a:pt x="1766331" y="2106954"/>
                  </a:lnTo>
                  <a:lnTo>
                    <a:pt x="1766331" y="2120335"/>
                  </a:lnTo>
                  <a:lnTo>
                    <a:pt x="1760237" y="2125131"/>
                  </a:lnTo>
                  <a:close/>
                </a:path>
                <a:path w="4122420" h="2482215">
                  <a:moveTo>
                    <a:pt x="1836175" y="2125131"/>
                  </a:moveTo>
                  <a:lnTo>
                    <a:pt x="1826414" y="2125131"/>
                  </a:lnTo>
                  <a:lnTo>
                    <a:pt x="1823076" y="2123980"/>
                  </a:lnTo>
                  <a:lnTo>
                    <a:pt x="1820295" y="2121342"/>
                  </a:lnTo>
                  <a:lnTo>
                    <a:pt x="1816884" y="2115182"/>
                  </a:lnTo>
                  <a:lnTo>
                    <a:pt x="1817662" y="2108645"/>
                  </a:lnTo>
                  <a:lnTo>
                    <a:pt x="1822076" y="2103456"/>
                  </a:lnTo>
                  <a:lnTo>
                    <a:pt x="1829575" y="2101343"/>
                  </a:lnTo>
                  <a:lnTo>
                    <a:pt x="1836327" y="2101343"/>
                  </a:lnTo>
                  <a:lnTo>
                    <a:pt x="1841385" y="2106954"/>
                  </a:lnTo>
                  <a:lnTo>
                    <a:pt x="1842244" y="2113357"/>
                  </a:lnTo>
                  <a:lnTo>
                    <a:pt x="1842244" y="2120335"/>
                  </a:lnTo>
                  <a:lnTo>
                    <a:pt x="1836175" y="2125131"/>
                  </a:lnTo>
                  <a:close/>
                </a:path>
                <a:path w="4122420" h="2482215">
                  <a:moveTo>
                    <a:pt x="2290819" y="2125131"/>
                  </a:moveTo>
                  <a:lnTo>
                    <a:pt x="2281438" y="2125131"/>
                  </a:lnTo>
                  <a:lnTo>
                    <a:pt x="2278302" y="2123980"/>
                  </a:lnTo>
                  <a:lnTo>
                    <a:pt x="2275799" y="2121342"/>
                  </a:lnTo>
                  <a:lnTo>
                    <a:pt x="2272023" y="2115182"/>
                  </a:lnTo>
                  <a:lnTo>
                    <a:pt x="2272748" y="2108645"/>
                  </a:lnTo>
                  <a:lnTo>
                    <a:pt x="2277111" y="2103456"/>
                  </a:lnTo>
                  <a:lnTo>
                    <a:pt x="2284245" y="2101343"/>
                  </a:lnTo>
                  <a:lnTo>
                    <a:pt x="2290996" y="2101343"/>
                  </a:lnTo>
                  <a:lnTo>
                    <a:pt x="2296888" y="2106163"/>
                  </a:lnTo>
                  <a:lnTo>
                    <a:pt x="2296888" y="2120335"/>
                  </a:lnTo>
                  <a:lnTo>
                    <a:pt x="2290819" y="2125131"/>
                  </a:lnTo>
                  <a:close/>
                </a:path>
                <a:path w="4122420" h="2482215">
                  <a:moveTo>
                    <a:pt x="2593638" y="2125131"/>
                  </a:moveTo>
                  <a:lnTo>
                    <a:pt x="2583876" y="2125131"/>
                  </a:lnTo>
                  <a:lnTo>
                    <a:pt x="2580564" y="2123980"/>
                  </a:lnTo>
                  <a:lnTo>
                    <a:pt x="2577782" y="2121342"/>
                  </a:lnTo>
                  <a:lnTo>
                    <a:pt x="2574371" y="2115182"/>
                  </a:lnTo>
                  <a:lnTo>
                    <a:pt x="2575149" y="2108645"/>
                  </a:lnTo>
                  <a:lnTo>
                    <a:pt x="2579563" y="2103456"/>
                  </a:lnTo>
                  <a:lnTo>
                    <a:pt x="2587063" y="2101343"/>
                  </a:lnTo>
                  <a:lnTo>
                    <a:pt x="2593814" y="2101343"/>
                  </a:lnTo>
                  <a:lnTo>
                    <a:pt x="2599706" y="2106954"/>
                  </a:lnTo>
                  <a:lnTo>
                    <a:pt x="2599706" y="2120335"/>
                  </a:lnTo>
                  <a:lnTo>
                    <a:pt x="2593638" y="2125131"/>
                  </a:lnTo>
                  <a:close/>
                </a:path>
                <a:path w="4122420" h="2482215">
                  <a:moveTo>
                    <a:pt x="320873" y="2125395"/>
                  </a:moveTo>
                  <a:lnTo>
                    <a:pt x="311491" y="2125395"/>
                  </a:lnTo>
                  <a:lnTo>
                    <a:pt x="308558" y="2124388"/>
                  </a:lnTo>
                  <a:lnTo>
                    <a:pt x="306180" y="2122157"/>
                  </a:lnTo>
                  <a:lnTo>
                    <a:pt x="302404" y="2115526"/>
                  </a:lnTo>
                  <a:lnTo>
                    <a:pt x="303130" y="2108747"/>
                  </a:lnTo>
                  <a:lnTo>
                    <a:pt x="307493" y="2103469"/>
                  </a:lnTo>
                  <a:lnTo>
                    <a:pt x="314626" y="2101343"/>
                  </a:lnTo>
                  <a:lnTo>
                    <a:pt x="321378" y="2101343"/>
                  </a:lnTo>
                  <a:lnTo>
                    <a:pt x="327270" y="2106954"/>
                  </a:lnTo>
                  <a:lnTo>
                    <a:pt x="327270" y="2120503"/>
                  </a:lnTo>
                  <a:lnTo>
                    <a:pt x="320873" y="2125395"/>
                  </a:lnTo>
                  <a:close/>
                </a:path>
                <a:path w="4122420" h="2482215">
                  <a:moveTo>
                    <a:pt x="396659" y="2125563"/>
                  </a:moveTo>
                  <a:lnTo>
                    <a:pt x="386898" y="2125563"/>
                  </a:lnTo>
                  <a:lnTo>
                    <a:pt x="383737" y="2124484"/>
                  </a:lnTo>
                  <a:lnTo>
                    <a:pt x="381259" y="2122157"/>
                  </a:lnTo>
                  <a:lnTo>
                    <a:pt x="377848" y="2115526"/>
                  </a:lnTo>
                  <a:lnTo>
                    <a:pt x="378626" y="2108747"/>
                  </a:lnTo>
                  <a:lnTo>
                    <a:pt x="383041" y="2103469"/>
                  </a:lnTo>
                  <a:lnTo>
                    <a:pt x="390540" y="2101343"/>
                  </a:lnTo>
                  <a:lnTo>
                    <a:pt x="397291" y="2101343"/>
                  </a:lnTo>
                  <a:lnTo>
                    <a:pt x="403183" y="2106954"/>
                  </a:lnTo>
                  <a:lnTo>
                    <a:pt x="403183" y="2120911"/>
                  </a:lnTo>
                  <a:lnTo>
                    <a:pt x="396659" y="2125563"/>
                  </a:lnTo>
                  <a:close/>
                </a:path>
                <a:path w="4122420" h="2482215">
                  <a:moveTo>
                    <a:pt x="472117" y="2125563"/>
                  </a:moveTo>
                  <a:lnTo>
                    <a:pt x="462356" y="2125563"/>
                  </a:lnTo>
                  <a:lnTo>
                    <a:pt x="459069" y="2124484"/>
                  </a:lnTo>
                  <a:lnTo>
                    <a:pt x="456338" y="2122157"/>
                  </a:lnTo>
                  <a:lnTo>
                    <a:pt x="453044" y="2115526"/>
                  </a:lnTo>
                  <a:lnTo>
                    <a:pt x="454018" y="2108747"/>
                  </a:lnTo>
                  <a:lnTo>
                    <a:pt x="458471" y="2103469"/>
                  </a:lnTo>
                  <a:lnTo>
                    <a:pt x="465618" y="2101343"/>
                  </a:lnTo>
                  <a:lnTo>
                    <a:pt x="472370" y="2101343"/>
                  </a:lnTo>
                  <a:lnTo>
                    <a:pt x="478262" y="2106954"/>
                  </a:lnTo>
                  <a:lnTo>
                    <a:pt x="478262" y="2120911"/>
                  </a:lnTo>
                  <a:lnTo>
                    <a:pt x="472117" y="2125563"/>
                  </a:lnTo>
                  <a:close/>
                </a:path>
                <a:path w="4122420" h="2482215">
                  <a:moveTo>
                    <a:pt x="548030" y="2125563"/>
                  </a:moveTo>
                  <a:lnTo>
                    <a:pt x="538269" y="2125563"/>
                  </a:lnTo>
                  <a:lnTo>
                    <a:pt x="534982" y="2124484"/>
                  </a:lnTo>
                  <a:lnTo>
                    <a:pt x="532251" y="2122157"/>
                  </a:lnTo>
                  <a:lnTo>
                    <a:pt x="528840" y="2115860"/>
                  </a:lnTo>
                  <a:lnTo>
                    <a:pt x="529618" y="2109043"/>
                  </a:lnTo>
                  <a:lnTo>
                    <a:pt x="534032" y="2103580"/>
                  </a:lnTo>
                  <a:lnTo>
                    <a:pt x="541531" y="2101343"/>
                  </a:lnTo>
                  <a:lnTo>
                    <a:pt x="548283" y="2101343"/>
                  </a:lnTo>
                  <a:lnTo>
                    <a:pt x="554175" y="2106954"/>
                  </a:lnTo>
                  <a:lnTo>
                    <a:pt x="554175" y="2120911"/>
                  </a:lnTo>
                  <a:lnTo>
                    <a:pt x="548030" y="2125563"/>
                  </a:lnTo>
                  <a:close/>
                </a:path>
                <a:path w="4122420" h="2482215">
                  <a:moveTo>
                    <a:pt x="851682" y="2125563"/>
                  </a:moveTo>
                  <a:lnTo>
                    <a:pt x="841921" y="2125563"/>
                  </a:lnTo>
                  <a:lnTo>
                    <a:pt x="838659" y="2124484"/>
                  </a:lnTo>
                  <a:lnTo>
                    <a:pt x="835928" y="2122157"/>
                  </a:lnTo>
                  <a:lnTo>
                    <a:pt x="832624" y="2115526"/>
                  </a:lnTo>
                  <a:lnTo>
                    <a:pt x="833599" y="2108747"/>
                  </a:lnTo>
                  <a:lnTo>
                    <a:pt x="838059" y="2103469"/>
                  </a:lnTo>
                  <a:lnTo>
                    <a:pt x="845209" y="2101343"/>
                  </a:lnTo>
                  <a:lnTo>
                    <a:pt x="851935" y="2101343"/>
                  </a:lnTo>
                  <a:lnTo>
                    <a:pt x="857853" y="2106954"/>
                  </a:lnTo>
                  <a:lnTo>
                    <a:pt x="857853" y="2120911"/>
                  </a:lnTo>
                  <a:lnTo>
                    <a:pt x="851682" y="2125563"/>
                  </a:lnTo>
                  <a:close/>
                </a:path>
                <a:path w="4122420" h="2482215">
                  <a:moveTo>
                    <a:pt x="1456585" y="2125563"/>
                  </a:moveTo>
                  <a:lnTo>
                    <a:pt x="1447127" y="2125563"/>
                  </a:lnTo>
                  <a:lnTo>
                    <a:pt x="1444042" y="2124484"/>
                  </a:lnTo>
                  <a:lnTo>
                    <a:pt x="1441564" y="2122157"/>
                  </a:lnTo>
                  <a:lnTo>
                    <a:pt x="1437801" y="2115526"/>
                  </a:lnTo>
                  <a:lnTo>
                    <a:pt x="1438618" y="2108747"/>
                  </a:lnTo>
                  <a:lnTo>
                    <a:pt x="1443228" y="2103469"/>
                  </a:lnTo>
                  <a:lnTo>
                    <a:pt x="1450844" y="2101343"/>
                  </a:lnTo>
                  <a:lnTo>
                    <a:pt x="1457596" y="2101343"/>
                  </a:lnTo>
                  <a:lnTo>
                    <a:pt x="1463488" y="2106954"/>
                  </a:lnTo>
                  <a:lnTo>
                    <a:pt x="1463488" y="2113357"/>
                  </a:lnTo>
                  <a:lnTo>
                    <a:pt x="1462932" y="2120911"/>
                  </a:lnTo>
                  <a:lnTo>
                    <a:pt x="1456585" y="2125563"/>
                  </a:lnTo>
                  <a:close/>
                </a:path>
                <a:path w="4122420" h="2482215">
                  <a:moveTo>
                    <a:pt x="1532877" y="2125563"/>
                  </a:moveTo>
                  <a:lnTo>
                    <a:pt x="1523116" y="2125563"/>
                  </a:lnTo>
                  <a:lnTo>
                    <a:pt x="1519955" y="2124484"/>
                  </a:lnTo>
                  <a:lnTo>
                    <a:pt x="1517477" y="2122157"/>
                  </a:lnTo>
                  <a:lnTo>
                    <a:pt x="1514066" y="2115526"/>
                  </a:lnTo>
                  <a:lnTo>
                    <a:pt x="1514844" y="2108747"/>
                  </a:lnTo>
                  <a:lnTo>
                    <a:pt x="1519259" y="2103469"/>
                  </a:lnTo>
                  <a:lnTo>
                    <a:pt x="1526758" y="2101343"/>
                  </a:lnTo>
                  <a:lnTo>
                    <a:pt x="1533509" y="2101343"/>
                  </a:lnTo>
                  <a:lnTo>
                    <a:pt x="1539426" y="2106954"/>
                  </a:lnTo>
                  <a:lnTo>
                    <a:pt x="1539426" y="2120911"/>
                  </a:lnTo>
                  <a:lnTo>
                    <a:pt x="1532877" y="2125563"/>
                  </a:lnTo>
                  <a:close/>
                </a:path>
                <a:path w="4122420" h="2482215">
                  <a:moveTo>
                    <a:pt x="1608335" y="2125563"/>
                  </a:moveTo>
                  <a:lnTo>
                    <a:pt x="1598953" y="2125563"/>
                  </a:lnTo>
                  <a:lnTo>
                    <a:pt x="1595868" y="2124484"/>
                  </a:lnTo>
                  <a:lnTo>
                    <a:pt x="1593390" y="2122157"/>
                  </a:lnTo>
                  <a:lnTo>
                    <a:pt x="1589627" y="2115526"/>
                  </a:lnTo>
                  <a:lnTo>
                    <a:pt x="1590444" y="2108747"/>
                  </a:lnTo>
                  <a:lnTo>
                    <a:pt x="1595054" y="2103469"/>
                  </a:lnTo>
                  <a:lnTo>
                    <a:pt x="1602671" y="2101343"/>
                  </a:lnTo>
                  <a:lnTo>
                    <a:pt x="1609423" y="2101343"/>
                  </a:lnTo>
                  <a:lnTo>
                    <a:pt x="1614480" y="2106954"/>
                  </a:lnTo>
                  <a:lnTo>
                    <a:pt x="1614480" y="2120911"/>
                  </a:lnTo>
                  <a:lnTo>
                    <a:pt x="1608335" y="2125563"/>
                  </a:lnTo>
                  <a:close/>
                </a:path>
                <a:path w="4122420" h="2482215">
                  <a:moveTo>
                    <a:pt x="1684703" y="2125563"/>
                  </a:moveTo>
                  <a:lnTo>
                    <a:pt x="1674967" y="2125563"/>
                  </a:lnTo>
                  <a:lnTo>
                    <a:pt x="1671781" y="2124484"/>
                  </a:lnTo>
                  <a:lnTo>
                    <a:pt x="1669328" y="2122157"/>
                  </a:lnTo>
                  <a:lnTo>
                    <a:pt x="1665551" y="2115526"/>
                  </a:lnTo>
                  <a:lnTo>
                    <a:pt x="1666360" y="2108747"/>
                  </a:lnTo>
                  <a:lnTo>
                    <a:pt x="1670968" y="2103469"/>
                  </a:lnTo>
                  <a:lnTo>
                    <a:pt x="1678584" y="2101343"/>
                  </a:lnTo>
                  <a:lnTo>
                    <a:pt x="1685335" y="2101343"/>
                  </a:lnTo>
                  <a:lnTo>
                    <a:pt x="1690393" y="2106954"/>
                  </a:lnTo>
                  <a:lnTo>
                    <a:pt x="1691253" y="2113357"/>
                  </a:lnTo>
                  <a:lnTo>
                    <a:pt x="1691253" y="2120911"/>
                  </a:lnTo>
                  <a:lnTo>
                    <a:pt x="1684703" y="2125563"/>
                  </a:lnTo>
                  <a:close/>
                </a:path>
                <a:path w="4122420" h="2482215">
                  <a:moveTo>
                    <a:pt x="1987066" y="2125563"/>
                  </a:moveTo>
                  <a:lnTo>
                    <a:pt x="1977684" y="2125563"/>
                  </a:lnTo>
                  <a:lnTo>
                    <a:pt x="1974599" y="2124484"/>
                  </a:lnTo>
                  <a:lnTo>
                    <a:pt x="1972146" y="2122157"/>
                  </a:lnTo>
                  <a:lnTo>
                    <a:pt x="1968359" y="2115526"/>
                  </a:lnTo>
                  <a:lnTo>
                    <a:pt x="1969083" y="2108747"/>
                  </a:lnTo>
                  <a:lnTo>
                    <a:pt x="1973444" y="2103469"/>
                  </a:lnTo>
                  <a:lnTo>
                    <a:pt x="1980567" y="2101343"/>
                  </a:lnTo>
                  <a:lnTo>
                    <a:pt x="1988179" y="2101343"/>
                  </a:lnTo>
                  <a:lnTo>
                    <a:pt x="1993236" y="2106954"/>
                  </a:lnTo>
                  <a:lnTo>
                    <a:pt x="1993236" y="2120911"/>
                  </a:lnTo>
                  <a:lnTo>
                    <a:pt x="1987066" y="2125563"/>
                  </a:lnTo>
                  <a:close/>
                </a:path>
                <a:path w="4122420" h="2482215">
                  <a:moveTo>
                    <a:pt x="2062979" y="2125563"/>
                  </a:moveTo>
                  <a:lnTo>
                    <a:pt x="2053218" y="2125563"/>
                  </a:lnTo>
                  <a:lnTo>
                    <a:pt x="2049956" y="2124484"/>
                  </a:lnTo>
                  <a:lnTo>
                    <a:pt x="2047225" y="2122157"/>
                  </a:lnTo>
                  <a:lnTo>
                    <a:pt x="2043920" y="2115526"/>
                  </a:lnTo>
                  <a:lnTo>
                    <a:pt x="2044892" y="2108747"/>
                  </a:lnTo>
                  <a:lnTo>
                    <a:pt x="2049344" y="2103469"/>
                  </a:lnTo>
                  <a:lnTo>
                    <a:pt x="2056480" y="2101343"/>
                  </a:lnTo>
                  <a:lnTo>
                    <a:pt x="2063232" y="2101343"/>
                  </a:lnTo>
                  <a:lnTo>
                    <a:pt x="2069149" y="2106954"/>
                  </a:lnTo>
                  <a:lnTo>
                    <a:pt x="2069149" y="2120911"/>
                  </a:lnTo>
                  <a:lnTo>
                    <a:pt x="2062979" y="2125563"/>
                  </a:lnTo>
                  <a:close/>
                </a:path>
                <a:path w="4122420" h="2482215">
                  <a:moveTo>
                    <a:pt x="2365822" y="2125563"/>
                  </a:moveTo>
                  <a:lnTo>
                    <a:pt x="2356036" y="2125563"/>
                  </a:lnTo>
                  <a:lnTo>
                    <a:pt x="2352774" y="2124484"/>
                  </a:lnTo>
                  <a:lnTo>
                    <a:pt x="2350043" y="2122157"/>
                  </a:lnTo>
                  <a:lnTo>
                    <a:pt x="2346749" y="2115526"/>
                  </a:lnTo>
                  <a:lnTo>
                    <a:pt x="2347723" y="2108747"/>
                  </a:lnTo>
                  <a:lnTo>
                    <a:pt x="2352176" y="2103469"/>
                  </a:lnTo>
                  <a:lnTo>
                    <a:pt x="2359323" y="2101343"/>
                  </a:lnTo>
                  <a:lnTo>
                    <a:pt x="2366075" y="2101343"/>
                  </a:lnTo>
                  <a:lnTo>
                    <a:pt x="2371967" y="2106954"/>
                  </a:lnTo>
                  <a:lnTo>
                    <a:pt x="2371967" y="2120911"/>
                  </a:lnTo>
                  <a:lnTo>
                    <a:pt x="2365822" y="2125563"/>
                  </a:lnTo>
                  <a:close/>
                </a:path>
                <a:path w="4122420" h="2482215">
                  <a:moveTo>
                    <a:pt x="2517648" y="2125563"/>
                  </a:moveTo>
                  <a:lnTo>
                    <a:pt x="2507888" y="2125563"/>
                  </a:lnTo>
                  <a:lnTo>
                    <a:pt x="2504600" y="2124484"/>
                  </a:lnTo>
                  <a:lnTo>
                    <a:pt x="2501869" y="2122157"/>
                  </a:lnTo>
                  <a:lnTo>
                    <a:pt x="2498575" y="2115526"/>
                  </a:lnTo>
                  <a:lnTo>
                    <a:pt x="2499549" y="2108747"/>
                  </a:lnTo>
                  <a:lnTo>
                    <a:pt x="2504003" y="2103469"/>
                  </a:lnTo>
                  <a:lnTo>
                    <a:pt x="2511149" y="2101343"/>
                  </a:lnTo>
                  <a:lnTo>
                    <a:pt x="2517901" y="2101343"/>
                  </a:lnTo>
                  <a:lnTo>
                    <a:pt x="2523793" y="2106954"/>
                  </a:lnTo>
                  <a:lnTo>
                    <a:pt x="2523793" y="2120911"/>
                  </a:lnTo>
                  <a:lnTo>
                    <a:pt x="2517648" y="2125563"/>
                  </a:lnTo>
                  <a:close/>
                </a:path>
                <a:path w="4122420" h="2482215">
                  <a:moveTo>
                    <a:pt x="2668715" y="2125563"/>
                  </a:moveTo>
                  <a:lnTo>
                    <a:pt x="2659258" y="2125563"/>
                  </a:lnTo>
                  <a:lnTo>
                    <a:pt x="2656173" y="2124484"/>
                  </a:lnTo>
                  <a:lnTo>
                    <a:pt x="2653695" y="2122157"/>
                  </a:lnTo>
                  <a:lnTo>
                    <a:pt x="2649932" y="2115526"/>
                  </a:lnTo>
                  <a:lnTo>
                    <a:pt x="2650749" y="2108747"/>
                  </a:lnTo>
                  <a:lnTo>
                    <a:pt x="2655359" y="2103469"/>
                  </a:lnTo>
                  <a:lnTo>
                    <a:pt x="2662976" y="2101343"/>
                  </a:lnTo>
                  <a:lnTo>
                    <a:pt x="2669727" y="2101343"/>
                  </a:lnTo>
                  <a:lnTo>
                    <a:pt x="2675644" y="2106954"/>
                  </a:lnTo>
                  <a:lnTo>
                    <a:pt x="2675644" y="2113357"/>
                  </a:lnTo>
                  <a:lnTo>
                    <a:pt x="2675063" y="2120911"/>
                  </a:lnTo>
                  <a:lnTo>
                    <a:pt x="2668715" y="2125563"/>
                  </a:lnTo>
                  <a:close/>
                </a:path>
                <a:path w="4122420" h="2482215">
                  <a:moveTo>
                    <a:pt x="2744553" y="2125563"/>
                  </a:moveTo>
                  <a:lnTo>
                    <a:pt x="2735171" y="2125563"/>
                  </a:lnTo>
                  <a:lnTo>
                    <a:pt x="2732087" y="2124484"/>
                  </a:lnTo>
                  <a:lnTo>
                    <a:pt x="2729608" y="2122157"/>
                  </a:lnTo>
                  <a:lnTo>
                    <a:pt x="2725832" y="2115526"/>
                  </a:lnTo>
                  <a:lnTo>
                    <a:pt x="2726558" y="2108747"/>
                  </a:lnTo>
                  <a:lnTo>
                    <a:pt x="2730920" y="2103469"/>
                  </a:lnTo>
                  <a:lnTo>
                    <a:pt x="2738054" y="2101343"/>
                  </a:lnTo>
                  <a:lnTo>
                    <a:pt x="2745640" y="2101343"/>
                  </a:lnTo>
                  <a:lnTo>
                    <a:pt x="2750698" y="2106954"/>
                  </a:lnTo>
                  <a:lnTo>
                    <a:pt x="2750698" y="2120911"/>
                  </a:lnTo>
                  <a:lnTo>
                    <a:pt x="2744553" y="2125563"/>
                  </a:lnTo>
                  <a:close/>
                </a:path>
                <a:path w="4122420" h="2482215">
                  <a:moveTo>
                    <a:pt x="2820466" y="2125563"/>
                  </a:moveTo>
                  <a:lnTo>
                    <a:pt x="2810705" y="2125563"/>
                  </a:lnTo>
                  <a:lnTo>
                    <a:pt x="2807443" y="2124484"/>
                  </a:lnTo>
                  <a:lnTo>
                    <a:pt x="2804687" y="2122157"/>
                  </a:lnTo>
                  <a:lnTo>
                    <a:pt x="2801397" y="2115526"/>
                  </a:lnTo>
                  <a:lnTo>
                    <a:pt x="2802376" y="2108747"/>
                  </a:lnTo>
                  <a:lnTo>
                    <a:pt x="2806831" y="2103469"/>
                  </a:lnTo>
                  <a:lnTo>
                    <a:pt x="2813967" y="2101343"/>
                  </a:lnTo>
                  <a:lnTo>
                    <a:pt x="2820719" y="2101343"/>
                  </a:lnTo>
                  <a:lnTo>
                    <a:pt x="2826637" y="2106954"/>
                  </a:lnTo>
                  <a:lnTo>
                    <a:pt x="2826637" y="2120911"/>
                  </a:lnTo>
                  <a:lnTo>
                    <a:pt x="2820466" y="2125563"/>
                  </a:lnTo>
                  <a:close/>
                </a:path>
                <a:path w="4122420" h="2482215">
                  <a:moveTo>
                    <a:pt x="2896379" y="2125563"/>
                  </a:moveTo>
                  <a:lnTo>
                    <a:pt x="2886618" y="2125563"/>
                  </a:lnTo>
                  <a:lnTo>
                    <a:pt x="2883356" y="2124484"/>
                  </a:lnTo>
                  <a:lnTo>
                    <a:pt x="2880600" y="2122157"/>
                  </a:lnTo>
                  <a:lnTo>
                    <a:pt x="2877310" y="2115526"/>
                  </a:lnTo>
                  <a:lnTo>
                    <a:pt x="2878289" y="2108747"/>
                  </a:lnTo>
                  <a:lnTo>
                    <a:pt x="2882744" y="2103469"/>
                  </a:lnTo>
                  <a:lnTo>
                    <a:pt x="2889880" y="2101343"/>
                  </a:lnTo>
                  <a:lnTo>
                    <a:pt x="2896632" y="2101343"/>
                  </a:lnTo>
                  <a:lnTo>
                    <a:pt x="2902549" y="2106954"/>
                  </a:lnTo>
                  <a:lnTo>
                    <a:pt x="2902549" y="2120911"/>
                  </a:lnTo>
                  <a:lnTo>
                    <a:pt x="2896379" y="2125563"/>
                  </a:lnTo>
                  <a:close/>
                </a:path>
                <a:path w="4122420" h="2482215">
                  <a:moveTo>
                    <a:pt x="2972292" y="2125563"/>
                  </a:moveTo>
                  <a:lnTo>
                    <a:pt x="2962531" y="2125563"/>
                  </a:lnTo>
                  <a:lnTo>
                    <a:pt x="2959269" y="2124484"/>
                  </a:lnTo>
                  <a:lnTo>
                    <a:pt x="2956538" y="2122157"/>
                  </a:lnTo>
                  <a:lnTo>
                    <a:pt x="2953112" y="2115526"/>
                  </a:lnTo>
                  <a:lnTo>
                    <a:pt x="2953883" y="2108747"/>
                  </a:lnTo>
                  <a:lnTo>
                    <a:pt x="2958295" y="2103469"/>
                  </a:lnTo>
                  <a:lnTo>
                    <a:pt x="2965794" y="2101343"/>
                  </a:lnTo>
                  <a:lnTo>
                    <a:pt x="2972545" y="2101343"/>
                  </a:lnTo>
                  <a:lnTo>
                    <a:pt x="2978463" y="2106954"/>
                  </a:lnTo>
                  <a:lnTo>
                    <a:pt x="2978463" y="2120911"/>
                  </a:lnTo>
                  <a:lnTo>
                    <a:pt x="2972292" y="2125563"/>
                  </a:lnTo>
                  <a:close/>
                </a:path>
                <a:path w="4122420" h="2482215">
                  <a:moveTo>
                    <a:pt x="623969" y="2125922"/>
                  </a:moveTo>
                  <a:lnTo>
                    <a:pt x="614182" y="2125922"/>
                  </a:lnTo>
                  <a:lnTo>
                    <a:pt x="610920" y="2124747"/>
                  </a:lnTo>
                  <a:lnTo>
                    <a:pt x="608164" y="2122157"/>
                  </a:lnTo>
                  <a:lnTo>
                    <a:pt x="604874" y="2115860"/>
                  </a:lnTo>
                  <a:lnTo>
                    <a:pt x="605853" y="2109043"/>
                  </a:lnTo>
                  <a:lnTo>
                    <a:pt x="610308" y="2103580"/>
                  </a:lnTo>
                  <a:lnTo>
                    <a:pt x="617444" y="2101343"/>
                  </a:lnTo>
                  <a:lnTo>
                    <a:pt x="624196" y="2101343"/>
                  </a:lnTo>
                  <a:lnTo>
                    <a:pt x="630113" y="2106954"/>
                  </a:lnTo>
                  <a:lnTo>
                    <a:pt x="630113" y="2120911"/>
                  </a:lnTo>
                  <a:lnTo>
                    <a:pt x="623969" y="2125922"/>
                  </a:lnTo>
                  <a:close/>
                </a:path>
                <a:path w="4122420" h="2482215">
                  <a:moveTo>
                    <a:pt x="699881" y="2125922"/>
                  </a:moveTo>
                  <a:lnTo>
                    <a:pt x="690121" y="2125922"/>
                  </a:lnTo>
                  <a:lnTo>
                    <a:pt x="686833" y="2124747"/>
                  </a:lnTo>
                  <a:lnTo>
                    <a:pt x="684077" y="2122157"/>
                  </a:lnTo>
                  <a:lnTo>
                    <a:pt x="680787" y="2115860"/>
                  </a:lnTo>
                  <a:lnTo>
                    <a:pt x="681766" y="2109043"/>
                  </a:lnTo>
                  <a:lnTo>
                    <a:pt x="686221" y="2103580"/>
                  </a:lnTo>
                  <a:lnTo>
                    <a:pt x="693357" y="2101343"/>
                  </a:lnTo>
                  <a:lnTo>
                    <a:pt x="700109" y="2101343"/>
                  </a:lnTo>
                  <a:lnTo>
                    <a:pt x="706026" y="2106954"/>
                  </a:lnTo>
                  <a:lnTo>
                    <a:pt x="706026" y="2120911"/>
                  </a:lnTo>
                  <a:lnTo>
                    <a:pt x="699881" y="2125922"/>
                  </a:lnTo>
                  <a:close/>
                </a:path>
                <a:path w="4122420" h="2482215">
                  <a:moveTo>
                    <a:pt x="1154146" y="2125922"/>
                  </a:moveTo>
                  <a:lnTo>
                    <a:pt x="1144385" y="2125922"/>
                  </a:lnTo>
                  <a:lnTo>
                    <a:pt x="1141224" y="2124747"/>
                  </a:lnTo>
                  <a:lnTo>
                    <a:pt x="1138746" y="2122157"/>
                  </a:lnTo>
                  <a:lnTo>
                    <a:pt x="1135335" y="2115860"/>
                  </a:lnTo>
                  <a:lnTo>
                    <a:pt x="1136113" y="2109043"/>
                  </a:lnTo>
                  <a:lnTo>
                    <a:pt x="1140528" y="2103580"/>
                  </a:lnTo>
                  <a:lnTo>
                    <a:pt x="1148027" y="2101343"/>
                  </a:lnTo>
                  <a:lnTo>
                    <a:pt x="1154778" y="2101343"/>
                  </a:lnTo>
                  <a:lnTo>
                    <a:pt x="1160671" y="2106954"/>
                  </a:lnTo>
                  <a:lnTo>
                    <a:pt x="1160671" y="2120911"/>
                  </a:lnTo>
                  <a:lnTo>
                    <a:pt x="1154146" y="2125922"/>
                  </a:lnTo>
                  <a:close/>
                </a:path>
                <a:path w="4122420" h="2482215">
                  <a:moveTo>
                    <a:pt x="1229604" y="2125922"/>
                  </a:moveTo>
                  <a:lnTo>
                    <a:pt x="1220223" y="2125922"/>
                  </a:lnTo>
                  <a:lnTo>
                    <a:pt x="1217137" y="2124747"/>
                  </a:lnTo>
                  <a:lnTo>
                    <a:pt x="1214659" y="2122157"/>
                  </a:lnTo>
                  <a:lnTo>
                    <a:pt x="1210885" y="2115860"/>
                  </a:lnTo>
                  <a:lnTo>
                    <a:pt x="1211704" y="2109043"/>
                  </a:lnTo>
                  <a:lnTo>
                    <a:pt x="1216320" y="2103580"/>
                  </a:lnTo>
                  <a:lnTo>
                    <a:pt x="1223940" y="2101343"/>
                  </a:lnTo>
                  <a:lnTo>
                    <a:pt x="1230692" y="2101343"/>
                  </a:lnTo>
                  <a:lnTo>
                    <a:pt x="1236583" y="2106954"/>
                  </a:lnTo>
                  <a:lnTo>
                    <a:pt x="1235749" y="2113357"/>
                  </a:lnTo>
                  <a:lnTo>
                    <a:pt x="1235749" y="2120911"/>
                  </a:lnTo>
                  <a:lnTo>
                    <a:pt x="1229604" y="2125922"/>
                  </a:lnTo>
                  <a:close/>
                </a:path>
                <a:path w="4122420" h="2482215">
                  <a:moveTo>
                    <a:pt x="2441735" y="2125922"/>
                  </a:moveTo>
                  <a:lnTo>
                    <a:pt x="2431974" y="2125922"/>
                  </a:lnTo>
                  <a:lnTo>
                    <a:pt x="2428687" y="2124747"/>
                  </a:lnTo>
                  <a:lnTo>
                    <a:pt x="2425956" y="2122157"/>
                  </a:lnTo>
                  <a:lnTo>
                    <a:pt x="2422662" y="2115860"/>
                  </a:lnTo>
                  <a:lnTo>
                    <a:pt x="2423636" y="2109043"/>
                  </a:lnTo>
                  <a:lnTo>
                    <a:pt x="2428089" y="2103580"/>
                  </a:lnTo>
                  <a:lnTo>
                    <a:pt x="2435236" y="2101343"/>
                  </a:lnTo>
                  <a:lnTo>
                    <a:pt x="2442823" y="2101343"/>
                  </a:lnTo>
                  <a:lnTo>
                    <a:pt x="2447880" y="2106954"/>
                  </a:lnTo>
                  <a:lnTo>
                    <a:pt x="2447880" y="2120911"/>
                  </a:lnTo>
                  <a:lnTo>
                    <a:pt x="2441735" y="2125922"/>
                  </a:lnTo>
                  <a:close/>
                </a:path>
                <a:path w="4122420" h="2482215">
                  <a:moveTo>
                    <a:pt x="1911709" y="2125946"/>
                  </a:moveTo>
                  <a:lnTo>
                    <a:pt x="1901948" y="2125946"/>
                  </a:lnTo>
                  <a:lnTo>
                    <a:pt x="1898712" y="2124771"/>
                  </a:lnTo>
                  <a:lnTo>
                    <a:pt x="1896233" y="2122157"/>
                  </a:lnTo>
                  <a:lnTo>
                    <a:pt x="1892812" y="2115988"/>
                  </a:lnTo>
                  <a:lnTo>
                    <a:pt x="1893591" y="2109451"/>
                  </a:lnTo>
                  <a:lnTo>
                    <a:pt x="1898011" y="2104268"/>
                  </a:lnTo>
                  <a:lnTo>
                    <a:pt x="1905514" y="2102158"/>
                  </a:lnTo>
                  <a:lnTo>
                    <a:pt x="1905514" y="2101343"/>
                  </a:lnTo>
                  <a:lnTo>
                    <a:pt x="1912240" y="2101343"/>
                  </a:lnTo>
                  <a:lnTo>
                    <a:pt x="1918158" y="2106954"/>
                  </a:lnTo>
                  <a:lnTo>
                    <a:pt x="1918158" y="2121126"/>
                  </a:lnTo>
                  <a:lnTo>
                    <a:pt x="1911709" y="2125946"/>
                  </a:lnTo>
                  <a:close/>
                </a:path>
                <a:path w="4122420" h="2482215">
                  <a:moveTo>
                    <a:pt x="2138993" y="2125946"/>
                  </a:moveTo>
                  <a:lnTo>
                    <a:pt x="2129232" y="2125946"/>
                  </a:lnTo>
                  <a:lnTo>
                    <a:pt x="2125894" y="2124771"/>
                  </a:lnTo>
                  <a:lnTo>
                    <a:pt x="2123138" y="2122157"/>
                  </a:lnTo>
                  <a:lnTo>
                    <a:pt x="2119834" y="2115988"/>
                  </a:lnTo>
                  <a:lnTo>
                    <a:pt x="2120808" y="2109451"/>
                  </a:lnTo>
                  <a:lnTo>
                    <a:pt x="2125268" y="2104268"/>
                  </a:lnTo>
                  <a:lnTo>
                    <a:pt x="2132419" y="2102158"/>
                  </a:lnTo>
                  <a:lnTo>
                    <a:pt x="2132419" y="2101343"/>
                  </a:lnTo>
                  <a:lnTo>
                    <a:pt x="2139145" y="2101343"/>
                  </a:lnTo>
                  <a:lnTo>
                    <a:pt x="2145062" y="2106954"/>
                  </a:lnTo>
                  <a:lnTo>
                    <a:pt x="2145062" y="2121126"/>
                  </a:lnTo>
                  <a:lnTo>
                    <a:pt x="2138993" y="2125946"/>
                  </a:lnTo>
                  <a:close/>
                </a:path>
                <a:path w="4122420" h="2482215">
                  <a:moveTo>
                    <a:pt x="277201" y="2137361"/>
                  </a:moveTo>
                  <a:lnTo>
                    <a:pt x="276670" y="2137337"/>
                  </a:lnTo>
                  <a:lnTo>
                    <a:pt x="277353" y="2137337"/>
                  </a:lnTo>
                  <a:lnTo>
                    <a:pt x="277201" y="2137361"/>
                  </a:lnTo>
                  <a:close/>
                </a:path>
                <a:path w="4122420" h="2482215">
                  <a:moveTo>
                    <a:pt x="286785" y="2142157"/>
                  </a:moveTo>
                  <a:lnTo>
                    <a:pt x="277505" y="2140550"/>
                  </a:lnTo>
                  <a:lnTo>
                    <a:pt x="269918" y="2139759"/>
                  </a:lnTo>
                  <a:lnTo>
                    <a:pt x="271537" y="2138224"/>
                  </a:lnTo>
                  <a:lnTo>
                    <a:pt x="273913" y="2137433"/>
                  </a:lnTo>
                  <a:lnTo>
                    <a:pt x="277074" y="2137361"/>
                  </a:lnTo>
                  <a:lnTo>
                    <a:pt x="281095" y="2137457"/>
                  </a:lnTo>
                  <a:lnTo>
                    <a:pt x="284332" y="2139039"/>
                  </a:lnTo>
                  <a:lnTo>
                    <a:pt x="286785" y="2142157"/>
                  </a:lnTo>
                  <a:close/>
                </a:path>
                <a:path w="4122420" h="2482215">
                  <a:moveTo>
                    <a:pt x="364392" y="2150142"/>
                  </a:moveTo>
                  <a:lnTo>
                    <a:pt x="352583" y="2149351"/>
                  </a:lnTo>
                  <a:lnTo>
                    <a:pt x="340774" y="2147744"/>
                  </a:lnTo>
                  <a:lnTo>
                    <a:pt x="341608" y="2142157"/>
                  </a:lnTo>
                  <a:lnTo>
                    <a:pt x="346691" y="2137337"/>
                  </a:lnTo>
                  <a:lnTo>
                    <a:pt x="359335" y="2137337"/>
                  </a:lnTo>
                  <a:lnTo>
                    <a:pt x="364392" y="2142948"/>
                  </a:lnTo>
                  <a:lnTo>
                    <a:pt x="364392" y="2150142"/>
                  </a:lnTo>
                  <a:close/>
                </a:path>
                <a:path w="4122420" h="2482215">
                  <a:moveTo>
                    <a:pt x="436082" y="2158943"/>
                  </a:moveTo>
                  <a:lnTo>
                    <a:pt x="428496" y="2158151"/>
                  </a:lnTo>
                  <a:lnTo>
                    <a:pt x="418381" y="2156545"/>
                  </a:lnTo>
                  <a:lnTo>
                    <a:pt x="416687" y="2154938"/>
                  </a:lnTo>
                  <a:lnTo>
                    <a:pt x="415853" y="2151749"/>
                  </a:lnTo>
                  <a:lnTo>
                    <a:pt x="415853" y="2142948"/>
                  </a:lnTo>
                  <a:lnTo>
                    <a:pt x="420910" y="2137337"/>
                  </a:lnTo>
                  <a:lnTo>
                    <a:pt x="428496" y="2137337"/>
                  </a:lnTo>
                  <a:lnTo>
                    <a:pt x="435969" y="2139701"/>
                  </a:lnTo>
                  <a:lnTo>
                    <a:pt x="440198" y="2145442"/>
                  </a:lnTo>
                  <a:lnTo>
                    <a:pt x="440473" y="2152532"/>
                  </a:lnTo>
                  <a:lnTo>
                    <a:pt x="436082" y="2158943"/>
                  </a:lnTo>
                  <a:close/>
                </a:path>
                <a:path w="4122420" h="2482215">
                  <a:moveTo>
                    <a:pt x="2479768" y="2160334"/>
                  </a:moveTo>
                  <a:lnTo>
                    <a:pt x="2470386" y="2160334"/>
                  </a:lnTo>
                  <a:lnTo>
                    <a:pt x="2467251" y="2159183"/>
                  </a:lnTo>
                  <a:lnTo>
                    <a:pt x="2464747" y="2156545"/>
                  </a:lnTo>
                  <a:lnTo>
                    <a:pt x="2460971" y="2150385"/>
                  </a:lnTo>
                  <a:lnTo>
                    <a:pt x="2461697" y="2143847"/>
                  </a:lnTo>
                  <a:lnTo>
                    <a:pt x="2466059" y="2138659"/>
                  </a:lnTo>
                  <a:lnTo>
                    <a:pt x="2473193" y="2136545"/>
                  </a:lnTo>
                  <a:lnTo>
                    <a:pt x="2473193" y="2137337"/>
                  </a:lnTo>
                  <a:lnTo>
                    <a:pt x="2479944" y="2137337"/>
                  </a:lnTo>
                  <a:lnTo>
                    <a:pt x="2485002" y="2142157"/>
                  </a:lnTo>
                  <a:lnTo>
                    <a:pt x="2485837" y="2148536"/>
                  </a:lnTo>
                  <a:lnTo>
                    <a:pt x="2485837" y="2155514"/>
                  </a:lnTo>
                  <a:lnTo>
                    <a:pt x="2479768" y="2160334"/>
                  </a:lnTo>
                  <a:close/>
                </a:path>
                <a:path w="4122420" h="2482215">
                  <a:moveTo>
                    <a:pt x="732022" y="2160621"/>
                  </a:moveTo>
                  <a:lnTo>
                    <a:pt x="731516" y="2160621"/>
                  </a:lnTo>
                  <a:lnTo>
                    <a:pt x="730480" y="2160549"/>
                  </a:lnTo>
                  <a:lnTo>
                    <a:pt x="721945" y="2156681"/>
                  </a:lnTo>
                  <a:lnTo>
                    <a:pt x="719100" y="2148844"/>
                  </a:lnTo>
                  <a:lnTo>
                    <a:pt x="721945" y="2140859"/>
                  </a:lnTo>
                  <a:lnTo>
                    <a:pt x="730480" y="2136545"/>
                  </a:lnTo>
                  <a:lnTo>
                    <a:pt x="731010" y="2136497"/>
                  </a:lnTo>
                  <a:lnTo>
                    <a:pt x="732022" y="2136473"/>
                  </a:lnTo>
                  <a:lnTo>
                    <a:pt x="741296" y="2140247"/>
                  </a:lnTo>
                  <a:lnTo>
                    <a:pt x="744388" y="2148547"/>
                  </a:lnTo>
                  <a:lnTo>
                    <a:pt x="741296" y="2156848"/>
                  </a:lnTo>
                  <a:lnTo>
                    <a:pt x="732022" y="2160621"/>
                  </a:lnTo>
                  <a:close/>
                </a:path>
                <a:path w="4122420" h="2482215">
                  <a:moveTo>
                    <a:pt x="2550648" y="2160621"/>
                  </a:moveTo>
                  <a:lnTo>
                    <a:pt x="2550143" y="2160621"/>
                  </a:lnTo>
                  <a:lnTo>
                    <a:pt x="2549106" y="2160549"/>
                  </a:lnTo>
                  <a:lnTo>
                    <a:pt x="2540572" y="2156347"/>
                  </a:lnTo>
                  <a:lnTo>
                    <a:pt x="2537727" y="2148547"/>
                  </a:lnTo>
                  <a:lnTo>
                    <a:pt x="2540572" y="2140748"/>
                  </a:lnTo>
                  <a:lnTo>
                    <a:pt x="2549106" y="2136545"/>
                  </a:lnTo>
                  <a:lnTo>
                    <a:pt x="2549637" y="2136497"/>
                  </a:lnTo>
                  <a:lnTo>
                    <a:pt x="2550648" y="2136473"/>
                  </a:lnTo>
                  <a:lnTo>
                    <a:pt x="2559937" y="2140247"/>
                  </a:lnTo>
                  <a:lnTo>
                    <a:pt x="2563033" y="2148548"/>
                  </a:lnTo>
                  <a:lnTo>
                    <a:pt x="2559937" y="2156848"/>
                  </a:lnTo>
                  <a:lnTo>
                    <a:pt x="2550648" y="2160621"/>
                  </a:lnTo>
                  <a:close/>
                </a:path>
                <a:path w="4122420" h="2482215">
                  <a:moveTo>
                    <a:pt x="812512" y="2160765"/>
                  </a:moveTo>
                  <a:lnTo>
                    <a:pt x="802751" y="2160765"/>
                  </a:lnTo>
                  <a:lnTo>
                    <a:pt x="799590" y="2159686"/>
                  </a:lnTo>
                  <a:lnTo>
                    <a:pt x="797112" y="2157336"/>
                  </a:lnTo>
                  <a:lnTo>
                    <a:pt x="793349" y="2150719"/>
                  </a:lnTo>
                  <a:lnTo>
                    <a:pt x="794166" y="2143946"/>
                  </a:lnTo>
                  <a:lnTo>
                    <a:pt x="798776" y="2138671"/>
                  </a:lnTo>
                  <a:lnTo>
                    <a:pt x="806392" y="2136545"/>
                  </a:lnTo>
                  <a:lnTo>
                    <a:pt x="807252" y="2137337"/>
                  </a:lnTo>
                  <a:lnTo>
                    <a:pt x="813144" y="2138152"/>
                  </a:lnTo>
                  <a:lnTo>
                    <a:pt x="818202" y="2142948"/>
                  </a:lnTo>
                  <a:lnTo>
                    <a:pt x="819062" y="2148536"/>
                  </a:lnTo>
                  <a:lnTo>
                    <a:pt x="819062" y="2156113"/>
                  </a:lnTo>
                  <a:lnTo>
                    <a:pt x="812512" y="2160765"/>
                  </a:lnTo>
                  <a:close/>
                </a:path>
                <a:path w="4122420" h="2482215">
                  <a:moveTo>
                    <a:pt x="1267561" y="2160765"/>
                  </a:moveTo>
                  <a:lnTo>
                    <a:pt x="1257774" y="2160765"/>
                  </a:lnTo>
                  <a:lnTo>
                    <a:pt x="1254512" y="2159686"/>
                  </a:lnTo>
                  <a:lnTo>
                    <a:pt x="1251781" y="2157336"/>
                  </a:lnTo>
                  <a:lnTo>
                    <a:pt x="1248370" y="2150719"/>
                  </a:lnTo>
                  <a:lnTo>
                    <a:pt x="1249148" y="2143946"/>
                  </a:lnTo>
                  <a:lnTo>
                    <a:pt x="1253563" y="2138671"/>
                  </a:lnTo>
                  <a:lnTo>
                    <a:pt x="1261062" y="2136545"/>
                  </a:lnTo>
                  <a:lnTo>
                    <a:pt x="1261062" y="2137337"/>
                  </a:lnTo>
                  <a:lnTo>
                    <a:pt x="1267813" y="2137337"/>
                  </a:lnTo>
                  <a:lnTo>
                    <a:pt x="1272871" y="2142948"/>
                  </a:lnTo>
                  <a:lnTo>
                    <a:pt x="1273706" y="2148536"/>
                  </a:lnTo>
                  <a:lnTo>
                    <a:pt x="1273706" y="2156113"/>
                  </a:lnTo>
                  <a:lnTo>
                    <a:pt x="1267561" y="2160765"/>
                  </a:lnTo>
                  <a:close/>
                </a:path>
                <a:path w="4122420" h="2482215">
                  <a:moveTo>
                    <a:pt x="2252787" y="2160765"/>
                  </a:moveTo>
                  <a:lnTo>
                    <a:pt x="2243405" y="2160765"/>
                  </a:lnTo>
                  <a:lnTo>
                    <a:pt x="2240320" y="2159686"/>
                  </a:lnTo>
                  <a:lnTo>
                    <a:pt x="2237842" y="2157336"/>
                  </a:lnTo>
                  <a:lnTo>
                    <a:pt x="2234066" y="2150719"/>
                  </a:lnTo>
                  <a:lnTo>
                    <a:pt x="2234792" y="2143946"/>
                  </a:lnTo>
                  <a:lnTo>
                    <a:pt x="2239154" y="2138671"/>
                  </a:lnTo>
                  <a:lnTo>
                    <a:pt x="2246288" y="2136545"/>
                  </a:lnTo>
                  <a:lnTo>
                    <a:pt x="2246288" y="2137337"/>
                  </a:lnTo>
                  <a:lnTo>
                    <a:pt x="2253040" y="2137337"/>
                  </a:lnTo>
                  <a:lnTo>
                    <a:pt x="2258932" y="2142157"/>
                  </a:lnTo>
                  <a:lnTo>
                    <a:pt x="2258932" y="2156113"/>
                  </a:lnTo>
                  <a:lnTo>
                    <a:pt x="2252787" y="2160765"/>
                  </a:lnTo>
                  <a:close/>
                </a:path>
                <a:path w="4122420" h="2482215">
                  <a:moveTo>
                    <a:pt x="888880" y="2161149"/>
                  </a:moveTo>
                  <a:lnTo>
                    <a:pt x="879145" y="2161149"/>
                  </a:lnTo>
                  <a:lnTo>
                    <a:pt x="875807" y="2159974"/>
                  </a:lnTo>
                  <a:lnTo>
                    <a:pt x="873025" y="2157336"/>
                  </a:lnTo>
                  <a:lnTo>
                    <a:pt x="869614" y="2151176"/>
                  </a:lnTo>
                  <a:lnTo>
                    <a:pt x="870392" y="2144639"/>
                  </a:lnTo>
                  <a:lnTo>
                    <a:pt x="874807" y="2139450"/>
                  </a:lnTo>
                  <a:lnTo>
                    <a:pt x="882306" y="2137337"/>
                  </a:lnTo>
                  <a:lnTo>
                    <a:pt x="889057" y="2137337"/>
                  </a:lnTo>
                  <a:lnTo>
                    <a:pt x="894975" y="2142948"/>
                  </a:lnTo>
                  <a:lnTo>
                    <a:pt x="894975" y="2156329"/>
                  </a:lnTo>
                  <a:lnTo>
                    <a:pt x="888880" y="2161149"/>
                  </a:lnTo>
                  <a:close/>
                </a:path>
                <a:path w="4122420" h="2482215">
                  <a:moveTo>
                    <a:pt x="1040732" y="2161149"/>
                  </a:moveTo>
                  <a:lnTo>
                    <a:pt x="1030971" y="2161149"/>
                  </a:lnTo>
                  <a:lnTo>
                    <a:pt x="1027633" y="2159974"/>
                  </a:lnTo>
                  <a:lnTo>
                    <a:pt x="1024876" y="2157336"/>
                  </a:lnTo>
                  <a:lnTo>
                    <a:pt x="1021572" y="2151176"/>
                  </a:lnTo>
                  <a:lnTo>
                    <a:pt x="1022547" y="2144639"/>
                  </a:lnTo>
                  <a:lnTo>
                    <a:pt x="1027007" y="2139450"/>
                  </a:lnTo>
                  <a:lnTo>
                    <a:pt x="1034157" y="2137337"/>
                  </a:lnTo>
                  <a:lnTo>
                    <a:pt x="1040883" y="2137337"/>
                  </a:lnTo>
                  <a:lnTo>
                    <a:pt x="1046801" y="2142948"/>
                  </a:lnTo>
                  <a:lnTo>
                    <a:pt x="1046801" y="2156329"/>
                  </a:lnTo>
                  <a:lnTo>
                    <a:pt x="1040732" y="2161149"/>
                  </a:lnTo>
                  <a:close/>
                </a:path>
                <a:path w="4122420" h="2482215">
                  <a:moveTo>
                    <a:pt x="1192078" y="2161149"/>
                  </a:moveTo>
                  <a:lnTo>
                    <a:pt x="1182443" y="2161149"/>
                  </a:lnTo>
                  <a:lnTo>
                    <a:pt x="1179206" y="2159974"/>
                  </a:lnTo>
                  <a:lnTo>
                    <a:pt x="1176703" y="2157336"/>
                  </a:lnTo>
                  <a:lnTo>
                    <a:pt x="1172929" y="2151176"/>
                  </a:lnTo>
                  <a:lnTo>
                    <a:pt x="1173747" y="2144639"/>
                  </a:lnTo>
                  <a:lnTo>
                    <a:pt x="1178363" y="2139450"/>
                  </a:lnTo>
                  <a:lnTo>
                    <a:pt x="1185983" y="2137337"/>
                  </a:lnTo>
                  <a:lnTo>
                    <a:pt x="1192735" y="2137337"/>
                  </a:lnTo>
                  <a:lnTo>
                    <a:pt x="1197792" y="2142948"/>
                  </a:lnTo>
                  <a:lnTo>
                    <a:pt x="1197792" y="2149351"/>
                  </a:lnTo>
                  <a:lnTo>
                    <a:pt x="1198349" y="2156329"/>
                  </a:lnTo>
                  <a:lnTo>
                    <a:pt x="1192078" y="2161149"/>
                  </a:lnTo>
                  <a:close/>
                </a:path>
                <a:path w="4122420" h="2482215">
                  <a:moveTo>
                    <a:pt x="1419463" y="2161149"/>
                  </a:moveTo>
                  <a:lnTo>
                    <a:pt x="1409702" y="2161149"/>
                  </a:lnTo>
                  <a:lnTo>
                    <a:pt x="1406389" y="2159974"/>
                  </a:lnTo>
                  <a:lnTo>
                    <a:pt x="1403607" y="2157336"/>
                  </a:lnTo>
                  <a:lnTo>
                    <a:pt x="1400314" y="2151176"/>
                  </a:lnTo>
                  <a:lnTo>
                    <a:pt x="1401287" y="2144639"/>
                  </a:lnTo>
                  <a:lnTo>
                    <a:pt x="1405741" y="2139450"/>
                  </a:lnTo>
                  <a:lnTo>
                    <a:pt x="1412888" y="2137337"/>
                  </a:lnTo>
                  <a:lnTo>
                    <a:pt x="1419640" y="2137337"/>
                  </a:lnTo>
                  <a:lnTo>
                    <a:pt x="1425532" y="2142948"/>
                  </a:lnTo>
                  <a:lnTo>
                    <a:pt x="1425532" y="2156329"/>
                  </a:lnTo>
                  <a:lnTo>
                    <a:pt x="1419463" y="2161149"/>
                  </a:lnTo>
                  <a:close/>
                </a:path>
                <a:path w="4122420" h="2482215">
                  <a:moveTo>
                    <a:pt x="1798219" y="2161149"/>
                  </a:moveTo>
                  <a:lnTo>
                    <a:pt x="1788458" y="2161149"/>
                  </a:lnTo>
                  <a:lnTo>
                    <a:pt x="1785120" y="2159974"/>
                  </a:lnTo>
                  <a:lnTo>
                    <a:pt x="1782338" y="2157336"/>
                  </a:lnTo>
                  <a:lnTo>
                    <a:pt x="1779048" y="2151176"/>
                  </a:lnTo>
                  <a:lnTo>
                    <a:pt x="1780028" y="2144639"/>
                  </a:lnTo>
                  <a:lnTo>
                    <a:pt x="1784483" y="2139450"/>
                  </a:lnTo>
                  <a:lnTo>
                    <a:pt x="1791619" y="2137337"/>
                  </a:lnTo>
                  <a:lnTo>
                    <a:pt x="1798371" y="2137337"/>
                  </a:lnTo>
                  <a:lnTo>
                    <a:pt x="1804288" y="2142948"/>
                  </a:lnTo>
                  <a:lnTo>
                    <a:pt x="1804288" y="2156329"/>
                  </a:lnTo>
                  <a:lnTo>
                    <a:pt x="1798219" y="2161149"/>
                  </a:lnTo>
                  <a:close/>
                </a:path>
                <a:path w="4122420" h="2482215">
                  <a:moveTo>
                    <a:pt x="1874132" y="2161149"/>
                  </a:moveTo>
                  <a:lnTo>
                    <a:pt x="1864371" y="2161149"/>
                  </a:lnTo>
                  <a:lnTo>
                    <a:pt x="1861033" y="2159974"/>
                  </a:lnTo>
                  <a:lnTo>
                    <a:pt x="1858277" y="2157336"/>
                  </a:lnTo>
                  <a:lnTo>
                    <a:pt x="1854851" y="2151176"/>
                  </a:lnTo>
                  <a:lnTo>
                    <a:pt x="1855622" y="2144639"/>
                  </a:lnTo>
                  <a:lnTo>
                    <a:pt x="1860033" y="2139450"/>
                  </a:lnTo>
                  <a:lnTo>
                    <a:pt x="1867532" y="2137337"/>
                  </a:lnTo>
                  <a:lnTo>
                    <a:pt x="1874284" y="2137337"/>
                  </a:lnTo>
                  <a:lnTo>
                    <a:pt x="1879341" y="2142948"/>
                  </a:lnTo>
                  <a:lnTo>
                    <a:pt x="1880201" y="2149351"/>
                  </a:lnTo>
                  <a:lnTo>
                    <a:pt x="1880201" y="2156329"/>
                  </a:lnTo>
                  <a:lnTo>
                    <a:pt x="1874132" y="2161149"/>
                  </a:lnTo>
                  <a:close/>
                </a:path>
                <a:path w="4122420" h="2482215">
                  <a:moveTo>
                    <a:pt x="581030" y="2161413"/>
                  </a:moveTo>
                  <a:lnTo>
                    <a:pt x="580524" y="2161413"/>
                  </a:lnTo>
                  <a:lnTo>
                    <a:pt x="579488" y="2161341"/>
                  </a:lnTo>
                  <a:lnTo>
                    <a:pt x="570953" y="2157138"/>
                  </a:lnTo>
                  <a:lnTo>
                    <a:pt x="568109" y="2149339"/>
                  </a:lnTo>
                  <a:lnTo>
                    <a:pt x="570953" y="2141539"/>
                  </a:lnTo>
                  <a:lnTo>
                    <a:pt x="579488" y="2137337"/>
                  </a:lnTo>
                  <a:lnTo>
                    <a:pt x="581030" y="2137289"/>
                  </a:lnTo>
                  <a:lnTo>
                    <a:pt x="590319" y="2141058"/>
                  </a:lnTo>
                  <a:lnTo>
                    <a:pt x="593415" y="2149351"/>
                  </a:lnTo>
                  <a:lnTo>
                    <a:pt x="590319" y="2157643"/>
                  </a:lnTo>
                  <a:lnTo>
                    <a:pt x="581030" y="2161413"/>
                  </a:lnTo>
                  <a:close/>
                </a:path>
                <a:path w="4122420" h="2482215">
                  <a:moveTo>
                    <a:pt x="959787" y="2161413"/>
                  </a:moveTo>
                  <a:lnTo>
                    <a:pt x="959281" y="2161413"/>
                  </a:lnTo>
                  <a:lnTo>
                    <a:pt x="958219" y="2161341"/>
                  </a:lnTo>
                  <a:lnTo>
                    <a:pt x="949684" y="2157027"/>
                  </a:lnTo>
                  <a:lnTo>
                    <a:pt x="946840" y="2149042"/>
                  </a:lnTo>
                  <a:lnTo>
                    <a:pt x="949684" y="2141205"/>
                  </a:lnTo>
                  <a:lnTo>
                    <a:pt x="958219" y="2137337"/>
                  </a:lnTo>
                  <a:lnTo>
                    <a:pt x="959787" y="2137289"/>
                  </a:lnTo>
                  <a:lnTo>
                    <a:pt x="969061" y="2141058"/>
                  </a:lnTo>
                  <a:lnTo>
                    <a:pt x="972152" y="2149351"/>
                  </a:lnTo>
                  <a:lnTo>
                    <a:pt x="969061" y="2157643"/>
                  </a:lnTo>
                  <a:lnTo>
                    <a:pt x="959787" y="2161413"/>
                  </a:lnTo>
                  <a:close/>
                </a:path>
                <a:path w="4122420" h="2482215">
                  <a:moveTo>
                    <a:pt x="1338517" y="2161413"/>
                  </a:moveTo>
                  <a:lnTo>
                    <a:pt x="1338012" y="2161413"/>
                  </a:lnTo>
                  <a:lnTo>
                    <a:pt x="1336975" y="2161341"/>
                  </a:lnTo>
                  <a:lnTo>
                    <a:pt x="1328426" y="2157027"/>
                  </a:lnTo>
                  <a:lnTo>
                    <a:pt x="1325577" y="2149042"/>
                  </a:lnTo>
                  <a:lnTo>
                    <a:pt x="1328426" y="2141205"/>
                  </a:lnTo>
                  <a:lnTo>
                    <a:pt x="1336975" y="2137337"/>
                  </a:lnTo>
                  <a:lnTo>
                    <a:pt x="1338517" y="2137289"/>
                  </a:lnTo>
                  <a:lnTo>
                    <a:pt x="1347792" y="2141058"/>
                  </a:lnTo>
                  <a:lnTo>
                    <a:pt x="1350883" y="2149351"/>
                  </a:lnTo>
                  <a:lnTo>
                    <a:pt x="1347792" y="2157643"/>
                  </a:lnTo>
                  <a:lnTo>
                    <a:pt x="1338517" y="2161413"/>
                  </a:lnTo>
                  <a:close/>
                </a:path>
                <a:path w="4122420" h="2482215">
                  <a:moveTo>
                    <a:pt x="1566206" y="2161413"/>
                  </a:moveTo>
                  <a:lnTo>
                    <a:pt x="1565726" y="2161413"/>
                  </a:lnTo>
                  <a:lnTo>
                    <a:pt x="1564714" y="2161341"/>
                  </a:lnTo>
                  <a:lnTo>
                    <a:pt x="1555696" y="2157138"/>
                  </a:lnTo>
                  <a:lnTo>
                    <a:pt x="1552690" y="2149339"/>
                  </a:lnTo>
                  <a:lnTo>
                    <a:pt x="1555696" y="2141539"/>
                  </a:lnTo>
                  <a:lnTo>
                    <a:pt x="1564714" y="2137337"/>
                  </a:lnTo>
                  <a:lnTo>
                    <a:pt x="1566206" y="2137289"/>
                  </a:lnTo>
                  <a:lnTo>
                    <a:pt x="1575054" y="2141058"/>
                  </a:lnTo>
                  <a:lnTo>
                    <a:pt x="1578003" y="2149351"/>
                  </a:lnTo>
                  <a:lnTo>
                    <a:pt x="1575054" y="2157643"/>
                  </a:lnTo>
                  <a:lnTo>
                    <a:pt x="1566206" y="2161413"/>
                  </a:lnTo>
                  <a:close/>
                </a:path>
                <a:path w="4122420" h="2482215">
                  <a:moveTo>
                    <a:pt x="1717248" y="2161413"/>
                  </a:moveTo>
                  <a:lnTo>
                    <a:pt x="1716768" y="2161413"/>
                  </a:lnTo>
                  <a:lnTo>
                    <a:pt x="1715706" y="2161341"/>
                  </a:lnTo>
                  <a:lnTo>
                    <a:pt x="1707171" y="2157027"/>
                  </a:lnTo>
                  <a:lnTo>
                    <a:pt x="1704327" y="2149042"/>
                  </a:lnTo>
                  <a:lnTo>
                    <a:pt x="1707171" y="2141205"/>
                  </a:lnTo>
                  <a:lnTo>
                    <a:pt x="1715706" y="2137337"/>
                  </a:lnTo>
                  <a:lnTo>
                    <a:pt x="1717248" y="2137289"/>
                  </a:lnTo>
                  <a:lnTo>
                    <a:pt x="1726537" y="2141058"/>
                  </a:lnTo>
                  <a:lnTo>
                    <a:pt x="1729633" y="2149351"/>
                  </a:lnTo>
                  <a:lnTo>
                    <a:pt x="1726537" y="2157643"/>
                  </a:lnTo>
                  <a:lnTo>
                    <a:pt x="1717248" y="2161413"/>
                  </a:lnTo>
                  <a:close/>
                </a:path>
                <a:path w="4122420" h="2482215">
                  <a:moveTo>
                    <a:pt x="1944937" y="2161413"/>
                  </a:moveTo>
                  <a:lnTo>
                    <a:pt x="1944456" y="2161413"/>
                  </a:lnTo>
                  <a:lnTo>
                    <a:pt x="1943470" y="2161341"/>
                  </a:lnTo>
                  <a:lnTo>
                    <a:pt x="1934452" y="2157138"/>
                  </a:lnTo>
                  <a:lnTo>
                    <a:pt x="1931446" y="2149339"/>
                  </a:lnTo>
                  <a:lnTo>
                    <a:pt x="1934452" y="2141539"/>
                  </a:lnTo>
                  <a:lnTo>
                    <a:pt x="1943470" y="2137337"/>
                  </a:lnTo>
                  <a:lnTo>
                    <a:pt x="1944937" y="2137289"/>
                  </a:lnTo>
                  <a:lnTo>
                    <a:pt x="1953799" y="2141058"/>
                  </a:lnTo>
                  <a:lnTo>
                    <a:pt x="1956752" y="2149351"/>
                  </a:lnTo>
                  <a:lnTo>
                    <a:pt x="1953799" y="2157643"/>
                  </a:lnTo>
                  <a:lnTo>
                    <a:pt x="1944937" y="2161413"/>
                  </a:lnTo>
                  <a:close/>
                </a:path>
                <a:path w="4122420" h="2482215">
                  <a:moveTo>
                    <a:pt x="2171917" y="2161413"/>
                  </a:moveTo>
                  <a:lnTo>
                    <a:pt x="2171412" y="2161413"/>
                  </a:lnTo>
                  <a:lnTo>
                    <a:pt x="2170375" y="2161341"/>
                  </a:lnTo>
                  <a:lnTo>
                    <a:pt x="2161826" y="2157027"/>
                  </a:lnTo>
                  <a:lnTo>
                    <a:pt x="2158977" y="2149042"/>
                  </a:lnTo>
                  <a:lnTo>
                    <a:pt x="2161826" y="2141205"/>
                  </a:lnTo>
                  <a:lnTo>
                    <a:pt x="2170375" y="2137337"/>
                  </a:lnTo>
                  <a:lnTo>
                    <a:pt x="2171917" y="2137289"/>
                  </a:lnTo>
                  <a:lnTo>
                    <a:pt x="2181192" y="2141058"/>
                  </a:lnTo>
                  <a:lnTo>
                    <a:pt x="2184283" y="2149351"/>
                  </a:lnTo>
                  <a:lnTo>
                    <a:pt x="2181192" y="2157643"/>
                  </a:lnTo>
                  <a:lnTo>
                    <a:pt x="2171917" y="2161413"/>
                  </a:lnTo>
                  <a:close/>
                </a:path>
                <a:path w="4122420" h="2482215">
                  <a:moveTo>
                    <a:pt x="2322909" y="2161413"/>
                  </a:moveTo>
                  <a:lnTo>
                    <a:pt x="2322403" y="2161413"/>
                  </a:lnTo>
                  <a:lnTo>
                    <a:pt x="2321367" y="2161341"/>
                  </a:lnTo>
                  <a:lnTo>
                    <a:pt x="2312818" y="2157138"/>
                  </a:lnTo>
                  <a:lnTo>
                    <a:pt x="2309968" y="2149339"/>
                  </a:lnTo>
                  <a:lnTo>
                    <a:pt x="2312818" y="2141539"/>
                  </a:lnTo>
                  <a:lnTo>
                    <a:pt x="2321367" y="2137337"/>
                  </a:lnTo>
                  <a:lnTo>
                    <a:pt x="2322909" y="2137289"/>
                  </a:lnTo>
                  <a:lnTo>
                    <a:pt x="2332183" y="2141058"/>
                  </a:lnTo>
                  <a:lnTo>
                    <a:pt x="2335275" y="2149351"/>
                  </a:lnTo>
                  <a:lnTo>
                    <a:pt x="2332183" y="2157643"/>
                  </a:lnTo>
                  <a:lnTo>
                    <a:pt x="2322909" y="2161413"/>
                  </a:lnTo>
                  <a:close/>
                </a:path>
                <a:path w="4122420" h="2482215">
                  <a:moveTo>
                    <a:pt x="2929405" y="2161413"/>
                  </a:moveTo>
                  <a:lnTo>
                    <a:pt x="2928899" y="2161413"/>
                  </a:lnTo>
                  <a:lnTo>
                    <a:pt x="2927837" y="2161341"/>
                  </a:lnTo>
                  <a:lnTo>
                    <a:pt x="2919302" y="2157138"/>
                  </a:lnTo>
                  <a:lnTo>
                    <a:pt x="2916457" y="2149339"/>
                  </a:lnTo>
                  <a:lnTo>
                    <a:pt x="2919302" y="2141539"/>
                  </a:lnTo>
                  <a:lnTo>
                    <a:pt x="2927837" y="2137337"/>
                  </a:lnTo>
                  <a:lnTo>
                    <a:pt x="2929405" y="2137289"/>
                  </a:lnTo>
                  <a:lnTo>
                    <a:pt x="2938679" y="2141058"/>
                  </a:lnTo>
                  <a:lnTo>
                    <a:pt x="2941770" y="2149351"/>
                  </a:lnTo>
                  <a:lnTo>
                    <a:pt x="2938679" y="2157643"/>
                  </a:lnTo>
                  <a:lnTo>
                    <a:pt x="2929405" y="2161413"/>
                  </a:lnTo>
                  <a:close/>
                </a:path>
                <a:path w="4122420" h="2482215">
                  <a:moveTo>
                    <a:pt x="1116569" y="2161557"/>
                  </a:moveTo>
                  <a:lnTo>
                    <a:pt x="1106783" y="2161557"/>
                  </a:lnTo>
                  <a:lnTo>
                    <a:pt x="1103521" y="2160478"/>
                  </a:lnTo>
                  <a:lnTo>
                    <a:pt x="1100790" y="2158151"/>
                  </a:lnTo>
                  <a:lnTo>
                    <a:pt x="1097379" y="2151520"/>
                  </a:lnTo>
                  <a:lnTo>
                    <a:pt x="1098157" y="2144741"/>
                  </a:lnTo>
                  <a:lnTo>
                    <a:pt x="1102571" y="2139463"/>
                  </a:lnTo>
                  <a:lnTo>
                    <a:pt x="1110070" y="2137337"/>
                  </a:lnTo>
                  <a:lnTo>
                    <a:pt x="1116822" y="2137337"/>
                  </a:lnTo>
                  <a:lnTo>
                    <a:pt x="1122714" y="2142948"/>
                  </a:lnTo>
                  <a:lnTo>
                    <a:pt x="1122714" y="2156904"/>
                  </a:lnTo>
                  <a:lnTo>
                    <a:pt x="1116569" y="2161557"/>
                  </a:lnTo>
                  <a:close/>
                </a:path>
                <a:path w="4122420" h="2482215">
                  <a:moveTo>
                    <a:pt x="1494921" y="2161557"/>
                  </a:moveTo>
                  <a:lnTo>
                    <a:pt x="1485160" y="2161557"/>
                  </a:lnTo>
                  <a:lnTo>
                    <a:pt x="1481999" y="2160478"/>
                  </a:lnTo>
                  <a:lnTo>
                    <a:pt x="1479521" y="2158151"/>
                  </a:lnTo>
                  <a:lnTo>
                    <a:pt x="1475758" y="2151520"/>
                  </a:lnTo>
                  <a:lnTo>
                    <a:pt x="1476575" y="2144741"/>
                  </a:lnTo>
                  <a:lnTo>
                    <a:pt x="1481185" y="2139463"/>
                  </a:lnTo>
                  <a:lnTo>
                    <a:pt x="1488801" y="2137337"/>
                  </a:lnTo>
                  <a:lnTo>
                    <a:pt x="1495553" y="2137337"/>
                  </a:lnTo>
                  <a:lnTo>
                    <a:pt x="1501445" y="2142948"/>
                  </a:lnTo>
                  <a:lnTo>
                    <a:pt x="1501445" y="2156904"/>
                  </a:lnTo>
                  <a:lnTo>
                    <a:pt x="1494921" y="2161557"/>
                  </a:lnTo>
                  <a:close/>
                </a:path>
                <a:path w="4122420" h="2482215">
                  <a:moveTo>
                    <a:pt x="1646292" y="2161557"/>
                  </a:moveTo>
                  <a:lnTo>
                    <a:pt x="1636910" y="2161557"/>
                  </a:lnTo>
                  <a:lnTo>
                    <a:pt x="1633825" y="2160478"/>
                  </a:lnTo>
                  <a:lnTo>
                    <a:pt x="1631347" y="2158151"/>
                  </a:lnTo>
                  <a:lnTo>
                    <a:pt x="1627571" y="2151520"/>
                  </a:lnTo>
                  <a:lnTo>
                    <a:pt x="1628296" y="2144741"/>
                  </a:lnTo>
                  <a:lnTo>
                    <a:pt x="1632659" y="2139463"/>
                  </a:lnTo>
                  <a:lnTo>
                    <a:pt x="1639793" y="2137337"/>
                  </a:lnTo>
                  <a:lnTo>
                    <a:pt x="1647379" y="2137337"/>
                  </a:lnTo>
                  <a:lnTo>
                    <a:pt x="1652437" y="2142948"/>
                  </a:lnTo>
                  <a:lnTo>
                    <a:pt x="1652437" y="2156904"/>
                  </a:lnTo>
                  <a:lnTo>
                    <a:pt x="1646292" y="2161557"/>
                  </a:lnTo>
                  <a:close/>
                </a:path>
                <a:path w="4122420" h="2482215">
                  <a:moveTo>
                    <a:pt x="2025023" y="2161557"/>
                  </a:moveTo>
                  <a:lnTo>
                    <a:pt x="2015641" y="2161557"/>
                  </a:lnTo>
                  <a:lnTo>
                    <a:pt x="2012556" y="2160478"/>
                  </a:lnTo>
                  <a:lnTo>
                    <a:pt x="2010103" y="2158151"/>
                  </a:lnTo>
                  <a:lnTo>
                    <a:pt x="2006316" y="2151520"/>
                  </a:lnTo>
                  <a:lnTo>
                    <a:pt x="2007040" y="2144741"/>
                  </a:lnTo>
                  <a:lnTo>
                    <a:pt x="2011401" y="2139463"/>
                  </a:lnTo>
                  <a:lnTo>
                    <a:pt x="2018524" y="2137337"/>
                  </a:lnTo>
                  <a:lnTo>
                    <a:pt x="2026135" y="2137337"/>
                  </a:lnTo>
                  <a:lnTo>
                    <a:pt x="2031192" y="2142948"/>
                  </a:lnTo>
                  <a:lnTo>
                    <a:pt x="2031192" y="2156904"/>
                  </a:lnTo>
                  <a:lnTo>
                    <a:pt x="2025023" y="2161557"/>
                  </a:lnTo>
                  <a:close/>
                </a:path>
                <a:path w="4122420" h="2482215">
                  <a:moveTo>
                    <a:pt x="2100935" y="2161557"/>
                  </a:moveTo>
                  <a:lnTo>
                    <a:pt x="2091554" y="2161557"/>
                  </a:lnTo>
                  <a:lnTo>
                    <a:pt x="2088469" y="2160478"/>
                  </a:lnTo>
                  <a:lnTo>
                    <a:pt x="2086016" y="2158151"/>
                  </a:lnTo>
                  <a:lnTo>
                    <a:pt x="2082229" y="2151520"/>
                  </a:lnTo>
                  <a:lnTo>
                    <a:pt x="2082956" y="2144741"/>
                  </a:lnTo>
                  <a:lnTo>
                    <a:pt x="2087325" y="2139463"/>
                  </a:lnTo>
                  <a:lnTo>
                    <a:pt x="2094462" y="2137337"/>
                  </a:lnTo>
                  <a:lnTo>
                    <a:pt x="2101188" y="2137337"/>
                  </a:lnTo>
                  <a:lnTo>
                    <a:pt x="2107106" y="2142948"/>
                  </a:lnTo>
                  <a:lnTo>
                    <a:pt x="2107106" y="2156904"/>
                  </a:lnTo>
                  <a:lnTo>
                    <a:pt x="2100935" y="2161557"/>
                  </a:lnTo>
                  <a:close/>
                </a:path>
                <a:path w="4122420" h="2482215">
                  <a:moveTo>
                    <a:pt x="2631518" y="2161557"/>
                  </a:moveTo>
                  <a:lnTo>
                    <a:pt x="2621757" y="2161557"/>
                  </a:lnTo>
                  <a:lnTo>
                    <a:pt x="2618495" y="2160478"/>
                  </a:lnTo>
                  <a:lnTo>
                    <a:pt x="2615738" y="2158151"/>
                  </a:lnTo>
                  <a:lnTo>
                    <a:pt x="2612327" y="2151520"/>
                  </a:lnTo>
                  <a:lnTo>
                    <a:pt x="2613106" y="2144741"/>
                  </a:lnTo>
                  <a:lnTo>
                    <a:pt x="2617520" y="2139463"/>
                  </a:lnTo>
                  <a:lnTo>
                    <a:pt x="2625019" y="2137337"/>
                  </a:lnTo>
                  <a:lnTo>
                    <a:pt x="2631771" y="2137337"/>
                  </a:lnTo>
                  <a:lnTo>
                    <a:pt x="2637688" y="2142948"/>
                  </a:lnTo>
                  <a:lnTo>
                    <a:pt x="2637688" y="2156904"/>
                  </a:lnTo>
                  <a:lnTo>
                    <a:pt x="2631518" y="2161557"/>
                  </a:lnTo>
                  <a:close/>
                </a:path>
                <a:path w="4122420" h="2482215">
                  <a:moveTo>
                    <a:pt x="2707431" y="2161557"/>
                  </a:moveTo>
                  <a:lnTo>
                    <a:pt x="2697670" y="2161557"/>
                  </a:lnTo>
                  <a:lnTo>
                    <a:pt x="2694408" y="2160478"/>
                  </a:lnTo>
                  <a:lnTo>
                    <a:pt x="2691651" y="2158151"/>
                  </a:lnTo>
                  <a:lnTo>
                    <a:pt x="2688361" y="2151520"/>
                  </a:lnTo>
                  <a:lnTo>
                    <a:pt x="2689341" y="2144741"/>
                  </a:lnTo>
                  <a:lnTo>
                    <a:pt x="2693796" y="2139463"/>
                  </a:lnTo>
                  <a:lnTo>
                    <a:pt x="2700932" y="2137337"/>
                  </a:lnTo>
                  <a:lnTo>
                    <a:pt x="2707683" y="2137337"/>
                  </a:lnTo>
                  <a:lnTo>
                    <a:pt x="2713601" y="2142948"/>
                  </a:lnTo>
                  <a:lnTo>
                    <a:pt x="2713601" y="2156904"/>
                  </a:lnTo>
                  <a:lnTo>
                    <a:pt x="2707431" y="2161557"/>
                  </a:lnTo>
                  <a:close/>
                </a:path>
                <a:path w="4122420" h="2482215">
                  <a:moveTo>
                    <a:pt x="2782509" y="2161557"/>
                  </a:moveTo>
                  <a:lnTo>
                    <a:pt x="2773128" y="2161557"/>
                  </a:lnTo>
                  <a:lnTo>
                    <a:pt x="2770043" y="2160478"/>
                  </a:lnTo>
                  <a:lnTo>
                    <a:pt x="2767590" y="2158151"/>
                  </a:lnTo>
                  <a:lnTo>
                    <a:pt x="2763799" y="2151520"/>
                  </a:lnTo>
                  <a:lnTo>
                    <a:pt x="2764517" y="2144741"/>
                  </a:lnTo>
                  <a:lnTo>
                    <a:pt x="2768877" y="2139463"/>
                  </a:lnTo>
                  <a:lnTo>
                    <a:pt x="2776011" y="2137337"/>
                  </a:lnTo>
                  <a:lnTo>
                    <a:pt x="2783597" y="2137337"/>
                  </a:lnTo>
                  <a:lnTo>
                    <a:pt x="2788655" y="2142948"/>
                  </a:lnTo>
                  <a:lnTo>
                    <a:pt x="2788655" y="2156904"/>
                  </a:lnTo>
                  <a:lnTo>
                    <a:pt x="2782509" y="2161557"/>
                  </a:lnTo>
                  <a:close/>
                </a:path>
                <a:path w="4122420" h="2482215">
                  <a:moveTo>
                    <a:pt x="2858423" y="2161557"/>
                  </a:moveTo>
                  <a:lnTo>
                    <a:pt x="2849041" y="2161557"/>
                  </a:lnTo>
                  <a:lnTo>
                    <a:pt x="2845956" y="2160478"/>
                  </a:lnTo>
                  <a:lnTo>
                    <a:pt x="2843503" y="2158151"/>
                  </a:lnTo>
                  <a:lnTo>
                    <a:pt x="2839716" y="2151520"/>
                  </a:lnTo>
                  <a:lnTo>
                    <a:pt x="2840440" y="2144741"/>
                  </a:lnTo>
                  <a:lnTo>
                    <a:pt x="2844801" y="2139463"/>
                  </a:lnTo>
                  <a:lnTo>
                    <a:pt x="2851924" y="2137337"/>
                  </a:lnTo>
                  <a:lnTo>
                    <a:pt x="2858676" y="2137337"/>
                  </a:lnTo>
                  <a:lnTo>
                    <a:pt x="2864593" y="2142948"/>
                  </a:lnTo>
                  <a:lnTo>
                    <a:pt x="2864593" y="2156904"/>
                  </a:lnTo>
                  <a:lnTo>
                    <a:pt x="2858423" y="2161557"/>
                  </a:lnTo>
                  <a:close/>
                </a:path>
                <a:path w="4122420" h="2482215">
                  <a:moveTo>
                    <a:pt x="3010249" y="2161557"/>
                  </a:moveTo>
                  <a:lnTo>
                    <a:pt x="3000488" y="2161557"/>
                  </a:lnTo>
                  <a:lnTo>
                    <a:pt x="2997226" y="2160478"/>
                  </a:lnTo>
                  <a:lnTo>
                    <a:pt x="2994494" y="2158151"/>
                  </a:lnTo>
                  <a:lnTo>
                    <a:pt x="2991073" y="2151520"/>
                  </a:lnTo>
                  <a:lnTo>
                    <a:pt x="2991852" y="2144741"/>
                  </a:lnTo>
                  <a:lnTo>
                    <a:pt x="2996273" y="2139463"/>
                  </a:lnTo>
                  <a:lnTo>
                    <a:pt x="3003775" y="2137337"/>
                  </a:lnTo>
                  <a:lnTo>
                    <a:pt x="3010501" y="2137337"/>
                  </a:lnTo>
                  <a:lnTo>
                    <a:pt x="3016419" y="2142948"/>
                  </a:lnTo>
                  <a:lnTo>
                    <a:pt x="3016419" y="2156904"/>
                  </a:lnTo>
                  <a:lnTo>
                    <a:pt x="3010249" y="2161557"/>
                  </a:lnTo>
                  <a:close/>
                </a:path>
                <a:path w="4122420" h="2482215">
                  <a:moveTo>
                    <a:pt x="510074" y="2161916"/>
                  </a:moveTo>
                  <a:lnTo>
                    <a:pt x="500313" y="2161916"/>
                  </a:lnTo>
                  <a:lnTo>
                    <a:pt x="497051" y="2160741"/>
                  </a:lnTo>
                  <a:lnTo>
                    <a:pt x="494294" y="2158151"/>
                  </a:lnTo>
                  <a:lnTo>
                    <a:pt x="490883" y="2151992"/>
                  </a:lnTo>
                  <a:lnTo>
                    <a:pt x="491661" y="2145454"/>
                  </a:lnTo>
                  <a:lnTo>
                    <a:pt x="496076" y="2140265"/>
                  </a:lnTo>
                  <a:lnTo>
                    <a:pt x="503575" y="2138152"/>
                  </a:lnTo>
                  <a:lnTo>
                    <a:pt x="503575" y="2137337"/>
                  </a:lnTo>
                  <a:lnTo>
                    <a:pt x="511161" y="2137337"/>
                  </a:lnTo>
                  <a:lnTo>
                    <a:pt x="516219" y="2142948"/>
                  </a:lnTo>
                  <a:lnTo>
                    <a:pt x="516219" y="2156904"/>
                  </a:lnTo>
                  <a:lnTo>
                    <a:pt x="510074" y="2161916"/>
                  </a:lnTo>
                  <a:close/>
                </a:path>
                <a:path w="4122420" h="2482215">
                  <a:moveTo>
                    <a:pt x="661925" y="2161916"/>
                  </a:moveTo>
                  <a:lnTo>
                    <a:pt x="652139" y="2161916"/>
                  </a:lnTo>
                  <a:lnTo>
                    <a:pt x="648877" y="2160741"/>
                  </a:lnTo>
                  <a:lnTo>
                    <a:pt x="646121" y="2158151"/>
                  </a:lnTo>
                  <a:lnTo>
                    <a:pt x="642830" y="2151864"/>
                  </a:lnTo>
                  <a:lnTo>
                    <a:pt x="643810" y="2145046"/>
                  </a:lnTo>
                  <a:lnTo>
                    <a:pt x="648265" y="2139577"/>
                  </a:lnTo>
                  <a:lnTo>
                    <a:pt x="655401" y="2137337"/>
                  </a:lnTo>
                  <a:lnTo>
                    <a:pt x="662153" y="2137337"/>
                  </a:lnTo>
                  <a:lnTo>
                    <a:pt x="668070" y="2142948"/>
                  </a:lnTo>
                  <a:lnTo>
                    <a:pt x="668070" y="2156904"/>
                  </a:lnTo>
                  <a:lnTo>
                    <a:pt x="661925" y="2161916"/>
                  </a:lnTo>
                  <a:close/>
                </a:path>
                <a:path w="4122420" h="2482215">
                  <a:moveTo>
                    <a:pt x="2405601" y="2138152"/>
                  </a:moveTo>
                  <a:lnTo>
                    <a:pt x="2397280" y="2138152"/>
                  </a:lnTo>
                  <a:lnTo>
                    <a:pt x="2397280" y="2137337"/>
                  </a:lnTo>
                  <a:lnTo>
                    <a:pt x="2404866" y="2137337"/>
                  </a:lnTo>
                  <a:lnTo>
                    <a:pt x="2405601" y="2138152"/>
                  </a:lnTo>
                  <a:close/>
                </a:path>
                <a:path w="4122420" h="2482215">
                  <a:moveTo>
                    <a:pt x="2403779" y="2161916"/>
                  </a:moveTo>
                  <a:lnTo>
                    <a:pt x="2394397" y="2161916"/>
                  </a:lnTo>
                  <a:lnTo>
                    <a:pt x="2391312" y="2160741"/>
                  </a:lnTo>
                  <a:lnTo>
                    <a:pt x="2388834" y="2158151"/>
                  </a:lnTo>
                  <a:lnTo>
                    <a:pt x="2385093" y="2152065"/>
                  </a:lnTo>
                  <a:lnTo>
                    <a:pt x="2385629" y="2145502"/>
                  </a:lnTo>
                  <a:lnTo>
                    <a:pt x="2389645" y="2140252"/>
                  </a:lnTo>
                  <a:lnTo>
                    <a:pt x="2396344" y="2138104"/>
                  </a:lnTo>
                  <a:lnTo>
                    <a:pt x="2396648" y="2138104"/>
                  </a:lnTo>
                  <a:lnTo>
                    <a:pt x="2397280" y="2138152"/>
                  </a:lnTo>
                  <a:lnTo>
                    <a:pt x="2405601" y="2138152"/>
                  </a:lnTo>
                  <a:lnTo>
                    <a:pt x="2409924" y="2142948"/>
                  </a:lnTo>
                  <a:lnTo>
                    <a:pt x="2409924" y="2156904"/>
                  </a:lnTo>
                  <a:lnTo>
                    <a:pt x="2403779" y="2161916"/>
                  </a:lnTo>
                  <a:close/>
                </a:path>
                <a:path w="4122420" h="2482215">
                  <a:moveTo>
                    <a:pt x="629254" y="2180549"/>
                  </a:moveTo>
                  <a:lnTo>
                    <a:pt x="608164" y="2178151"/>
                  </a:lnTo>
                  <a:lnTo>
                    <a:pt x="610692" y="2174937"/>
                  </a:lnTo>
                  <a:lnTo>
                    <a:pt x="614081" y="2173355"/>
                  </a:lnTo>
                  <a:lnTo>
                    <a:pt x="622502" y="2173355"/>
                  </a:lnTo>
                  <a:lnTo>
                    <a:pt x="626725" y="2175753"/>
                  </a:lnTo>
                  <a:lnTo>
                    <a:pt x="629254" y="2180549"/>
                  </a:lnTo>
                  <a:close/>
                </a:path>
                <a:path w="4122420" h="2482215">
                  <a:moveTo>
                    <a:pt x="705167" y="2189349"/>
                  </a:moveTo>
                  <a:lnTo>
                    <a:pt x="680713" y="2186136"/>
                  </a:lnTo>
                  <a:lnTo>
                    <a:pt x="680713" y="2178942"/>
                  </a:lnTo>
                  <a:lnTo>
                    <a:pt x="686606" y="2174146"/>
                  </a:lnTo>
                  <a:lnTo>
                    <a:pt x="693357" y="2174146"/>
                  </a:lnTo>
                  <a:lnTo>
                    <a:pt x="693357" y="2173355"/>
                  </a:lnTo>
                  <a:lnTo>
                    <a:pt x="700109" y="2173355"/>
                  </a:lnTo>
                  <a:lnTo>
                    <a:pt x="706026" y="2178942"/>
                  </a:lnTo>
                  <a:lnTo>
                    <a:pt x="706026" y="2186951"/>
                  </a:lnTo>
                  <a:lnTo>
                    <a:pt x="705167" y="2187743"/>
                  </a:lnTo>
                  <a:lnTo>
                    <a:pt x="705167" y="2189349"/>
                  </a:lnTo>
                  <a:close/>
                </a:path>
                <a:path w="4122420" h="2482215">
                  <a:moveTo>
                    <a:pt x="773494" y="2195752"/>
                  </a:moveTo>
                  <a:lnTo>
                    <a:pt x="760850" y="2194145"/>
                  </a:lnTo>
                  <a:lnTo>
                    <a:pt x="755990" y="2188068"/>
                  </a:lnTo>
                  <a:lnTo>
                    <a:pt x="756108" y="2180941"/>
                  </a:lnTo>
                  <a:lnTo>
                    <a:pt x="760494" y="2175015"/>
                  </a:lnTo>
                  <a:lnTo>
                    <a:pt x="768436" y="2172539"/>
                  </a:lnTo>
                  <a:lnTo>
                    <a:pt x="769271" y="2173355"/>
                  </a:lnTo>
                  <a:lnTo>
                    <a:pt x="775188" y="2174146"/>
                  </a:lnTo>
                  <a:lnTo>
                    <a:pt x="780245" y="2178942"/>
                  </a:lnTo>
                  <a:lnTo>
                    <a:pt x="781080" y="2184554"/>
                  </a:lnTo>
                  <a:lnTo>
                    <a:pt x="781080" y="2189349"/>
                  </a:lnTo>
                  <a:lnTo>
                    <a:pt x="777717" y="2193330"/>
                  </a:lnTo>
                  <a:lnTo>
                    <a:pt x="773494" y="2195752"/>
                  </a:lnTo>
                  <a:close/>
                </a:path>
                <a:path w="4122420" h="2482215">
                  <a:moveTo>
                    <a:pt x="2290819" y="2196328"/>
                  </a:moveTo>
                  <a:lnTo>
                    <a:pt x="2281438" y="2196328"/>
                  </a:lnTo>
                  <a:lnTo>
                    <a:pt x="2278302" y="2195177"/>
                  </a:lnTo>
                  <a:lnTo>
                    <a:pt x="2275799" y="2192539"/>
                  </a:lnTo>
                  <a:lnTo>
                    <a:pt x="2272023" y="2186379"/>
                  </a:lnTo>
                  <a:lnTo>
                    <a:pt x="2272748" y="2179841"/>
                  </a:lnTo>
                  <a:lnTo>
                    <a:pt x="2277111" y="2174653"/>
                  </a:lnTo>
                  <a:lnTo>
                    <a:pt x="2284245" y="2172539"/>
                  </a:lnTo>
                  <a:lnTo>
                    <a:pt x="2284245" y="2173355"/>
                  </a:lnTo>
                  <a:lnTo>
                    <a:pt x="2290996" y="2173355"/>
                  </a:lnTo>
                  <a:lnTo>
                    <a:pt x="2296054" y="2178151"/>
                  </a:lnTo>
                  <a:lnTo>
                    <a:pt x="2296888" y="2184554"/>
                  </a:lnTo>
                  <a:lnTo>
                    <a:pt x="2296888" y="2191508"/>
                  </a:lnTo>
                  <a:lnTo>
                    <a:pt x="2290819" y="2196328"/>
                  </a:lnTo>
                  <a:close/>
                </a:path>
                <a:path w="4122420" h="2482215">
                  <a:moveTo>
                    <a:pt x="2593638" y="2196328"/>
                  </a:moveTo>
                  <a:lnTo>
                    <a:pt x="2583876" y="2196328"/>
                  </a:lnTo>
                  <a:lnTo>
                    <a:pt x="2580564" y="2195177"/>
                  </a:lnTo>
                  <a:lnTo>
                    <a:pt x="2577782" y="2192539"/>
                  </a:lnTo>
                  <a:lnTo>
                    <a:pt x="2574371" y="2186379"/>
                  </a:lnTo>
                  <a:lnTo>
                    <a:pt x="2575149" y="2179841"/>
                  </a:lnTo>
                  <a:lnTo>
                    <a:pt x="2579563" y="2174653"/>
                  </a:lnTo>
                  <a:lnTo>
                    <a:pt x="2587063" y="2172539"/>
                  </a:lnTo>
                  <a:lnTo>
                    <a:pt x="2587063" y="2173355"/>
                  </a:lnTo>
                  <a:lnTo>
                    <a:pt x="2592980" y="2173355"/>
                  </a:lnTo>
                  <a:lnTo>
                    <a:pt x="2598872" y="2178151"/>
                  </a:lnTo>
                  <a:lnTo>
                    <a:pt x="2599706" y="2184554"/>
                  </a:lnTo>
                  <a:lnTo>
                    <a:pt x="2599706" y="2191508"/>
                  </a:lnTo>
                  <a:lnTo>
                    <a:pt x="2593638" y="2196328"/>
                  </a:lnTo>
                  <a:close/>
                </a:path>
                <a:path w="4122420" h="2482215">
                  <a:moveTo>
                    <a:pt x="1078360" y="2196591"/>
                  </a:moveTo>
                  <a:lnTo>
                    <a:pt x="1068573" y="2196591"/>
                  </a:lnTo>
                  <a:lnTo>
                    <a:pt x="1065463" y="2195584"/>
                  </a:lnTo>
                  <a:lnTo>
                    <a:pt x="1062833" y="2193330"/>
                  </a:lnTo>
                  <a:lnTo>
                    <a:pt x="1059422" y="2186713"/>
                  </a:lnTo>
                  <a:lnTo>
                    <a:pt x="1060200" y="2179940"/>
                  </a:lnTo>
                  <a:lnTo>
                    <a:pt x="1064615" y="2174665"/>
                  </a:lnTo>
                  <a:lnTo>
                    <a:pt x="1072113" y="2172539"/>
                  </a:lnTo>
                  <a:lnTo>
                    <a:pt x="1072113" y="2173355"/>
                  </a:lnTo>
                  <a:lnTo>
                    <a:pt x="1078865" y="2173355"/>
                  </a:lnTo>
                  <a:lnTo>
                    <a:pt x="1083923" y="2178151"/>
                  </a:lnTo>
                  <a:lnTo>
                    <a:pt x="1084757" y="2184554"/>
                  </a:lnTo>
                  <a:lnTo>
                    <a:pt x="1084757" y="2191699"/>
                  </a:lnTo>
                  <a:lnTo>
                    <a:pt x="1078360" y="2196591"/>
                  </a:lnTo>
                  <a:close/>
                </a:path>
                <a:path w="4122420" h="2482215">
                  <a:moveTo>
                    <a:pt x="2517395" y="2196591"/>
                  </a:moveTo>
                  <a:lnTo>
                    <a:pt x="2507609" y="2196591"/>
                  </a:lnTo>
                  <a:lnTo>
                    <a:pt x="2504499" y="2195584"/>
                  </a:lnTo>
                  <a:lnTo>
                    <a:pt x="2501869" y="2193330"/>
                  </a:lnTo>
                  <a:lnTo>
                    <a:pt x="2498575" y="2186713"/>
                  </a:lnTo>
                  <a:lnTo>
                    <a:pt x="2499549" y="2179940"/>
                  </a:lnTo>
                  <a:lnTo>
                    <a:pt x="2504003" y="2174665"/>
                  </a:lnTo>
                  <a:lnTo>
                    <a:pt x="2511149" y="2172539"/>
                  </a:lnTo>
                  <a:lnTo>
                    <a:pt x="2511149" y="2173355"/>
                  </a:lnTo>
                  <a:lnTo>
                    <a:pt x="2517901" y="2173355"/>
                  </a:lnTo>
                  <a:lnTo>
                    <a:pt x="2522958" y="2178151"/>
                  </a:lnTo>
                  <a:lnTo>
                    <a:pt x="2523793" y="2184554"/>
                  </a:lnTo>
                  <a:lnTo>
                    <a:pt x="2523793" y="2191699"/>
                  </a:lnTo>
                  <a:lnTo>
                    <a:pt x="2517395" y="2196591"/>
                  </a:lnTo>
                  <a:close/>
                </a:path>
                <a:path w="4122420" h="2482215">
                  <a:moveTo>
                    <a:pt x="2668842" y="2196591"/>
                  </a:moveTo>
                  <a:lnTo>
                    <a:pt x="2659081" y="2196591"/>
                  </a:lnTo>
                  <a:lnTo>
                    <a:pt x="2656072" y="2195584"/>
                  </a:lnTo>
                  <a:lnTo>
                    <a:pt x="2653695" y="2193330"/>
                  </a:lnTo>
                  <a:lnTo>
                    <a:pt x="2649932" y="2186713"/>
                  </a:lnTo>
                  <a:lnTo>
                    <a:pt x="2650749" y="2179940"/>
                  </a:lnTo>
                  <a:lnTo>
                    <a:pt x="2655359" y="2174665"/>
                  </a:lnTo>
                  <a:lnTo>
                    <a:pt x="2662976" y="2172539"/>
                  </a:lnTo>
                  <a:lnTo>
                    <a:pt x="2662976" y="2173355"/>
                  </a:lnTo>
                  <a:lnTo>
                    <a:pt x="2668893" y="2173355"/>
                  </a:lnTo>
                  <a:lnTo>
                    <a:pt x="2674785" y="2178151"/>
                  </a:lnTo>
                  <a:lnTo>
                    <a:pt x="2675644" y="2184554"/>
                  </a:lnTo>
                  <a:lnTo>
                    <a:pt x="2675644" y="2191699"/>
                  </a:lnTo>
                  <a:lnTo>
                    <a:pt x="2668842" y="2196591"/>
                  </a:lnTo>
                  <a:close/>
                </a:path>
                <a:path w="4122420" h="2482215">
                  <a:moveTo>
                    <a:pt x="921830" y="2196615"/>
                  </a:moveTo>
                  <a:lnTo>
                    <a:pt x="921324" y="2196615"/>
                  </a:lnTo>
                  <a:lnTo>
                    <a:pt x="920262" y="2196543"/>
                  </a:lnTo>
                  <a:lnTo>
                    <a:pt x="911728" y="2192341"/>
                  </a:lnTo>
                  <a:lnTo>
                    <a:pt x="908883" y="2184541"/>
                  </a:lnTo>
                  <a:lnTo>
                    <a:pt x="911728" y="2176742"/>
                  </a:lnTo>
                  <a:lnTo>
                    <a:pt x="920262" y="2172539"/>
                  </a:lnTo>
                  <a:lnTo>
                    <a:pt x="920793" y="2172491"/>
                  </a:lnTo>
                  <a:lnTo>
                    <a:pt x="921830" y="2172468"/>
                  </a:lnTo>
                  <a:lnTo>
                    <a:pt x="931104" y="2176241"/>
                  </a:lnTo>
                  <a:lnTo>
                    <a:pt x="934196" y="2184542"/>
                  </a:lnTo>
                  <a:lnTo>
                    <a:pt x="931104" y="2192842"/>
                  </a:lnTo>
                  <a:lnTo>
                    <a:pt x="921830" y="2196615"/>
                  </a:lnTo>
                  <a:close/>
                </a:path>
                <a:path w="4122420" h="2482215">
                  <a:moveTo>
                    <a:pt x="1376524" y="2196615"/>
                  </a:moveTo>
                  <a:lnTo>
                    <a:pt x="1375994" y="2196615"/>
                  </a:lnTo>
                  <a:lnTo>
                    <a:pt x="1374931" y="2196543"/>
                  </a:lnTo>
                  <a:lnTo>
                    <a:pt x="1366383" y="2192698"/>
                  </a:lnTo>
                  <a:lnTo>
                    <a:pt x="1363533" y="2184949"/>
                  </a:lnTo>
                  <a:lnTo>
                    <a:pt x="1366383" y="2177201"/>
                  </a:lnTo>
                  <a:lnTo>
                    <a:pt x="1374931" y="2173355"/>
                  </a:lnTo>
                  <a:lnTo>
                    <a:pt x="1375462" y="2173307"/>
                  </a:lnTo>
                  <a:lnTo>
                    <a:pt x="1376524" y="2173283"/>
                  </a:lnTo>
                  <a:lnTo>
                    <a:pt x="1385770" y="2176929"/>
                  </a:lnTo>
                  <a:lnTo>
                    <a:pt x="1388852" y="2184949"/>
                  </a:lnTo>
                  <a:lnTo>
                    <a:pt x="1385770" y="2192970"/>
                  </a:lnTo>
                  <a:lnTo>
                    <a:pt x="1376524" y="2196615"/>
                  </a:lnTo>
                  <a:close/>
                </a:path>
                <a:path w="4122420" h="2482215">
                  <a:moveTo>
                    <a:pt x="1755255" y="2196615"/>
                  </a:moveTo>
                  <a:lnTo>
                    <a:pt x="1754750" y="2196615"/>
                  </a:lnTo>
                  <a:lnTo>
                    <a:pt x="1753662" y="2196543"/>
                  </a:lnTo>
                  <a:lnTo>
                    <a:pt x="1745128" y="2192698"/>
                  </a:lnTo>
                  <a:lnTo>
                    <a:pt x="1742283" y="2184949"/>
                  </a:lnTo>
                  <a:lnTo>
                    <a:pt x="1745128" y="2177201"/>
                  </a:lnTo>
                  <a:lnTo>
                    <a:pt x="1753662" y="2173355"/>
                  </a:lnTo>
                  <a:lnTo>
                    <a:pt x="1754219" y="2173307"/>
                  </a:lnTo>
                  <a:lnTo>
                    <a:pt x="1755255" y="2173283"/>
                  </a:lnTo>
                  <a:lnTo>
                    <a:pt x="1764501" y="2176929"/>
                  </a:lnTo>
                  <a:lnTo>
                    <a:pt x="1767583" y="2184949"/>
                  </a:lnTo>
                  <a:lnTo>
                    <a:pt x="1764501" y="2192970"/>
                  </a:lnTo>
                  <a:lnTo>
                    <a:pt x="1755255" y="2196615"/>
                  </a:lnTo>
                  <a:close/>
                </a:path>
                <a:path w="4122420" h="2482215">
                  <a:moveTo>
                    <a:pt x="1305517" y="2196759"/>
                  </a:moveTo>
                  <a:lnTo>
                    <a:pt x="1295731" y="2196759"/>
                  </a:lnTo>
                  <a:lnTo>
                    <a:pt x="1292469" y="2195680"/>
                  </a:lnTo>
                  <a:lnTo>
                    <a:pt x="1289738" y="2193330"/>
                  </a:lnTo>
                  <a:lnTo>
                    <a:pt x="1286327" y="2186713"/>
                  </a:lnTo>
                  <a:lnTo>
                    <a:pt x="1287105" y="2179940"/>
                  </a:lnTo>
                  <a:lnTo>
                    <a:pt x="1291519" y="2174665"/>
                  </a:lnTo>
                  <a:lnTo>
                    <a:pt x="1299018" y="2172539"/>
                  </a:lnTo>
                  <a:lnTo>
                    <a:pt x="1299018" y="2173355"/>
                  </a:lnTo>
                  <a:lnTo>
                    <a:pt x="1305770" y="2173355"/>
                  </a:lnTo>
                  <a:lnTo>
                    <a:pt x="1310828" y="2178151"/>
                  </a:lnTo>
                  <a:lnTo>
                    <a:pt x="1311662" y="2184554"/>
                  </a:lnTo>
                  <a:lnTo>
                    <a:pt x="1311662" y="2192107"/>
                  </a:lnTo>
                  <a:lnTo>
                    <a:pt x="1305517" y="2196759"/>
                  </a:lnTo>
                  <a:close/>
                </a:path>
                <a:path w="4122420" h="2482215">
                  <a:moveTo>
                    <a:pt x="2214830" y="2196759"/>
                  </a:moveTo>
                  <a:lnTo>
                    <a:pt x="2205044" y="2196759"/>
                  </a:lnTo>
                  <a:lnTo>
                    <a:pt x="2201782" y="2195680"/>
                  </a:lnTo>
                  <a:lnTo>
                    <a:pt x="2199051" y="2193330"/>
                  </a:lnTo>
                  <a:lnTo>
                    <a:pt x="2195640" y="2186713"/>
                  </a:lnTo>
                  <a:lnTo>
                    <a:pt x="2196418" y="2179940"/>
                  </a:lnTo>
                  <a:lnTo>
                    <a:pt x="2200833" y="2174665"/>
                  </a:lnTo>
                  <a:lnTo>
                    <a:pt x="2208331" y="2172539"/>
                  </a:lnTo>
                  <a:lnTo>
                    <a:pt x="2208331" y="2173355"/>
                  </a:lnTo>
                  <a:lnTo>
                    <a:pt x="2215083" y="2173355"/>
                  </a:lnTo>
                  <a:lnTo>
                    <a:pt x="2220141" y="2178151"/>
                  </a:lnTo>
                  <a:lnTo>
                    <a:pt x="2220975" y="2184554"/>
                  </a:lnTo>
                  <a:lnTo>
                    <a:pt x="2220975" y="2192107"/>
                  </a:lnTo>
                  <a:lnTo>
                    <a:pt x="2214830" y="2196759"/>
                  </a:lnTo>
                  <a:close/>
                </a:path>
                <a:path w="4122420" h="2482215">
                  <a:moveTo>
                    <a:pt x="1002699" y="2197095"/>
                  </a:moveTo>
                  <a:lnTo>
                    <a:pt x="992938" y="2197095"/>
                  </a:lnTo>
                  <a:lnTo>
                    <a:pt x="989651" y="2195944"/>
                  </a:lnTo>
                  <a:lnTo>
                    <a:pt x="986920" y="2193330"/>
                  </a:lnTo>
                  <a:lnTo>
                    <a:pt x="983616" y="2187047"/>
                  </a:lnTo>
                  <a:lnTo>
                    <a:pt x="984590" y="2180237"/>
                  </a:lnTo>
                  <a:lnTo>
                    <a:pt x="989050" y="2174776"/>
                  </a:lnTo>
                  <a:lnTo>
                    <a:pt x="996201" y="2172539"/>
                  </a:lnTo>
                  <a:lnTo>
                    <a:pt x="996201" y="2173355"/>
                  </a:lnTo>
                  <a:lnTo>
                    <a:pt x="1002927" y="2173355"/>
                  </a:lnTo>
                  <a:lnTo>
                    <a:pt x="1008844" y="2178151"/>
                  </a:lnTo>
                  <a:lnTo>
                    <a:pt x="1008844" y="2192107"/>
                  </a:lnTo>
                  <a:lnTo>
                    <a:pt x="1002699" y="2197095"/>
                  </a:lnTo>
                  <a:close/>
                </a:path>
                <a:path w="4122420" h="2482215">
                  <a:moveTo>
                    <a:pt x="1836099" y="2197095"/>
                  </a:moveTo>
                  <a:lnTo>
                    <a:pt x="1826338" y="2197095"/>
                  </a:lnTo>
                  <a:lnTo>
                    <a:pt x="1823051" y="2195944"/>
                  </a:lnTo>
                  <a:lnTo>
                    <a:pt x="1820295" y="2193330"/>
                  </a:lnTo>
                  <a:lnTo>
                    <a:pt x="1816884" y="2187174"/>
                  </a:lnTo>
                  <a:lnTo>
                    <a:pt x="1817662" y="2180645"/>
                  </a:lnTo>
                  <a:lnTo>
                    <a:pt x="1822076" y="2175464"/>
                  </a:lnTo>
                  <a:lnTo>
                    <a:pt x="1829575" y="2173355"/>
                  </a:lnTo>
                  <a:lnTo>
                    <a:pt x="1836327" y="2173355"/>
                  </a:lnTo>
                  <a:lnTo>
                    <a:pt x="1841385" y="2178151"/>
                  </a:lnTo>
                  <a:lnTo>
                    <a:pt x="1842244" y="2184554"/>
                  </a:lnTo>
                  <a:lnTo>
                    <a:pt x="1842244" y="2192107"/>
                  </a:lnTo>
                  <a:lnTo>
                    <a:pt x="1836099" y="2197095"/>
                  </a:lnTo>
                  <a:close/>
                </a:path>
                <a:path w="4122420" h="2482215">
                  <a:moveTo>
                    <a:pt x="851455" y="2197383"/>
                  </a:moveTo>
                  <a:lnTo>
                    <a:pt x="841669" y="2197383"/>
                  </a:lnTo>
                  <a:lnTo>
                    <a:pt x="838558" y="2196376"/>
                  </a:lnTo>
                  <a:lnTo>
                    <a:pt x="835928" y="2194145"/>
                  </a:lnTo>
                  <a:lnTo>
                    <a:pt x="832624" y="2187518"/>
                  </a:lnTo>
                  <a:lnTo>
                    <a:pt x="833599" y="2180747"/>
                  </a:lnTo>
                  <a:lnTo>
                    <a:pt x="838059" y="2175477"/>
                  </a:lnTo>
                  <a:lnTo>
                    <a:pt x="845209" y="2173355"/>
                  </a:lnTo>
                  <a:lnTo>
                    <a:pt x="851935" y="2173355"/>
                  </a:lnTo>
                  <a:lnTo>
                    <a:pt x="857853" y="2178942"/>
                  </a:lnTo>
                  <a:lnTo>
                    <a:pt x="857853" y="2192491"/>
                  </a:lnTo>
                  <a:lnTo>
                    <a:pt x="851455" y="2197383"/>
                  </a:lnTo>
                  <a:close/>
                </a:path>
                <a:path w="4122420" h="2482215">
                  <a:moveTo>
                    <a:pt x="1229351" y="2197383"/>
                  </a:moveTo>
                  <a:lnTo>
                    <a:pt x="1219970" y="2197383"/>
                  </a:lnTo>
                  <a:lnTo>
                    <a:pt x="1217036" y="2196376"/>
                  </a:lnTo>
                  <a:lnTo>
                    <a:pt x="1214659" y="2194145"/>
                  </a:lnTo>
                  <a:lnTo>
                    <a:pt x="1210885" y="2187518"/>
                  </a:lnTo>
                  <a:lnTo>
                    <a:pt x="1211704" y="2180747"/>
                  </a:lnTo>
                  <a:lnTo>
                    <a:pt x="1216320" y="2175477"/>
                  </a:lnTo>
                  <a:lnTo>
                    <a:pt x="1223940" y="2173355"/>
                  </a:lnTo>
                  <a:lnTo>
                    <a:pt x="1230692" y="2173355"/>
                  </a:lnTo>
                  <a:lnTo>
                    <a:pt x="1235749" y="2178942"/>
                  </a:lnTo>
                  <a:lnTo>
                    <a:pt x="1235749" y="2192491"/>
                  </a:lnTo>
                  <a:lnTo>
                    <a:pt x="1229351" y="2197383"/>
                  </a:lnTo>
                  <a:close/>
                </a:path>
                <a:path w="4122420" h="2482215">
                  <a:moveTo>
                    <a:pt x="1456711" y="2197383"/>
                  </a:moveTo>
                  <a:lnTo>
                    <a:pt x="1446950" y="2197383"/>
                  </a:lnTo>
                  <a:lnTo>
                    <a:pt x="1443941" y="2196376"/>
                  </a:lnTo>
                  <a:lnTo>
                    <a:pt x="1441564" y="2194145"/>
                  </a:lnTo>
                  <a:lnTo>
                    <a:pt x="1437801" y="2187518"/>
                  </a:lnTo>
                  <a:lnTo>
                    <a:pt x="1438618" y="2180747"/>
                  </a:lnTo>
                  <a:lnTo>
                    <a:pt x="1443228" y="2175477"/>
                  </a:lnTo>
                  <a:lnTo>
                    <a:pt x="1450844" y="2173355"/>
                  </a:lnTo>
                  <a:lnTo>
                    <a:pt x="1457596" y="2173355"/>
                  </a:lnTo>
                  <a:lnTo>
                    <a:pt x="1463488" y="2178942"/>
                  </a:lnTo>
                  <a:lnTo>
                    <a:pt x="1463488" y="2192491"/>
                  </a:lnTo>
                  <a:lnTo>
                    <a:pt x="1456711" y="2197383"/>
                  </a:lnTo>
                  <a:close/>
                </a:path>
                <a:path w="4122420" h="2482215">
                  <a:moveTo>
                    <a:pt x="1608082" y="2197383"/>
                  </a:moveTo>
                  <a:lnTo>
                    <a:pt x="1598701" y="2197383"/>
                  </a:lnTo>
                  <a:lnTo>
                    <a:pt x="1595767" y="2196376"/>
                  </a:lnTo>
                  <a:lnTo>
                    <a:pt x="1593390" y="2194145"/>
                  </a:lnTo>
                  <a:lnTo>
                    <a:pt x="1589627" y="2187518"/>
                  </a:lnTo>
                  <a:lnTo>
                    <a:pt x="1590444" y="2180747"/>
                  </a:lnTo>
                  <a:lnTo>
                    <a:pt x="1595054" y="2175477"/>
                  </a:lnTo>
                  <a:lnTo>
                    <a:pt x="1602671" y="2173355"/>
                  </a:lnTo>
                  <a:lnTo>
                    <a:pt x="1609423" y="2173355"/>
                  </a:lnTo>
                  <a:lnTo>
                    <a:pt x="1614480" y="2178942"/>
                  </a:lnTo>
                  <a:lnTo>
                    <a:pt x="1614480" y="2192491"/>
                  </a:lnTo>
                  <a:lnTo>
                    <a:pt x="1608082" y="2197383"/>
                  </a:lnTo>
                  <a:close/>
                </a:path>
                <a:path w="4122420" h="2482215">
                  <a:moveTo>
                    <a:pt x="1684450" y="2197383"/>
                  </a:moveTo>
                  <a:lnTo>
                    <a:pt x="1674715" y="2197383"/>
                  </a:lnTo>
                  <a:lnTo>
                    <a:pt x="1671680" y="2196376"/>
                  </a:lnTo>
                  <a:lnTo>
                    <a:pt x="1669328" y="2194145"/>
                  </a:lnTo>
                  <a:lnTo>
                    <a:pt x="1665551" y="2187518"/>
                  </a:lnTo>
                  <a:lnTo>
                    <a:pt x="1666360" y="2180747"/>
                  </a:lnTo>
                  <a:lnTo>
                    <a:pt x="1670968" y="2175477"/>
                  </a:lnTo>
                  <a:lnTo>
                    <a:pt x="1678584" y="2173355"/>
                  </a:lnTo>
                  <a:lnTo>
                    <a:pt x="1685335" y="2173355"/>
                  </a:lnTo>
                  <a:lnTo>
                    <a:pt x="1691253" y="2178942"/>
                  </a:lnTo>
                  <a:lnTo>
                    <a:pt x="1691253" y="2192491"/>
                  </a:lnTo>
                  <a:lnTo>
                    <a:pt x="1684450" y="2197383"/>
                  </a:lnTo>
                  <a:close/>
                </a:path>
                <a:path w="4122420" h="2482215">
                  <a:moveTo>
                    <a:pt x="1986838" y="2197383"/>
                  </a:moveTo>
                  <a:lnTo>
                    <a:pt x="1977456" y="2197383"/>
                  </a:lnTo>
                  <a:lnTo>
                    <a:pt x="1974498" y="2196376"/>
                  </a:lnTo>
                  <a:lnTo>
                    <a:pt x="1972146" y="2194145"/>
                  </a:lnTo>
                  <a:lnTo>
                    <a:pt x="1968359" y="2187518"/>
                  </a:lnTo>
                  <a:lnTo>
                    <a:pt x="1969083" y="2180747"/>
                  </a:lnTo>
                  <a:lnTo>
                    <a:pt x="1973444" y="2175477"/>
                  </a:lnTo>
                  <a:lnTo>
                    <a:pt x="1980567" y="2173355"/>
                  </a:lnTo>
                  <a:lnTo>
                    <a:pt x="1988179" y="2173355"/>
                  </a:lnTo>
                  <a:lnTo>
                    <a:pt x="1993236" y="2178942"/>
                  </a:lnTo>
                  <a:lnTo>
                    <a:pt x="1993236" y="2192491"/>
                  </a:lnTo>
                  <a:lnTo>
                    <a:pt x="1986838" y="2197383"/>
                  </a:lnTo>
                  <a:close/>
                </a:path>
                <a:path w="4122420" h="2482215">
                  <a:moveTo>
                    <a:pt x="2062751" y="2197383"/>
                  </a:moveTo>
                  <a:lnTo>
                    <a:pt x="2053370" y="2197383"/>
                  </a:lnTo>
                  <a:lnTo>
                    <a:pt x="2050411" y="2196376"/>
                  </a:lnTo>
                  <a:lnTo>
                    <a:pt x="2048059" y="2194145"/>
                  </a:lnTo>
                  <a:lnTo>
                    <a:pt x="2044272" y="2187518"/>
                  </a:lnTo>
                  <a:lnTo>
                    <a:pt x="2044996" y="2180747"/>
                  </a:lnTo>
                  <a:lnTo>
                    <a:pt x="2049357" y="2175477"/>
                  </a:lnTo>
                  <a:lnTo>
                    <a:pt x="2056480" y="2173355"/>
                  </a:lnTo>
                  <a:lnTo>
                    <a:pt x="2063232" y="2173355"/>
                  </a:lnTo>
                  <a:lnTo>
                    <a:pt x="2069149" y="2178942"/>
                  </a:lnTo>
                  <a:lnTo>
                    <a:pt x="2069149" y="2192491"/>
                  </a:lnTo>
                  <a:lnTo>
                    <a:pt x="2062751" y="2197383"/>
                  </a:lnTo>
                  <a:close/>
                </a:path>
                <a:path w="4122420" h="2482215">
                  <a:moveTo>
                    <a:pt x="2820238" y="2197383"/>
                  </a:moveTo>
                  <a:lnTo>
                    <a:pt x="2810832" y="2197383"/>
                  </a:lnTo>
                  <a:lnTo>
                    <a:pt x="2807898" y="2196376"/>
                  </a:lnTo>
                  <a:lnTo>
                    <a:pt x="2805547" y="2194145"/>
                  </a:lnTo>
                  <a:lnTo>
                    <a:pt x="2801760" y="2187518"/>
                  </a:lnTo>
                  <a:lnTo>
                    <a:pt x="2802484" y="2180747"/>
                  </a:lnTo>
                  <a:lnTo>
                    <a:pt x="2806844" y="2175477"/>
                  </a:lnTo>
                  <a:lnTo>
                    <a:pt x="2813967" y="2173355"/>
                  </a:lnTo>
                  <a:lnTo>
                    <a:pt x="2820719" y="2173355"/>
                  </a:lnTo>
                  <a:lnTo>
                    <a:pt x="2826637" y="2178942"/>
                  </a:lnTo>
                  <a:lnTo>
                    <a:pt x="2826637" y="2192491"/>
                  </a:lnTo>
                  <a:lnTo>
                    <a:pt x="2820238" y="2197383"/>
                  </a:lnTo>
                  <a:close/>
                </a:path>
                <a:path w="4122420" h="2482215">
                  <a:moveTo>
                    <a:pt x="2896151" y="2197383"/>
                  </a:moveTo>
                  <a:lnTo>
                    <a:pt x="2886365" y="2197383"/>
                  </a:lnTo>
                  <a:lnTo>
                    <a:pt x="2883230" y="2196376"/>
                  </a:lnTo>
                  <a:lnTo>
                    <a:pt x="2880600" y="2194145"/>
                  </a:lnTo>
                  <a:lnTo>
                    <a:pt x="2877310" y="2187518"/>
                  </a:lnTo>
                  <a:lnTo>
                    <a:pt x="2878289" y="2180747"/>
                  </a:lnTo>
                  <a:lnTo>
                    <a:pt x="2882744" y="2175477"/>
                  </a:lnTo>
                  <a:lnTo>
                    <a:pt x="2889880" y="2173355"/>
                  </a:lnTo>
                  <a:lnTo>
                    <a:pt x="2896632" y="2173355"/>
                  </a:lnTo>
                  <a:lnTo>
                    <a:pt x="2902549" y="2178942"/>
                  </a:lnTo>
                  <a:lnTo>
                    <a:pt x="2902549" y="2192491"/>
                  </a:lnTo>
                  <a:lnTo>
                    <a:pt x="2896151" y="2197383"/>
                  </a:lnTo>
                  <a:close/>
                </a:path>
                <a:path w="4122420" h="2482215">
                  <a:moveTo>
                    <a:pt x="3047573" y="2197383"/>
                  </a:moveTo>
                  <a:lnTo>
                    <a:pt x="3037838" y="2197383"/>
                  </a:lnTo>
                  <a:lnTo>
                    <a:pt x="3034803" y="2196376"/>
                  </a:lnTo>
                  <a:lnTo>
                    <a:pt x="3032451" y="2194145"/>
                  </a:lnTo>
                  <a:lnTo>
                    <a:pt x="3028678" y="2187518"/>
                  </a:lnTo>
                  <a:lnTo>
                    <a:pt x="3029496" y="2180747"/>
                  </a:lnTo>
                  <a:lnTo>
                    <a:pt x="3034112" y="2175477"/>
                  </a:lnTo>
                  <a:lnTo>
                    <a:pt x="3041732" y="2173355"/>
                  </a:lnTo>
                  <a:lnTo>
                    <a:pt x="3048458" y="2173355"/>
                  </a:lnTo>
                  <a:lnTo>
                    <a:pt x="3054376" y="2178942"/>
                  </a:lnTo>
                  <a:lnTo>
                    <a:pt x="3054376" y="2192491"/>
                  </a:lnTo>
                  <a:lnTo>
                    <a:pt x="3047573" y="2197383"/>
                  </a:lnTo>
                  <a:close/>
                </a:path>
                <a:path w="4122420" h="2482215">
                  <a:moveTo>
                    <a:pt x="1149493" y="2197407"/>
                  </a:moveTo>
                  <a:lnTo>
                    <a:pt x="1149013" y="2197407"/>
                  </a:lnTo>
                  <a:lnTo>
                    <a:pt x="1148027" y="2197335"/>
                  </a:lnTo>
                  <a:lnTo>
                    <a:pt x="1139009" y="2193477"/>
                  </a:lnTo>
                  <a:lnTo>
                    <a:pt x="1136003" y="2185642"/>
                  </a:lnTo>
                  <a:lnTo>
                    <a:pt x="1139009" y="2177658"/>
                  </a:lnTo>
                  <a:lnTo>
                    <a:pt x="1148027" y="2173355"/>
                  </a:lnTo>
                  <a:lnTo>
                    <a:pt x="1148532" y="2173307"/>
                  </a:lnTo>
                  <a:lnTo>
                    <a:pt x="1149493" y="2173283"/>
                  </a:lnTo>
                  <a:lnTo>
                    <a:pt x="1158355" y="2177052"/>
                  </a:lnTo>
                  <a:lnTo>
                    <a:pt x="1161309" y="2185345"/>
                  </a:lnTo>
                  <a:lnTo>
                    <a:pt x="1158355" y="2193637"/>
                  </a:lnTo>
                  <a:lnTo>
                    <a:pt x="1149493" y="2197407"/>
                  </a:lnTo>
                  <a:close/>
                </a:path>
                <a:path w="4122420" h="2482215">
                  <a:moveTo>
                    <a:pt x="1528249" y="2197407"/>
                  </a:moveTo>
                  <a:lnTo>
                    <a:pt x="1527769" y="2197407"/>
                  </a:lnTo>
                  <a:lnTo>
                    <a:pt x="1526758" y="2197335"/>
                  </a:lnTo>
                  <a:lnTo>
                    <a:pt x="1517739" y="2193143"/>
                  </a:lnTo>
                  <a:lnTo>
                    <a:pt x="1514733" y="2185345"/>
                  </a:lnTo>
                  <a:lnTo>
                    <a:pt x="1517739" y="2177547"/>
                  </a:lnTo>
                  <a:lnTo>
                    <a:pt x="1526758" y="2173355"/>
                  </a:lnTo>
                  <a:lnTo>
                    <a:pt x="1527263" y="2173307"/>
                  </a:lnTo>
                  <a:lnTo>
                    <a:pt x="1528249" y="2173283"/>
                  </a:lnTo>
                  <a:lnTo>
                    <a:pt x="1537097" y="2177052"/>
                  </a:lnTo>
                  <a:lnTo>
                    <a:pt x="1540046" y="2185345"/>
                  </a:lnTo>
                  <a:lnTo>
                    <a:pt x="1537097" y="2193637"/>
                  </a:lnTo>
                  <a:lnTo>
                    <a:pt x="1528249" y="2197407"/>
                  </a:lnTo>
                  <a:close/>
                </a:path>
                <a:path w="4122420" h="2482215">
                  <a:moveTo>
                    <a:pt x="2133961" y="2197407"/>
                  </a:moveTo>
                  <a:lnTo>
                    <a:pt x="2133455" y="2197407"/>
                  </a:lnTo>
                  <a:lnTo>
                    <a:pt x="2132419" y="2197335"/>
                  </a:lnTo>
                  <a:lnTo>
                    <a:pt x="2123870" y="2193477"/>
                  </a:lnTo>
                  <a:lnTo>
                    <a:pt x="2121020" y="2185642"/>
                  </a:lnTo>
                  <a:lnTo>
                    <a:pt x="2123870" y="2177658"/>
                  </a:lnTo>
                  <a:lnTo>
                    <a:pt x="2132419" y="2173355"/>
                  </a:lnTo>
                  <a:lnTo>
                    <a:pt x="2132949" y="2173307"/>
                  </a:lnTo>
                  <a:lnTo>
                    <a:pt x="2133961" y="2173283"/>
                  </a:lnTo>
                  <a:lnTo>
                    <a:pt x="2143235" y="2177052"/>
                  </a:lnTo>
                  <a:lnTo>
                    <a:pt x="2146326" y="2185345"/>
                  </a:lnTo>
                  <a:lnTo>
                    <a:pt x="2143235" y="2193637"/>
                  </a:lnTo>
                  <a:lnTo>
                    <a:pt x="2133961" y="2197407"/>
                  </a:lnTo>
                  <a:close/>
                </a:path>
                <a:path w="4122420" h="2482215">
                  <a:moveTo>
                    <a:pt x="2360866" y="2197407"/>
                  </a:moveTo>
                  <a:lnTo>
                    <a:pt x="2360360" y="2197407"/>
                  </a:lnTo>
                  <a:lnTo>
                    <a:pt x="2359323" y="2197335"/>
                  </a:lnTo>
                  <a:lnTo>
                    <a:pt x="2350774" y="2193032"/>
                  </a:lnTo>
                  <a:lnTo>
                    <a:pt x="2347925" y="2185048"/>
                  </a:lnTo>
                  <a:lnTo>
                    <a:pt x="2350774" y="2177213"/>
                  </a:lnTo>
                  <a:lnTo>
                    <a:pt x="2359323" y="2173355"/>
                  </a:lnTo>
                  <a:lnTo>
                    <a:pt x="2359854" y="2173307"/>
                  </a:lnTo>
                  <a:lnTo>
                    <a:pt x="2360866" y="2173283"/>
                  </a:lnTo>
                  <a:lnTo>
                    <a:pt x="2370140" y="2177052"/>
                  </a:lnTo>
                  <a:lnTo>
                    <a:pt x="2373232" y="2185345"/>
                  </a:lnTo>
                  <a:lnTo>
                    <a:pt x="2370140" y="2193637"/>
                  </a:lnTo>
                  <a:lnTo>
                    <a:pt x="2360866" y="2197407"/>
                  </a:lnTo>
                  <a:close/>
                </a:path>
                <a:path w="4122420" h="2482215">
                  <a:moveTo>
                    <a:pt x="2739597" y="2197407"/>
                  </a:moveTo>
                  <a:lnTo>
                    <a:pt x="2739091" y="2197407"/>
                  </a:lnTo>
                  <a:lnTo>
                    <a:pt x="2738054" y="2197335"/>
                  </a:lnTo>
                  <a:lnTo>
                    <a:pt x="2729520" y="2193143"/>
                  </a:lnTo>
                  <a:lnTo>
                    <a:pt x="2726675" y="2185345"/>
                  </a:lnTo>
                  <a:lnTo>
                    <a:pt x="2729520" y="2177547"/>
                  </a:lnTo>
                  <a:lnTo>
                    <a:pt x="2738054" y="2173355"/>
                  </a:lnTo>
                  <a:lnTo>
                    <a:pt x="2738585" y="2173307"/>
                  </a:lnTo>
                  <a:lnTo>
                    <a:pt x="2739597" y="2173283"/>
                  </a:lnTo>
                  <a:lnTo>
                    <a:pt x="2748885" y="2177052"/>
                  </a:lnTo>
                  <a:lnTo>
                    <a:pt x="2751981" y="2185345"/>
                  </a:lnTo>
                  <a:lnTo>
                    <a:pt x="2748885" y="2193637"/>
                  </a:lnTo>
                  <a:lnTo>
                    <a:pt x="2739597" y="2197407"/>
                  </a:lnTo>
                  <a:close/>
                </a:path>
                <a:path w="4122420" h="2482215">
                  <a:moveTo>
                    <a:pt x="2967361" y="2197407"/>
                  </a:moveTo>
                  <a:lnTo>
                    <a:pt x="2966855" y="2197407"/>
                  </a:lnTo>
                  <a:lnTo>
                    <a:pt x="2965794" y="2197335"/>
                  </a:lnTo>
                  <a:lnTo>
                    <a:pt x="2957259" y="2193143"/>
                  </a:lnTo>
                  <a:lnTo>
                    <a:pt x="2954414" y="2185345"/>
                  </a:lnTo>
                  <a:lnTo>
                    <a:pt x="2957259" y="2177547"/>
                  </a:lnTo>
                  <a:lnTo>
                    <a:pt x="2965794" y="2173355"/>
                  </a:lnTo>
                  <a:lnTo>
                    <a:pt x="2966324" y="2173307"/>
                  </a:lnTo>
                  <a:lnTo>
                    <a:pt x="2967361" y="2173283"/>
                  </a:lnTo>
                  <a:lnTo>
                    <a:pt x="2976635" y="2177052"/>
                  </a:lnTo>
                  <a:lnTo>
                    <a:pt x="2979726" y="2185345"/>
                  </a:lnTo>
                  <a:lnTo>
                    <a:pt x="2976635" y="2193637"/>
                  </a:lnTo>
                  <a:lnTo>
                    <a:pt x="2967361" y="2197407"/>
                  </a:lnTo>
                  <a:close/>
                </a:path>
                <a:path w="4122420" h="2482215">
                  <a:moveTo>
                    <a:pt x="2441735" y="2197551"/>
                  </a:moveTo>
                  <a:lnTo>
                    <a:pt x="2432353" y="2197551"/>
                  </a:lnTo>
                  <a:lnTo>
                    <a:pt x="2429269" y="2196471"/>
                  </a:lnTo>
                  <a:lnTo>
                    <a:pt x="2426790" y="2194145"/>
                  </a:lnTo>
                  <a:lnTo>
                    <a:pt x="2423014" y="2187518"/>
                  </a:lnTo>
                  <a:lnTo>
                    <a:pt x="2423740" y="2180747"/>
                  </a:lnTo>
                  <a:lnTo>
                    <a:pt x="2428103" y="2175477"/>
                  </a:lnTo>
                  <a:lnTo>
                    <a:pt x="2435236" y="2173355"/>
                  </a:lnTo>
                  <a:lnTo>
                    <a:pt x="2442823" y="2173355"/>
                  </a:lnTo>
                  <a:lnTo>
                    <a:pt x="2447880" y="2178942"/>
                  </a:lnTo>
                  <a:lnTo>
                    <a:pt x="2447880" y="2192898"/>
                  </a:lnTo>
                  <a:lnTo>
                    <a:pt x="2441735" y="2197551"/>
                  </a:lnTo>
                  <a:close/>
                </a:path>
                <a:path w="4122420" h="2482215">
                  <a:moveTo>
                    <a:pt x="1912013" y="2197910"/>
                  </a:moveTo>
                  <a:lnTo>
                    <a:pt x="1902252" y="2197910"/>
                  </a:lnTo>
                  <a:lnTo>
                    <a:pt x="1898964" y="2196735"/>
                  </a:lnTo>
                  <a:lnTo>
                    <a:pt x="1896233" y="2194145"/>
                  </a:lnTo>
                  <a:lnTo>
                    <a:pt x="1892812" y="2187986"/>
                  </a:lnTo>
                  <a:lnTo>
                    <a:pt x="1893591" y="2181448"/>
                  </a:lnTo>
                  <a:lnTo>
                    <a:pt x="1898011" y="2176259"/>
                  </a:lnTo>
                  <a:lnTo>
                    <a:pt x="1905514" y="2174146"/>
                  </a:lnTo>
                  <a:lnTo>
                    <a:pt x="1905514" y="2173355"/>
                  </a:lnTo>
                  <a:lnTo>
                    <a:pt x="1912240" y="2173355"/>
                  </a:lnTo>
                  <a:lnTo>
                    <a:pt x="1918158" y="2178942"/>
                  </a:lnTo>
                  <a:lnTo>
                    <a:pt x="1918158" y="2192898"/>
                  </a:lnTo>
                  <a:lnTo>
                    <a:pt x="1912013" y="2197910"/>
                  </a:lnTo>
                  <a:close/>
                </a:path>
                <a:path w="4122420" h="2482215">
                  <a:moveTo>
                    <a:pt x="970028" y="2218149"/>
                  </a:moveTo>
                  <a:lnTo>
                    <a:pt x="958219" y="2216543"/>
                  </a:lnTo>
                  <a:lnTo>
                    <a:pt x="948104" y="2214936"/>
                  </a:lnTo>
                  <a:lnTo>
                    <a:pt x="949798" y="2211747"/>
                  </a:lnTo>
                  <a:lnTo>
                    <a:pt x="954021" y="2209349"/>
                  </a:lnTo>
                  <a:lnTo>
                    <a:pt x="964136" y="2209349"/>
                  </a:lnTo>
                  <a:lnTo>
                    <a:pt x="969194" y="2212538"/>
                  </a:lnTo>
                  <a:lnTo>
                    <a:pt x="970028" y="2218149"/>
                  </a:lnTo>
                  <a:close/>
                </a:path>
                <a:path w="4122420" h="2482215">
                  <a:moveTo>
                    <a:pt x="1045106" y="2226135"/>
                  </a:moveTo>
                  <a:lnTo>
                    <a:pt x="1034157" y="2224528"/>
                  </a:lnTo>
                  <a:lnTo>
                    <a:pt x="1022348" y="2223737"/>
                  </a:lnTo>
                  <a:lnTo>
                    <a:pt x="1021488" y="2222945"/>
                  </a:lnTo>
                  <a:lnTo>
                    <a:pt x="1021488" y="2214145"/>
                  </a:lnTo>
                  <a:lnTo>
                    <a:pt x="1027405" y="2209349"/>
                  </a:lnTo>
                  <a:lnTo>
                    <a:pt x="1034157" y="2209349"/>
                  </a:lnTo>
                  <a:lnTo>
                    <a:pt x="1034587" y="2209277"/>
                  </a:lnTo>
                  <a:lnTo>
                    <a:pt x="1035421" y="2209253"/>
                  </a:lnTo>
                  <a:lnTo>
                    <a:pt x="1041617" y="2209253"/>
                  </a:lnTo>
                  <a:lnTo>
                    <a:pt x="1046801" y="2214600"/>
                  </a:lnTo>
                  <a:lnTo>
                    <a:pt x="1046801" y="2222945"/>
                  </a:lnTo>
                  <a:lnTo>
                    <a:pt x="1045106" y="2226135"/>
                  </a:lnTo>
                  <a:close/>
                </a:path>
                <a:path w="4122420" h="2482215">
                  <a:moveTo>
                    <a:pt x="2630886" y="2232585"/>
                  </a:moveTo>
                  <a:lnTo>
                    <a:pt x="2621125" y="2232585"/>
                  </a:lnTo>
                  <a:lnTo>
                    <a:pt x="2618115" y="2231578"/>
                  </a:lnTo>
                  <a:lnTo>
                    <a:pt x="2615738" y="2229348"/>
                  </a:lnTo>
                  <a:lnTo>
                    <a:pt x="2612327" y="2222717"/>
                  </a:lnTo>
                  <a:lnTo>
                    <a:pt x="2613106" y="2215937"/>
                  </a:lnTo>
                  <a:lnTo>
                    <a:pt x="2617520" y="2210659"/>
                  </a:lnTo>
                  <a:lnTo>
                    <a:pt x="2625019" y="2208533"/>
                  </a:lnTo>
                  <a:lnTo>
                    <a:pt x="2625019" y="2209349"/>
                  </a:lnTo>
                  <a:lnTo>
                    <a:pt x="2631771" y="2209349"/>
                  </a:lnTo>
                  <a:lnTo>
                    <a:pt x="2636828" y="2214145"/>
                  </a:lnTo>
                  <a:lnTo>
                    <a:pt x="2637688" y="2220547"/>
                  </a:lnTo>
                  <a:lnTo>
                    <a:pt x="2637688" y="2227693"/>
                  </a:lnTo>
                  <a:lnTo>
                    <a:pt x="2630886" y="2232585"/>
                  </a:lnTo>
                  <a:close/>
                </a:path>
                <a:path w="4122420" h="2482215">
                  <a:moveTo>
                    <a:pt x="1267561" y="2232753"/>
                  </a:moveTo>
                  <a:lnTo>
                    <a:pt x="1257774" y="2232753"/>
                  </a:lnTo>
                  <a:lnTo>
                    <a:pt x="1254512" y="2231674"/>
                  </a:lnTo>
                  <a:lnTo>
                    <a:pt x="1251781" y="2229348"/>
                  </a:lnTo>
                  <a:lnTo>
                    <a:pt x="1248370" y="2222717"/>
                  </a:lnTo>
                  <a:lnTo>
                    <a:pt x="1249148" y="2215937"/>
                  </a:lnTo>
                  <a:lnTo>
                    <a:pt x="1253563" y="2210659"/>
                  </a:lnTo>
                  <a:lnTo>
                    <a:pt x="1261062" y="2208533"/>
                  </a:lnTo>
                  <a:lnTo>
                    <a:pt x="1261062" y="2209349"/>
                  </a:lnTo>
                  <a:lnTo>
                    <a:pt x="1267813" y="2209349"/>
                  </a:lnTo>
                  <a:lnTo>
                    <a:pt x="1273706" y="2214145"/>
                  </a:lnTo>
                  <a:lnTo>
                    <a:pt x="1273706" y="2228101"/>
                  </a:lnTo>
                  <a:lnTo>
                    <a:pt x="1267561" y="2232753"/>
                  </a:lnTo>
                  <a:close/>
                </a:path>
                <a:path w="4122420" h="2482215">
                  <a:moveTo>
                    <a:pt x="1419387" y="2233113"/>
                  </a:moveTo>
                  <a:lnTo>
                    <a:pt x="1409626" y="2233113"/>
                  </a:lnTo>
                  <a:lnTo>
                    <a:pt x="1406364" y="2231938"/>
                  </a:lnTo>
                  <a:lnTo>
                    <a:pt x="1403607" y="2229348"/>
                  </a:lnTo>
                  <a:lnTo>
                    <a:pt x="1400314" y="2223051"/>
                  </a:lnTo>
                  <a:lnTo>
                    <a:pt x="1401287" y="2216234"/>
                  </a:lnTo>
                  <a:lnTo>
                    <a:pt x="1405741" y="2210771"/>
                  </a:lnTo>
                  <a:lnTo>
                    <a:pt x="1412888" y="2208533"/>
                  </a:lnTo>
                  <a:lnTo>
                    <a:pt x="1419640" y="2209349"/>
                  </a:lnTo>
                  <a:lnTo>
                    <a:pt x="1425532" y="2214145"/>
                  </a:lnTo>
                  <a:lnTo>
                    <a:pt x="1425532" y="2228101"/>
                  </a:lnTo>
                  <a:lnTo>
                    <a:pt x="1419387" y="2233113"/>
                  </a:lnTo>
                  <a:close/>
                </a:path>
                <a:path w="4122420" h="2482215">
                  <a:moveTo>
                    <a:pt x="1798143" y="2233113"/>
                  </a:moveTo>
                  <a:lnTo>
                    <a:pt x="1788382" y="2233113"/>
                  </a:lnTo>
                  <a:lnTo>
                    <a:pt x="1785095" y="2231938"/>
                  </a:lnTo>
                  <a:lnTo>
                    <a:pt x="1782338" y="2229348"/>
                  </a:lnTo>
                  <a:lnTo>
                    <a:pt x="1779048" y="2223051"/>
                  </a:lnTo>
                  <a:lnTo>
                    <a:pt x="1780028" y="2216234"/>
                  </a:lnTo>
                  <a:lnTo>
                    <a:pt x="1784483" y="2210771"/>
                  </a:lnTo>
                  <a:lnTo>
                    <a:pt x="1791619" y="2208533"/>
                  </a:lnTo>
                  <a:lnTo>
                    <a:pt x="1798371" y="2208533"/>
                  </a:lnTo>
                  <a:lnTo>
                    <a:pt x="1804288" y="2214145"/>
                  </a:lnTo>
                  <a:lnTo>
                    <a:pt x="1804288" y="2228101"/>
                  </a:lnTo>
                  <a:lnTo>
                    <a:pt x="1798143" y="2233113"/>
                  </a:lnTo>
                  <a:close/>
                </a:path>
                <a:path w="4122420" h="2482215">
                  <a:moveTo>
                    <a:pt x="1191723" y="2233137"/>
                  </a:moveTo>
                  <a:lnTo>
                    <a:pt x="1182342" y="2233137"/>
                  </a:lnTo>
                  <a:lnTo>
                    <a:pt x="1179206" y="2231962"/>
                  </a:lnTo>
                  <a:lnTo>
                    <a:pt x="1176703" y="2229348"/>
                  </a:lnTo>
                  <a:lnTo>
                    <a:pt x="1172929" y="2223178"/>
                  </a:lnTo>
                  <a:lnTo>
                    <a:pt x="1173747" y="2216642"/>
                  </a:lnTo>
                  <a:lnTo>
                    <a:pt x="1178363" y="2211459"/>
                  </a:lnTo>
                  <a:lnTo>
                    <a:pt x="1185983" y="2209349"/>
                  </a:lnTo>
                  <a:lnTo>
                    <a:pt x="1186413" y="2209277"/>
                  </a:lnTo>
                  <a:lnTo>
                    <a:pt x="1187273" y="2209253"/>
                  </a:lnTo>
                  <a:lnTo>
                    <a:pt x="1193468" y="2209253"/>
                  </a:lnTo>
                  <a:lnTo>
                    <a:pt x="1198576" y="2214600"/>
                  </a:lnTo>
                  <a:lnTo>
                    <a:pt x="1197792" y="2221339"/>
                  </a:lnTo>
                  <a:lnTo>
                    <a:pt x="1197792" y="2228317"/>
                  </a:lnTo>
                  <a:lnTo>
                    <a:pt x="1191723" y="2233137"/>
                  </a:lnTo>
                  <a:close/>
                </a:path>
                <a:path w="4122420" h="2482215">
                  <a:moveTo>
                    <a:pt x="1343549" y="2233137"/>
                  </a:moveTo>
                  <a:lnTo>
                    <a:pt x="1334168" y="2233137"/>
                  </a:lnTo>
                  <a:lnTo>
                    <a:pt x="1331032" y="2231962"/>
                  </a:lnTo>
                  <a:lnTo>
                    <a:pt x="1328529" y="2229348"/>
                  </a:lnTo>
                  <a:lnTo>
                    <a:pt x="1324753" y="2223178"/>
                  </a:lnTo>
                  <a:lnTo>
                    <a:pt x="1325479" y="2216642"/>
                  </a:lnTo>
                  <a:lnTo>
                    <a:pt x="1329841" y="2211459"/>
                  </a:lnTo>
                  <a:lnTo>
                    <a:pt x="1336975" y="2209349"/>
                  </a:lnTo>
                  <a:lnTo>
                    <a:pt x="1337405" y="2209277"/>
                  </a:lnTo>
                  <a:lnTo>
                    <a:pt x="1338265" y="2209253"/>
                  </a:lnTo>
                  <a:lnTo>
                    <a:pt x="1344460" y="2209253"/>
                  </a:lnTo>
                  <a:lnTo>
                    <a:pt x="1349619" y="2214600"/>
                  </a:lnTo>
                  <a:lnTo>
                    <a:pt x="1349619" y="2228317"/>
                  </a:lnTo>
                  <a:lnTo>
                    <a:pt x="1343549" y="2233137"/>
                  </a:lnTo>
                  <a:close/>
                </a:path>
                <a:path w="4122420" h="2482215">
                  <a:moveTo>
                    <a:pt x="1494996" y="2233137"/>
                  </a:moveTo>
                  <a:lnTo>
                    <a:pt x="1485261" y="2233137"/>
                  </a:lnTo>
                  <a:lnTo>
                    <a:pt x="1482024" y="2231962"/>
                  </a:lnTo>
                  <a:lnTo>
                    <a:pt x="1479521" y="2229348"/>
                  </a:lnTo>
                  <a:lnTo>
                    <a:pt x="1475758" y="2223178"/>
                  </a:lnTo>
                  <a:lnTo>
                    <a:pt x="1476575" y="2216642"/>
                  </a:lnTo>
                  <a:lnTo>
                    <a:pt x="1481185" y="2211459"/>
                  </a:lnTo>
                  <a:lnTo>
                    <a:pt x="1488801" y="2209349"/>
                  </a:lnTo>
                  <a:lnTo>
                    <a:pt x="1495553" y="2209349"/>
                  </a:lnTo>
                  <a:lnTo>
                    <a:pt x="1500610" y="2214145"/>
                  </a:lnTo>
                  <a:lnTo>
                    <a:pt x="1501445" y="2221339"/>
                  </a:lnTo>
                  <a:lnTo>
                    <a:pt x="1501445" y="2228317"/>
                  </a:lnTo>
                  <a:lnTo>
                    <a:pt x="1494996" y="2233137"/>
                  </a:lnTo>
                  <a:close/>
                </a:path>
                <a:path w="4122420" h="2482215">
                  <a:moveTo>
                    <a:pt x="1570455" y="2233137"/>
                  </a:moveTo>
                  <a:lnTo>
                    <a:pt x="1561073" y="2233137"/>
                  </a:lnTo>
                  <a:lnTo>
                    <a:pt x="1557937" y="2231962"/>
                  </a:lnTo>
                  <a:lnTo>
                    <a:pt x="1555433" y="2229348"/>
                  </a:lnTo>
                  <a:lnTo>
                    <a:pt x="1551670" y="2223178"/>
                  </a:lnTo>
                  <a:lnTo>
                    <a:pt x="1552488" y="2216642"/>
                  </a:lnTo>
                  <a:lnTo>
                    <a:pt x="1557098" y="2211459"/>
                  </a:lnTo>
                  <a:lnTo>
                    <a:pt x="1564714" y="2209349"/>
                  </a:lnTo>
                  <a:lnTo>
                    <a:pt x="1565144" y="2209277"/>
                  </a:lnTo>
                  <a:lnTo>
                    <a:pt x="1566004" y="2209253"/>
                  </a:lnTo>
                  <a:lnTo>
                    <a:pt x="1572199" y="2209253"/>
                  </a:lnTo>
                  <a:lnTo>
                    <a:pt x="1577307" y="2214600"/>
                  </a:lnTo>
                  <a:lnTo>
                    <a:pt x="1576523" y="2221339"/>
                  </a:lnTo>
                  <a:lnTo>
                    <a:pt x="1576523" y="2228317"/>
                  </a:lnTo>
                  <a:lnTo>
                    <a:pt x="1570455" y="2233137"/>
                  </a:lnTo>
                  <a:close/>
                </a:path>
                <a:path w="4122420" h="2482215">
                  <a:moveTo>
                    <a:pt x="1722280" y="2233137"/>
                  </a:moveTo>
                  <a:lnTo>
                    <a:pt x="1712924" y="2233137"/>
                  </a:lnTo>
                  <a:lnTo>
                    <a:pt x="1709763" y="2231962"/>
                  </a:lnTo>
                  <a:lnTo>
                    <a:pt x="1707285" y="2229348"/>
                  </a:lnTo>
                  <a:lnTo>
                    <a:pt x="1703498" y="2223178"/>
                  </a:lnTo>
                  <a:lnTo>
                    <a:pt x="1704222" y="2216642"/>
                  </a:lnTo>
                  <a:lnTo>
                    <a:pt x="1708583" y="2211459"/>
                  </a:lnTo>
                  <a:lnTo>
                    <a:pt x="1715706" y="2209349"/>
                  </a:lnTo>
                  <a:lnTo>
                    <a:pt x="1716136" y="2209277"/>
                  </a:lnTo>
                  <a:lnTo>
                    <a:pt x="1716996" y="2209253"/>
                  </a:lnTo>
                  <a:lnTo>
                    <a:pt x="1723191" y="2209253"/>
                  </a:lnTo>
                  <a:lnTo>
                    <a:pt x="1728375" y="2214600"/>
                  </a:lnTo>
                  <a:lnTo>
                    <a:pt x="1728375" y="2228317"/>
                  </a:lnTo>
                  <a:lnTo>
                    <a:pt x="1722280" y="2233137"/>
                  </a:lnTo>
                  <a:close/>
                </a:path>
                <a:path w="4122420" h="2482215">
                  <a:moveTo>
                    <a:pt x="1874132" y="2233137"/>
                  </a:moveTo>
                  <a:lnTo>
                    <a:pt x="1864371" y="2233137"/>
                  </a:lnTo>
                  <a:lnTo>
                    <a:pt x="1861033" y="2231962"/>
                  </a:lnTo>
                  <a:lnTo>
                    <a:pt x="1858277" y="2229348"/>
                  </a:lnTo>
                  <a:lnTo>
                    <a:pt x="1854851" y="2223178"/>
                  </a:lnTo>
                  <a:lnTo>
                    <a:pt x="1855622" y="2216642"/>
                  </a:lnTo>
                  <a:lnTo>
                    <a:pt x="1860033" y="2211459"/>
                  </a:lnTo>
                  <a:lnTo>
                    <a:pt x="1867532" y="2209349"/>
                  </a:lnTo>
                  <a:lnTo>
                    <a:pt x="1874284" y="2209349"/>
                  </a:lnTo>
                  <a:lnTo>
                    <a:pt x="1880201" y="2214145"/>
                  </a:lnTo>
                  <a:lnTo>
                    <a:pt x="1880201" y="2228317"/>
                  </a:lnTo>
                  <a:lnTo>
                    <a:pt x="1874132" y="2233137"/>
                  </a:lnTo>
                  <a:close/>
                </a:path>
                <a:path w="4122420" h="2482215">
                  <a:moveTo>
                    <a:pt x="1949666" y="2233137"/>
                  </a:moveTo>
                  <a:lnTo>
                    <a:pt x="1939905" y="2233137"/>
                  </a:lnTo>
                  <a:lnTo>
                    <a:pt x="1936693" y="2231962"/>
                  </a:lnTo>
                  <a:lnTo>
                    <a:pt x="1934190" y="2229348"/>
                  </a:lnTo>
                  <a:lnTo>
                    <a:pt x="1930416" y="2223178"/>
                  </a:lnTo>
                  <a:lnTo>
                    <a:pt x="1931234" y="2216642"/>
                  </a:lnTo>
                  <a:lnTo>
                    <a:pt x="1935851" y="2211459"/>
                  </a:lnTo>
                  <a:lnTo>
                    <a:pt x="1943470" y="2209349"/>
                  </a:lnTo>
                  <a:lnTo>
                    <a:pt x="1943900" y="2209277"/>
                  </a:lnTo>
                  <a:lnTo>
                    <a:pt x="1944735" y="2209253"/>
                  </a:lnTo>
                  <a:lnTo>
                    <a:pt x="1950930" y="2209253"/>
                  </a:lnTo>
                  <a:lnTo>
                    <a:pt x="1956114" y="2214600"/>
                  </a:lnTo>
                  <a:lnTo>
                    <a:pt x="1956114" y="2228317"/>
                  </a:lnTo>
                  <a:lnTo>
                    <a:pt x="1949666" y="2233137"/>
                  </a:lnTo>
                  <a:close/>
                </a:path>
                <a:path w="4122420" h="2482215">
                  <a:moveTo>
                    <a:pt x="2025124" y="2233137"/>
                  </a:moveTo>
                  <a:lnTo>
                    <a:pt x="2015742" y="2233137"/>
                  </a:lnTo>
                  <a:lnTo>
                    <a:pt x="2012606" y="2231962"/>
                  </a:lnTo>
                  <a:lnTo>
                    <a:pt x="2010103" y="2229348"/>
                  </a:lnTo>
                  <a:lnTo>
                    <a:pt x="2006316" y="2223178"/>
                  </a:lnTo>
                  <a:lnTo>
                    <a:pt x="2007040" y="2216642"/>
                  </a:lnTo>
                  <a:lnTo>
                    <a:pt x="2011401" y="2211459"/>
                  </a:lnTo>
                  <a:lnTo>
                    <a:pt x="2018524" y="2209349"/>
                  </a:lnTo>
                  <a:lnTo>
                    <a:pt x="2026135" y="2209349"/>
                  </a:lnTo>
                  <a:lnTo>
                    <a:pt x="2031192" y="2214145"/>
                  </a:lnTo>
                  <a:lnTo>
                    <a:pt x="2031192" y="2228317"/>
                  </a:lnTo>
                  <a:lnTo>
                    <a:pt x="2025124" y="2233137"/>
                  </a:lnTo>
                  <a:close/>
                </a:path>
                <a:path w="4122420" h="2482215">
                  <a:moveTo>
                    <a:pt x="2101037" y="2233137"/>
                  </a:moveTo>
                  <a:lnTo>
                    <a:pt x="2091655" y="2233137"/>
                  </a:lnTo>
                  <a:lnTo>
                    <a:pt x="2088519" y="2231962"/>
                  </a:lnTo>
                  <a:lnTo>
                    <a:pt x="2086016" y="2229348"/>
                  </a:lnTo>
                  <a:lnTo>
                    <a:pt x="2082229" y="2223178"/>
                  </a:lnTo>
                  <a:lnTo>
                    <a:pt x="2082956" y="2216642"/>
                  </a:lnTo>
                  <a:lnTo>
                    <a:pt x="2087325" y="2211459"/>
                  </a:lnTo>
                  <a:lnTo>
                    <a:pt x="2094462" y="2209349"/>
                  </a:lnTo>
                  <a:lnTo>
                    <a:pt x="2101188" y="2209349"/>
                  </a:lnTo>
                  <a:lnTo>
                    <a:pt x="2107106" y="2214145"/>
                  </a:lnTo>
                  <a:lnTo>
                    <a:pt x="2107106" y="2228317"/>
                  </a:lnTo>
                  <a:lnTo>
                    <a:pt x="2101037" y="2233137"/>
                  </a:lnTo>
                  <a:close/>
                </a:path>
                <a:path w="4122420" h="2482215">
                  <a:moveTo>
                    <a:pt x="2176950" y="2233137"/>
                  </a:moveTo>
                  <a:lnTo>
                    <a:pt x="2167189" y="2233137"/>
                  </a:lnTo>
                  <a:lnTo>
                    <a:pt x="2163876" y="2231962"/>
                  </a:lnTo>
                  <a:lnTo>
                    <a:pt x="2161094" y="2229348"/>
                  </a:lnTo>
                  <a:lnTo>
                    <a:pt x="2157801" y="2223178"/>
                  </a:lnTo>
                  <a:lnTo>
                    <a:pt x="2158774" y="2216642"/>
                  </a:lnTo>
                  <a:lnTo>
                    <a:pt x="2163228" y="2211459"/>
                  </a:lnTo>
                  <a:lnTo>
                    <a:pt x="2170375" y="2209349"/>
                  </a:lnTo>
                  <a:lnTo>
                    <a:pt x="2170805" y="2209277"/>
                  </a:lnTo>
                  <a:lnTo>
                    <a:pt x="2171639" y="2209253"/>
                  </a:lnTo>
                  <a:lnTo>
                    <a:pt x="2177835" y="2209253"/>
                  </a:lnTo>
                  <a:lnTo>
                    <a:pt x="2183019" y="2214600"/>
                  </a:lnTo>
                  <a:lnTo>
                    <a:pt x="2183019" y="2228317"/>
                  </a:lnTo>
                  <a:lnTo>
                    <a:pt x="2176950" y="2233137"/>
                  </a:lnTo>
                  <a:close/>
                </a:path>
                <a:path w="4122420" h="2482215">
                  <a:moveTo>
                    <a:pt x="2252483" y="2233137"/>
                  </a:moveTo>
                  <a:lnTo>
                    <a:pt x="2242723" y="2233137"/>
                  </a:lnTo>
                  <a:lnTo>
                    <a:pt x="2239511" y="2231962"/>
                  </a:lnTo>
                  <a:lnTo>
                    <a:pt x="2237008" y="2229348"/>
                  </a:lnTo>
                  <a:lnTo>
                    <a:pt x="2233597" y="2223178"/>
                  </a:lnTo>
                  <a:lnTo>
                    <a:pt x="2234375" y="2216642"/>
                  </a:lnTo>
                  <a:lnTo>
                    <a:pt x="2238789" y="2211459"/>
                  </a:lnTo>
                  <a:lnTo>
                    <a:pt x="2246288" y="2209349"/>
                  </a:lnTo>
                  <a:lnTo>
                    <a:pt x="2253040" y="2209349"/>
                  </a:lnTo>
                  <a:lnTo>
                    <a:pt x="2258932" y="2214145"/>
                  </a:lnTo>
                  <a:lnTo>
                    <a:pt x="2258932" y="2228317"/>
                  </a:lnTo>
                  <a:lnTo>
                    <a:pt x="2252483" y="2233137"/>
                  </a:lnTo>
                  <a:close/>
                </a:path>
                <a:path w="4122420" h="2482215">
                  <a:moveTo>
                    <a:pt x="2405578" y="2209349"/>
                  </a:moveTo>
                  <a:lnTo>
                    <a:pt x="2397280" y="2209349"/>
                  </a:lnTo>
                  <a:lnTo>
                    <a:pt x="2397760" y="2209277"/>
                  </a:lnTo>
                  <a:lnTo>
                    <a:pt x="2398696" y="2209253"/>
                  </a:lnTo>
                  <a:lnTo>
                    <a:pt x="2405498" y="2209253"/>
                  </a:lnTo>
                  <a:close/>
                </a:path>
                <a:path w="4122420" h="2482215">
                  <a:moveTo>
                    <a:pt x="2403855" y="2233137"/>
                  </a:moveTo>
                  <a:lnTo>
                    <a:pt x="2394473" y="2233137"/>
                  </a:lnTo>
                  <a:lnTo>
                    <a:pt x="2391337" y="2231962"/>
                  </a:lnTo>
                  <a:lnTo>
                    <a:pt x="2388834" y="2229348"/>
                  </a:lnTo>
                  <a:lnTo>
                    <a:pt x="2385093" y="2223262"/>
                  </a:lnTo>
                  <a:lnTo>
                    <a:pt x="2385629" y="2216699"/>
                  </a:lnTo>
                  <a:lnTo>
                    <a:pt x="2389645" y="2211449"/>
                  </a:lnTo>
                  <a:lnTo>
                    <a:pt x="2396344" y="2209301"/>
                  </a:lnTo>
                  <a:lnTo>
                    <a:pt x="2396648" y="2209301"/>
                  </a:lnTo>
                  <a:lnTo>
                    <a:pt x="2397280" y="2209349"/>
                  </a:lnTo>
                  <a:lnTo>
                    <a:pt x="2405578" y="2209349"/>
                  </a:lnTo>
                  <a:lnTo>
                    <a:pt x="2409924" y="2214600"/>
                  </a:lnTo>
                  <a:lnTo>
                    <a:pt x="2409924" y="2228317"/>
                  </a:lnTo>
                  <a:lnTo>
                    <a:pt x="2403855" y="2233137"/>
                  </a:lnTo>
                  <a:close/>
                </a:path>
                <a:path w="4122420" h="2482215">
                  <a:moveTo>
                    <a:pt x="2479768" y="2233137"/>
                  </a:moveTo>
                  <a:lnTo>
                    <a:pt x="2470386" y="2233137"/>
                  </a:lnTo>
                  <a:lnTo>
                    <a:pt x="2467251" y="2231962"/>
                  </a:lnTo>
                  <a:lnTo>
                    <a:pt x="2464747" y="2229348"/>
                  </a:lnTo>
                  <a:lnTo>
                    <a:pt x="2460971" y="2223178"/>
                  </a:lnTo>
                  <a:lnTo>
                    <a:pt x="2461697" y="2216642"/>
                  </a:lnTo>
                  <a:lnTo>
                    <a:pt x="2466059" y="2211459"/>
                  </a:lnTo>
                  <a:lnTo>
                    <a:pt x="2473193" y="2209349"/>
                  </a:lnTo>
                  <a:lnTo>
                    <a:pt x="2479944" y="2209349"/>
                  </a:lnTo>
                  <a:lnTo>
                    <a:pt x="2485837" y="2214145"/>
                  </a:lnTo>
                  <a:lnTo>
                    <a:pt x="2485837" y="2228317"/>
                  </a:lnTo>
                  <a:lnTo>
                    <a:pt x="2479768" y="2233137"/>
                  </a:lnTo>
                  <a:close/>
                </a:path>
                <a:path w="4122420" h="2482215">
                  <a:moveTo>
                    <a:pt x="2555680" y="2233137"/>
                  </a:moveTo>
                  <a:lnTo>
                    <a:pt x="2545919" y="2233137"/>
                  </a:lnTo>
                  <a:lnTo>
                    <a:pt x="2542607" y="2231962"/>
                  </a:lnTo>
                  <a:lnTo>
                    <a:pt x="2539826" y="2229348"/>
                  </a:lnTo>
                  <a:lnTo>
                    <a:pt x="2536532" y="2223178"/>
                  </a:lnTo>
                  <a:lnTo>
                    <a:pt x="2537505" y="2216642"/>
                  </a:lnTo>
                  <a:lnTo>
                    <a:pt x="2541959" y="2211459"/>
                  </a:lnTo>
                  <a:lnTo>
                    <a:pt x="2549106" y="2209349"/>
                  </a:lnTo>
                  <a:lnTo>
                    <a:pt x="2549536" y="2209277"/>
                  </a:lnTo>
                  <a:lnTo>
                    <a:pt x="2550396" y="2209253"/>
                  </a:lnTo>
                  <a:lnTo>
                    <a:pt x="2556591" y="2209253"/>
                  </a:lnTo>
                  <a:lnTo>
                    <a:pt x="2561750" y="2214600"/>
                  </a:lnTo>
                  <a:lnTo>
                    <a:pt x="2561750" y="2228317"/>
                  </a:lnTo>
                  <a:lnTo>
                    <a:pt x="2555680" y="2233137"/>
                  </a:lnTo>
                  <a:close/>
                </a:path>
                <a:path w="4122420" h="2482215">
                  <a:moveTo>
                    <a:pt x="1116316" y="2233377"/>
                  </a:moveTo>
                  <a:lnTo>
                    <a:pt x="1106530" y="2233377"/>
                  </a:lnTo>
                  <a:lnTo>
                    <a:pt x="1103419" y="2232370"/>
                  </a:lnTo>
                  <a:lnTo>
                    <a:pt x="1100790" y="2230139"/>
                  </a:lnTo>
                  <a:lnTo>
                    <a:pt x="1097379" y="2223512"/>
                  </a:lnTo>
                  <a:lnTo>
                    <a:pt x="1098157" y="2216741"/>
                  </a:lnTo>
                  <a:lnTo>
                    <a:pt x="1102571" y="2211471"/>
                  </a:lnTo>
                  <a:lnTo>
                    <a:pt x="1110070" y="2209349"/>
                  </a:lnTo>
                  <a:lnTo>
                    <a:pt x="1110449" y="2209301"/>
                  </a:lnTo>
                  <a:lnTo>
                    <a:pt x="1111208" y="2209277"/>
                  </a:lnTo>
                  <a:lnTo>
                    <a:pt x="1117480" y="2209277"/>
                  </a:lnTo>
                  <a:lnTo>
                    <a:pt x="1122714" y="2215296"/>
                  </a:lnTo>
                  <a:lnTo>
                    <a:pt x="1122714" y="2228485"/>
                  </a:lnTo>
                  <a:lnTo>
                    <a:pt x="1116316" y="2233377"/>
                  </a:lnTo>
                  <a:close/>
                </a:path>
                <a:path w="4122420" h="2482215">
                  <a:moveTo>
                    <a:pt x="2327613" y="2233377"/>
                  </a:moveTo>
                  <a:lnTo>
                    <a:pt x="2317826" y="2233377"/>
                  </a:lnTo>
                  <a:lnTo>
                    <a:pt x="2314716" y="2232370"/>
                  </a:lnTo>
                  <a:lnTo>
                    <a:pt x="2312086" y="2230139"/>
                  </a:lnTo>
                  <a:lnTo>
                    <a:pt x="2308782" y="2223512"/>
                  </a:lnTo>
                  <a:lnTo>
                    <a:pt x="2309757" y="2216741"/>
                  </a:lnTo>
                  <a:lnTo>
                    <a:pt x="2314216" y="2211471"/>
                  </a:lnTo>
                  <a:lnTo>
                    <a:pt x="2321367" y="2209349"/>
                  </a:lnTo>
                  <a:lnTo>
                    <a:pt x="2321847" y="2209277"/>
                  </a:lnTo>
                  <a:lnTo>
                    <a:pt x="2322783" y="2209253"/>
                  </a:lnTo>
                  <a:lnTo>
                    <a:pt x="2329585" y="2209253"/>
                  </a:lnTo>
                  <a:lnTo>
                    <a:pt x="2334010" y="2214600"/>
                  </a:lnTo>
                  <a:lnTo>
                    <a:pt x="2334010" y="2228485"/>
                  </a:lnTo>
                  <a:lnTo>
                    <a:pt x="2327613" y="2233377"/>
                  </a:lnTo>
                  <a:close/>
                </a:path>
                <a:path w="4122420" h="2482215">
                  <a:moveTo>
                    <a:pt x="2707203" y="2233377"/>
                  </a:moveTo>
                  <a:lnTo>
                    <a:pt x="2697417" y="2233377"/>
                  </a:lnTo>
                  <a:lnTo>
                    <a:pt x="2694281" y="2232370"/>
                  </a:lnTo>
                  <a:lnTo>
                    <a:pt x="2691651" y="2230139"/>
                  </a:lnTo>
                  <a:lnTo>
                    <a:pt x="2688361" y="2223512"/>
                  </a:lnTo>
                  <a:lnTo>
                    <a:pt x="2689341" y="2216741"/>
                  </a:lnTo>
                  <a:lnTo>
                    <a:pt x="2693796" y="2211471"/>
                  </a:lnTo>
                  <a:lnTo>
                    <a:pt x="2700932" y="2209349"/>
                  </a:lnTo>
                  <a:lnTo>
                    <a:pt x="2701337" y="2209301"/>
                  </a:lnTo>
                  <a:lnTo>
                    <a:pt x="2702095" y="2209277"/>
                  </a:lnTo>
                  <a:lnTo>
                    <a:pt x="2708341" y="2209277"/>
                  </a:lnTo>
                  <a:lnTo>
                    <a:pt x="2713601" y="2215296"/>
                  </a:lnTo>
                  <a:lnTo>
                    <a:pt x="2713601" y="2228485"/>
                  </a:lnTo>
                  <a:lnTo>
                    <a:pt x="2707203" y="2233377"/>
                  </a:lnTo>
                  <a:close/>
                </a:path>
                <a:path w="4122420" h="2482215">
                  <a:moveTo>
                    <a:pt x="2782282" y="2233377"/>
                  </a:moveTo>
                  <a:lnTo>
                    <a:pt x="2772875" y="2233377"/>
                  </a:lnTo>
                  <a:lnTo>
                    <a:pt x="2769941" y="2232370"/>
                  </a:lnTo>
                  <a:lnTo>
                    <a:pt x="2767590" y="2230139"/>
                  </a:lnTo>
                  <a:lnTo>
                    <a:pt x="2763799" y="2223512"/>
                  </a:lnTo>
                  <a:lnTo>
                    <a:pt x="2764517" y="2216741"/>
                  </a:lnTo>
                  <a:lnTo>
                    <a:pt x="2768877" y="2211471"/>
                  </a:lnTo>
                  <a:lnTo>
                    <a:pt x="2776011" y="2209349"/>
                  </a:lnTo>
                  <a:lnTo>
                    <a:pt x="2776491" y="2209277"/>
                  </a:lnTo>
                  <a:lnTo>
                    <a:pt x="2777452" y="2209253"/>
                  </a:lnTo>
                  <a:lnTo>
                    <a:pt x="2784330" y="2209253"/>
                  </a:lnTo>
                  <a:lnTo>
                    <a:pt x="2789464" y="2214600"/>
                  </a:lnTo>
                  <a:lnTo>
                    <a:pt x="2788655" y="2221339"/>
                  </a:lnTo>
                  <a:lnTo>
                    <a:pt x="2788655" y="2228485"/>
                  </a:lnTo>
                  <a:lnTo>
                    <a:pt x="2782282" y="2233377"/>
                  </a:lnTo>
                  <a:close/>
                </a:path>
                <a:path w="4122420" h="2482215">
                  <a:moveTo>
                    <a:pt x="2858195" y="2233377"/>
                  </a:moveTo>
                  <a:lnTo>
                    <a:pt x="2848408" y="2233377"/>
                  </a:lnTo>
                  <a:lnTo>
                    <a:pt x="2845273" y="2232370"/>
                  </a:lnTo>
                  <a:lnTo>
                    <a:pt x="2842643" y="2230139"/>
                  </a:lnTo>
                  <a:lnTo>
                    <a:pt x="2839353" y="2223512"/>
                  </a:lnTo>
                  <a:lnTo>
                    <a:pt x="2840333" y="2216741"/>
                  </a:lnTo>
                  <a:lnTo>
                    <a:pt x="2844788" y="2211471"/>
                  </a:lnTo>
                  <a:lnTo>
                    <a:pt x="2851924" y="2209349"/>
                  </a:lnTo>
                  <a:lnTo>
                    <a:pt x="2852354" y="2209301"/>
                  </a:lnTo>
                  <a:lnTo>
                    <a:pt x="2853213" y="2209277"/>
                  </a:lnTo>
                  <a:lnTo>
                    <a:pt x="2860091" y="2209277"/>
                  </a:lnTo>
                  <a:lnTo>
                    <a:pt x="2864593" y="2215296"/>
                  </a:lnTo>
                  <a:lnTo>
                    <a:pt x="2864593" y="2228485"/>
                  </a:lnTo>
                  <a:lnTo>
                    <a:pt x="2858195" y="2233377"/>
                  </a:lnTo>
                  <a:close/>
                </a:path>
                <a:path w="4122420" h="2482215">
                  <a:moveTo>
                    <a:pt x="2934108" y="2233377"/>
                  </a:moveTo>
                  <a:lnTo>
                    <a:pt x="2924322" y="2233377"/>
                  </a:lnTo>
                  <a:lnTo>
                    <a:pt x="2921186" y="2232370"/>
                  </a:lnTo>
                  <a:lnTo>
                    <a:pt x="2918556" y="2230139"/>
                  </a:lnTo>
                  <a:lnTo>
                    <a:pt x="2915266" y="2223512"/>
                  </a:lnTo>
                  <a:lnTo>
                    <a:pt x="2916246" y="2216741"/>
                  </a:lnTo>
                  <a:lnTo>
                    <a:pt x="2920701" y="2211471"/>
                  </a:lnTo>
                  <a:lnTo>
                    <a:pt x="2927837" y="2209349"/>
                  </a:lnTo>
                  <a:lnTo>
                    <a:pt x="2928267" y="2209277"/>
                  </a:lnTo>
                  <a:lnTo>
                    <a:pt x="2929126" y="2209253"/>
                  </a:lnTo>
                  <a:lnTo>
                    <a:pt x="2935322" y="2209253"/>
                  </a:lnTo>
                  <a:lnTo>
                    <a:pt x="2940506" y="2214600"/>
                  </a:lnTo>
                  <a:lnTo>
                    <a:pt x="2940506" y="2228485"/>
                  </a:lnTo>
                  <a:lnTo>
                    <a:pt x="2934108" y="2233377"/>
                  </a:lnTo>
                  <a:close/>
                </a:path>
                <a:path w="4122420" h="2482215">
                  <a:moveTo>
                    <a:pt x="3009616" y="2233377"/>
                  </a:moveTo>
                  <a:lnTo>
                    <a:pt x="2999881" y="2233377"/>
                  </a:lnTo>
                  <a:lnTo>
                    <a:pt x="2996847" y="2232370"/>
                  </a:lnTo>
                  <a:lnTo>
                    <a:pt x="2994494" y="2230139"/>
                  </a:lnTo>
                  <a:lnTo>
                    <a:pt x="2991073" y="2223512"/>
                  </a:lnTo>
                  <a:lnTo>
                    <a:pt x="2991852" y="2216741"/>
                  </a:lnTo>
                  <a:lnTo>
                    <a:pt x="2996273" y="2211471"/>
                  </a:lnTo>
                  <a:lnTo>
                    <a:pt x="3003775" y="2209349"/>
                  </a:lnTo>
                  <a:lnTo>
                    <a:pt x="3010501" y="2209349"/>
                  </a:lnTo>
                  <a:lnTo>
                    <a:pt x="3016419" y="2214936"/>
                  </a:lnTo>
                  <a:lnTo>
                    <a:pt x="3016419" y="2228485"/>
                  </a:lnTo>
                  <a:lnTo>
                    <a:pt x="3009616" y="2233377"/>
                  </a:lnTo>
                  <a:close/>
                </a:path>
                <a:path w="4122420" h="2482215">
                  <a:moveTo>
                    <a:pt x="3085530" y="2233377"/>
                  </a:moveTo>
                  <a:lnTo>
                    <a:pt x="3075794" y="2233377"/>
                  </a:lnTo>
                  <a:lnTo>
                    <a:pt x="3072759" y="2232370"/>
                  </a:lnTo>
                  <a:lnTo>
                    <a:pt x="3070408" y="2230139"/>
                  </a:lnTo>
                  <a:lnTo>
                    <a:pt x="3066634" y="2223512"/>
                  </a:lnTo>
                  <a:lnTo>
                    <a:pt x="3067452" y="2216741"/>
                  </a:lnTo>
                  <a:lnTo>
                    <a:pt x="3072068" y="2211471"/>
                  </a:lnTo>
                  <a:lnTo>
                    <a:pt x="3079688" y="2209349"/>
                  </a:lnTo>
                  <a:lnTo>
                    <a:pt x="3080068" y="2209301"/>
                  </a:lnTo>
                  <a:lnTo>
                    <a:pt x="3080826" y="2209277"/>
                  </a:lnTo>
                  <a:lnTo>
                    <a:pt x="3087098" y="2209277"/>
                  </a:lnTo>
                  <a:lnTo>
                    <a:pt x="3092332" y="2215296"/>
                  </a:lnTo>
                  <a:lnTo>
                    <a:pt x="3092332" y="2228485"/>
                  </a:lnTo>
                  <a:lnTo>
                    <a:pt x="3085530" y="2233377"/>
                  </a:lnTo>
                  <a:close/>
                </a:path>
                <a:path w="4122420" h="2482215">
                  <a:moveTo>
                    <a:pt x="1648791" y="2210140"/>
                  </a:moveTo>
                  <a:lnTo>
                    <a:pt x="1640627" y="2210140"/>
                  </a:lnTo>
                  <a:lnTo>
                    <a:pt x="1639793" y="2209349"/>
                  </a:lnTo>
                  <a:lnTo>
                    <a:pt x="1640223" y="2209301"/>
                  </a:lnTo>
                  <a:lnTo>
                    <a:pt x="1641082" y="2209277"/>
                  </a:lnTo>
                  <a:lnTo>
                    <a:pt x="1648037" y="2209277"/>
                  </a:lnTo>
                  <a:lnTo>
                    <a:pt x="1648791" y="2210140"/>
                  </a:lnTo>
                  <a:close/>
                </a:path>
                <a:path w="4122420" h="2482215">
                  <a:moveTo>
                    <a:pt x="1646393" y="2233904"/>
                  </a:moveTo>
                  <a:lnTo>
                    <a:pt x="1636910" y="2233904"/>
                  </a:lnTo>
                  <a:lnTo>
                    <a:pt x="1633825" y="2232729"/>
                  </a:lnTo>
                  <a:lnTo>
                    <a:pt x="1631347" y="2230139"/>
                  </a:lnTo>
                  <a:lnTo>
                    <a:pt x="1627622" y="2224057"/>
                  </a:lnTo>
                  <a:lnTo>
                    <a:pt x="1628249" y="2217502"/>
                  </a:lnTo>
                  <a:lnTo>
                    <a:pt x="1632499" y="2212260"/>
                  </a:lnTo>
                  <a:lnTo>
                    <a:pt x="1639641" y="2210116"/>
                  </a:lnTo>
                  <a:lnTo>
                    <a:pt x="1640298" y="2210116"/>
                  </a:lnTo>
                  <a:lnTo>
                    <a:pt x="1640627" y="2210140"/>
                  </a:lnTo>
                  <a:lnTo>
                    <a:pt x="1648791" y="2210140"/>
                  </a:lnTo>
                  <a:lnTo>
                    <a:pt x="1653296" y="2215296"/>
                  </a:lnTo>
                  <a:lnTo>
                    <a:pt x="1653296" y="2221339"/>
                  </a:lnTo>
                  <a:lnTo>
                    <a:pt x="1652715" y="2228892"/>
                  </a:lnTo>
                  <a:lnTo>
                    <a:pt x="1646393" y="2233904"/>
                  </a:lnTo>
                  <a:close/>
                </a:path>
                <a:path w="4122420" h="2482215">
                  <a:moveTo>
                    <a:pt x="1228997" y="2246134"/>
                  </a:moveTo>
                  <a:lnTo>
                    <a:pt x="1221285" y="2245463"/>
                  </a:lnTo>
                  <a:lnTo>
                    <a:pt x="1221892" y="2244935"/>
                  </a:lnTo>
                  <a:lnTo>
                    <a:pt x="1222498" y="2244527"/>
                  </a:lnTo>
                  <a:lnTo>
                    <a:pt x="1225634" y="2244527"/>
                  </a:lnTo>
                  <a:lnTo>
                    <a:pt x="1227303" y="2245343"/>
                  </a:lnTo>
                  <a:lnTo>
                    <a:pt x="1228997" y="2246134"/>
                  </a:lnTo>
                  <a:close/>
                </a:path>
                <a:path w="4122420" h="2482215">
                  <a:moveTo>
                    <a:pt x="1220576" y="2246134"/>
                  </a:moveTo>
                  <a:lnTo>
                    <a:pt x="1219717" y="2245343"/>
                  </a:lnTo>
                  <a:lnTo>
                    <a:pt x="1221285" y="2245463"/>
                  </a:lnTo>
                  <a:lnTo>
                    <a:pt x="1220576" y="2246134"/>
                  </a:lnTo>
                  <a:close/>
                </a:path>
                <a:path w="4122420" h="2482215">
                  <a:moveTo>
                    <a:pt x="1310828" y="2254935"/>
                  </a:moveTo>
                  <a:lnTo>
                    <a:pt x="1287209" y="2252537"/>
                  </a:lnTo>
                  <a:lnTo>
                    <a:pt x="1288878" y="2247741"/>
                  </a:lnTo>
                  <a:lnTo>
                    <a:pt x="1293101" y="2244527"/>
                  </a:lnTo>
                  <a:lnTo>
                    <a:pt x="1299018" y="2244527"/>
                  </a:lnTo>
                  <a:lnTo>
                    <a:pt x="1299018" y="2245343"/>
                  </a:lnTo>
                  <a:lnTo>
                    <a:pt x="1304910" y="2245343"/>
                  </a:lnTo>
                  <a:lnTo>
                    <a:pt x="1309968" y="2249323"/>
                  </a:lnTo>
                  <a:lnTo>
                    <a:pt x="1310828" y="2254935"/>
                  </a:lnTo>
                  <a:close/>
                </a:path>
                <a:path w="4122420" h="2482215">
                  <a:moveTo>
                    <a:pt x="1385046" y="2263735"/>
                  </a:moveTo>
                  <a:lnTo>
                    <a:pt x="1363122" y="2261337"/>
                  </a:lnTo>
                  <a:lnTo>
                    <a:pt x="1362288" y="2259731"/>
                  </a:lnTo>
                  <a:lnTo>
                    <a:pt x="1362288" y="2250139"/>
                  </a:lnTo>
                  <a:lnTo>
                    <a:pt x="1368180" y="2244527"/>
                  </a:lnTo>
                  <a:lnTo>
                    <a:pt x="1374931" y="2244527"/>
                  </a:lnTo>
                  <a:lnTo>
                    <a:pt x="1374931" y="2245343"/>
                  </a:lnTo>
                  <a:lnTo>
                    <a:pt x="1381683" y="2245343"/>
                  </a:lnTo>
                  <a:lnTo>
                    <a:pt x="1387575" y="2250139"/>
                  </a:lnTo>
                  <a:lnTo>
                    <a:pt x="1387575" y="2259731"/>
                  </a:lnTo>
                  <a:lnTo>
                    <a:pt x="1386740" y="2262129"/>
                  </a:lnTo>
                  <a:lnTo>
                    <a:pt x="1385046" y="2263735"/>
                  </a:lnTo>
                  <a:close/>
                </a:path>
                <a:path w="4122420" h="2482215">
                  <a:moveTo>
                    <a:pt x="2290819" y="2268316"/>
                  </a:moveTo>
                  <a:lnTo>
                    <a:pt x="2281438" y="2268316"/>
                  </a:lnTo>
                  <a:lnTo>
                    <a:pt x="2278302" y="2267164"/>
                  </a:lnTo>
                  <a:lnTo>
                    <a:pt x="2275799" y="2264527"/>
                  </a:lnTo>
                  <a:lnTo>
                    <a:pt x="2272023" y="2258367"/>
                  </a:lnTo>
                  <a:lnTo>
                    <a:pt x="2272748" y="2251829"/>
                  </a:lnTo>
                  <a:lnTo>
                    <a:pt x="2277111" y="2246641"/>
                  </a:lnTo>
                  <a:lnTo>
                    <a:pt x="2284245" y="2244527"/>
                  </a:lnTo>
                  <a:lnTo>
                    <a:pt x="2284245" y="2245343"/>
                  </a:lnTo>
                  <a:lnTo>
                    <a:pt x="2290996" y="2245343"/>
                  </a:lnTo>
                  <a:lnTo>
                    <a:pt x="2296888" y="2250139"/>
                  </a:lnTo>
                  <a:lnTo>
                    <a:pt x="2296888" y="2263520"/>
                  </a:lnTo>
                  <a:lnTo>
                    <a:pt x="2290819" y="2268316"/>
                  </a:lnTo>
                  <a:close/>
                </a:path>
                <a:path w="4122420" h="2482215">
                  <a:moveTo>
                    <a:pt x="2593638" y="2268316"/>
                  </a:moveTo>
                  <a:lnTo>
                    <a:pt x="2583876" y="2268316"/>
                  </a:lnTo>
                  <a:lnTo>
                    <a:pt x="2580564" y="2267164"/>
                  </a:lnTo>
                  <a:lnTo>
                    <a:pt x="2577782" y="2264527"/>
                  </a:lnTo>
                  <a:lnTo>
                    <a:pt x="2574371" y="2258367"/>
                  </a:lnTo>
                  <a:lnTo>
                    <a:pt x="2575149" y="2251829"/>
                  </a:lnTo>
                  <a:lnTo>
                    <a:pt x="2579563" y="2246641"/>
                  </a:lnTo>
                  <a:lnTo>
                    <a:pt x="2587063" y="2244527"/>
                  </a:lnTo>
                  <a:lnTo>
                    <a:pt x="2587063" y="2245343"/>
                  </a:lnTo>
                  <a:lnTo>
                    <a:pt x="2593814" y="2245343"/>
                  </a:lnTo>
                  <a:lnTo>
                    <a:pt x="2598872" y="2250139"/>
                  </a:lnTo>
                  <a:lnTo>
                    <a:pt x="2599706" y="2256541"/>
                  </a:lnTo>
                  <a:lnTo>
                    <a:pt x="2599706" y="2263520"/>
                  </a:lnTo>
                  <a:lnTo>
                    <a:pt x="2593638" y="2268316"/>
                  </a:lnTo>
                  <a:close/>
                </a:path>
                <a:path w="4122420" h="2482215">
                  <a:moveTo>
                    <a:pt x="1828033" y="2268603"/>
                  </a:moveTo>
                  <a:lnTo>
                    <a:pt x="1818759" y="2264830"/>
                  </a:lnTo>
                  <a:lnTo>
                    <a:pt x="1815667" y="2256529"/>
                  </a:lnTo>
                  <a:lnTo>
                    <a:pt x="1818759" y="2248229"/>
                  </a:lnTo>
                  <a:lnTo>
                    <a:pt x="1828033" y="2244455"/>
                  </a:lnTo>
                  <a:lnTo>
                    <a:pt x="1828538" y="2244455"/>
                  </a:lnTo>
                  <a:lnTo>
                    <a:pt x="1829575" y="2244527"/>
                  </a:lnTo>
                  <a:lnTo>
                    <a:pt x="1838124" y="2248845"/>
                  </a:lnTo>
                  <a:lnTo>
                    <a:pt x="1840974" y="2256835"/>
                  </a:lnTo>
                  <a:lnTo>
                    <a:pt x="1838124" y="2264673"/>
                  </a:lnTo>
                  <a:lnTo>
                    <a:pt x="1829575" y="2268531"/>
                  </a:lnTo>
                  <a:lnTo>
                    <a:pt x="1829044" y="2268579"/>
                  </a:lnTo>
                  <a:lnTo>
                    <a:pt x="1828033" y="2268603"/>
                  </a:lnTo>
                  <a:close/>
                </a:path>
                <a:path w="4122420" h="2482215">
                  <a:moveTo>
                    <a:pt x="2206789" y="2268603"/>
                  </a:moveTo>
                  <a:lnTo>
                    <a:pt x="2197501" y="2264830"/>
                  </a:lnTo>
                  <a:lnTo>
                    <a:pt x="2194405" y="2256529"/>
                  </a:lnTo>
                  <a:lnTo>
                    <a:pt x="2197501" y="2248229"/>
                  </a:lnTo>
                  <a:lnTo>
                    <a:pt x="2206789" y="2244455"/>
                  </a:lnTo>
                  <a:lnTo>
                    <a:pt x="2207269" y="2244455"/>
                  </a:lnTo>
                  <a:lnTo>
                    <a:pt x="2208331" y="2244527"/>
                  </a:lnTo>
                  <a:lnTo>
                    <a:pt x="2216866" y="2248730"/>
                  </a:lnTo>
                  <a:lnTo>
                    <a:pt x="2219711" y="2256529"/>
                  </a:lnTo>
                  <a:lnTo>
                    <a:pt x="2216866" y="2264329"/>
                  </a:lnTo>
                  <a:lnTo>
                    <a:pt x="2208331" y="2268531"/>
                  </a:lnTo>
                  <a:lnTo>
                    <a:pt x="2207801" y="2268579"/>
                  </a:lnTo>
                  <a:lnTo>
                    <a:pt x="2206789" y="2268603"/>
                  </a:lnTo>
                  <a:close/>
                </a:path>
                <a:path w="4122420" h="2482215">
                  <a:moveTo>
                    <a:pt x="1760161" y="2268747"/>
                  </a:moveTo>
                  <a:lnTo>
                    <a:pt x="1750400" y="2268747"/>
                  </a:lnTo>
                  <a:lnTo>
                    <a:pt x="1747138" y="2267668"/>
                  </a:lnTo>
                  <a:lnTo>
                    <a:pt x="1744382" y="2265342"/>
                  </a:lnTo>
                  <a:lnTo>
                    <a:pt x="1741092" y="2259045"/>
                  </a:lnTo>
                  <a:lnTo>
                    <a:pt x="1742071" y="2252228"/>
                  </a:lnTo>
                  <a:lnTo>
                    <a:pt x="1746526" y="2246765"/>
                  </a:lnTo>
                  <a:lnTo>
                    <a:pt x="1753662" y="2244527"/>
                  </a:lnTo>
                  <a:lnTo>
                    <a:pt x="1753662" y="2245343"/>
                  </a:lnTo>
                  <a:lnTo>
                    <a:pt x="1760414" y="2245343"/>
                  </a:lnTo>
                  <a:lnTo>
                    <a:pt x="1766331" y="2250139"/>
                  </a:lnTo>
                  <a:lnTo>
                    <a:pt x="1766331" y="2264095"/>
                  </a:lnTo>
                  <a:lnTo>
                    <a:pt x="1760161" y="2268747"/>
                  </a:lnTo>
                  <a:close/>
                </a:path>
                <a:path w="4122420" h="2482215">
                  <a:moveTo>
                    <a:pt x="2138892" y="2268747"/>
                  </a:moveTo>
                  <a:lnTo>
                    <a:pt x="2129536" y="2268747"/>
                  </a:lnTo>
                  <a:lnTo>
                    <a:pt x="2126425" y="2267668"/>
                  </a:lnTo>
                  <a:lnTo>
                    <a:pt x="2123973" y="2265342"/>
                  </a:lnTo>
                  <a:lnTo>
                    <a:pt x="2120186" y="2259045"/>
                  </a:lnTo>
                  <a:lnTo>
                    <a:pt x="2120913" y="2252228"/>
                  </a:lnTo>
                  <a:lnTo>
                    <a:pt x="2125281" y="2246765"/>
                  </a:lnTo>
                  <a:lnTo>
                    <a:pt x="2132419" y="2244527"/>
                  </a:lnTo>
                  <a:lnTo>
                    <a:pt x="2132419" y="2245343"/>
                  </a:lnTo>
                  <a:lnTo>
                    <a:pt x="2139145" y="2245343"/>
                  </a:lnTo>
                  <a:lnTo>
                    <a:pt x="2145062" y="2250139"/>
                  </a:lnTo>
                  <a:lnTo>
                    <a:pt x="2145062" y="2264095"/>
                  </a:lnTo>
                  <a:lnTo>
                    <a:pt x="2138892" y="2268747"/>
                  </a:lnTo>
                  <a:close/>
                </a:path>
                <a:path w="4122420" h="2482215">
                  <a:moveTo>
                    <a:pt x="1532953" y="2269131"/>
                  </a:moveTo>
                  <a:lnTo>
                    <a:pt x="1523217" y="2269131"/>
                  </a:lnTo>
                  <a:lnTo>
                    <a:pt x="1519980" y="2267956"/>
                  </a:lnTo>
                  <a:lnTo>
                    <a:pt x="1517477" y="2265342"/>
                  </a:lnTo>
                  <a:lnTo>
                    <a:pt x="1514066" y="2259172"/>
                  </a:lnTo>
                  <a:lnTo>
                    <a:pt x="1514844" y="2252636"/>
                  </a:lnTo>
                  <a:lnTo>
                    <a:pt x="1519259" y="2247453"/>
                  </a:lnTo>
                  <a:lnTo>
                    <a:pt x="1526758" y="2245343"/>
                  </a:lnTo>
                  <a:lnTo>
                    <a:pt x="1533509" y="2245343"/>
                  </a:lnTo>
                  <a:lnTo>
                    <a:pt x="1539426" y="2250139"/>
                  </a:lnTo>
                  <a:lnTo>
                    <a:pt x="1539426" y="2264311"/>
                  </a:lnTo>
                  <a:lnTo>
                    <a:pt x="1532953" y="2269131"/>
                  </a:lnTo>
                  <a:close/>
                </a:path>
                <a:path w="4122420" h="2482215">
                  <a:moveTo>
                    <a:pt x="1608411" y="2269131"/>
                  </a:moveTo>
                  <a:lnTo>
                    <a:pt x="1599029" y="2269131"/>
                  </a:lnTo>
                  <a:lnTo>
                    <a:pt x="1595894" y="2267956"/>
                  </a:lnTo>
                  <a:lnTo>
                    <a:pt x="1593390" y="2265342"/>
                  </a:lnTo>
                  <a:lnTo>
                    <a:pt x="1589627" y="2259172"/>
                  </a:lnTo>
                  <a:lnTo>
                    <a:pt x="1590444" y="2252636"/>
                  </a:lnTo>
                  <a:lnTo>
                    <a:pt x="1595054" y="2247453"/>
                  </a:lnTo>
                  <a:lnTo>
                    <a:pt x="1602671" y="2245343"/>
                  </a:lnTo>
                  <a:lnTo>
                    <a:pt x="1609423" y="2245343"/>
                  </a:lnTo>
                  <a:lnTo>
                    <a:pt x="1614480" y="2250930"/>
                  </a:lnTo>
                  <a:lnTo>
                    <a:pt x="1614480" y="2264311"/>
                  </a:lnTo>
                  <a:lnTo>
                    <a:pt x="1608411" y="2269131"/>
                  </a:lnTo>
                  <a:close/>
                </a:path>
                <a:path w="4122420" h="2482215">
                  <a:moveTo>
                    <a:pt x="1684805" y="2269131"/>
                  </a:moveTo>
                  <a:lnTo>
                    <a:pt x="1675044" y="2269131"/>
                  </a:lnTo>
                  <a:lnTo>
                    <a:pt x="1671806" y="2267956"/>
                  </a:lnTo>
                  <a:lnTo>
                    <a:pt x="1669328" y="2265342"/>
                  </a:lnTo>
                  <a:lnTo>
                    <a:pt x="1665551" y="2259172"/>
                  </a:lnTo>
                  <a:lnTo>
                    <a:pt x="1666360" y="2252636"/>
                  </a:lnTo>
                  <a:lnTo>
                    <a:pt x="1670968" y="2247453"/>
                  </a:lnTo>
                  <a:lnTo>
                    <a:pt x="1678584" y="2245343"/>
                  </a:lnTo>
                  <a:lnTo>
                    <a:pt x="1685335" y="2245343"/>
                  </a:lnTo>
                  <a:lnTo>
                    <a:pt x="1690393" y="2250930"/>
                  </a:lnTo>
                  <a:lnTo>
                    <a:pt x="1691253" y="2257333"/>
                  </a:lnTo>
                  <a:lnTo>
                    <a:pt x="1691253" y="2264311"/>
                  </a:lnTo>
                  <a:lnTo>
                    <a:pt x="1684805" y="2269131"/>
                  </a:lnTo>
                  <a:close/>
                </a:path>
                <a:path w="4122420" h="2482215">
                  <a:moveTo>
                    <a:pt x="1987167" y="2269131"/>
                  </a:moveTo>
                  <a:lnTo>
                    <a:pt x="1977785" y="2269131"/>
                  </a:lnTo>
                  <a:lnTo>
                    <a:pt x="1974650" y="2267956"/>
                  </a:lnTo>
                  <a:lnTo>
                    <a:pt x="1972146" y="2265342"/>
                  </a:lnTo>
                  <a:lnTo>
                    <a:pt x="1968359" y="2259172"/>
                  </a:lnTo>
                  <a:lnTo>
                    <a:pt x="1969083" y="2252636"/>
                  </a:lnTo>
                  <a:lnTo>
                    <a:pt x="1973444" y="2247453"/>
                  </a:lnTo>
                  <a:lnTo>
                    <a:pt x="1980567" y="2245343"/>
                  </a:lnTo>
                  <a:lnTo>
                    <a:pt x="1988179" y="2245343"/>
                  </a:lnTo>
                  <a:lnTo>
                    <a:pt x="1993236" y="2250139"/>
                  </a:lnTo>
                  <a:lnTo>
                    <a:pt x="1993236" y="2264311"/>
                  </a:lnTo>
                  <a:lnTo>
                    <a:pt x="1987167" y="2269131"/>
                  </a:lnTo>
                  <a:close/>
                </a:path>
                <a:path w="4122420" h="2482215">
                  <a:moveTo>
                    <a:pt x="2365898" y="2269131"/>
                  </a:moveTo>
                  <a:lnTo>
                    <a:pt x="2356137" y="2269131"/>
                  </a:lnTo>
                  <a:lnTo>
                    <a:pt x="2352824" y="2267956"/>
                  </a:lnTo>
                  <a:lnTo>
                    <a:pt x="2350043" y="2265342"/>
                  </a:lnTo>
                  <a:lnTo>
                    <a:pt x="2346749" y="2259172"/>
                  </a:lnTo>
                  <a:lnTo>
                    <a:pt x="2347723" y="2252636"/>
                  </a:lnTo>
                  <a:lnTo>
                    <a:pt x="2352176" y="2247453"/>
                  </a:lnTo>
                  <a:lnTo>
                    <a:pt x="2359323" y="2245343"/>
                  </a:lnTo>
                  <a:lnTo>
                    <a:pt x="2366075" y="2245343"/>
                  </a:lnTo>
                  <a:lnTo>
                    <a:pt x="2371967" y="2250930"/>
                  </a:lnTo>
                  <a:lnTo>
                    <a:pt x="2371967" y="2264311"/>
                  </a:lnTo>
                  <a:lnTo>
                    <a:pt x="2365898" y="2269131"/>
                  </a:lnTo>
                  <a:close/>
                </a:path>
                <a:path w="4122420" h="2482215">
                  <a:moveTo>
                    <a:pt x="2517724" y="2269131"/>
                  </a:moveTo>
                  <a:lnTo>
                    <a:pt x="2507963" y="2269131"/>
                  </a:lnTo>
                  <a:lnTo>
                    <a:pt x="2504651" y="2267956"/>
                  </a:lnTo>
                  <a:lnTo>
                    <a:pt x="2501869" y="2265342"/>
                  </a:lnTo>
                  <a:lnTo>
                    <a:pt x="2498575" y="2259172"/>
                  </a:lnTo>
                  <a:lnTo>
                    <a:pt x="2499549" y="2252636"/>
                  </a:lnTo>
                  <a:lnTo>
                    <a:pt x="2504003" y="2247453"/>
                  </a:lnTo>
                  <a:lnTo>
                    <a:pt x="2511149" y="2245343"/>
                  </a:lnTo>
                  <a:lnTo>
                    <a:pt x="2517901" y="2245343"/>
                  </a:lnTo>
                  <a:lnTo>
                    <a:pt x="2523793" y="2250930"/>
                  </a:lnTo>
                  <a:lnTo>
                    <a:pt x="2523793" y="2264311"/>
                  </a:lnTo>
                  <a:lnTo>
                    <a:pt x="2517724" y="2269131"/>
                  </a:lnTo>
                  <a:close/>
                </a:path>
                <a:path w="4122420" h="2482215">
                  <a:moveTo>
                    <a:pt x="2744629" y="2269131"/>
                  </a:moveTo>
                  <a:lnTo>
                    <a:pt x="2735248" y="2269131"/>
                  </a:lnTo>
                  <a:lnTo>
                    <a:pt x="2732112" y="2267956"/>
                  </a:lnTo>
                  <a:lnTo>
                    <a:pt x="2729608" y="2265342"/>
                  </a:lnTo>
                  <a:lnTo>
                    <a:pt x="2725832" y="2259172"/>
                  </a:lnTo>
                  <a:lnTo>
                    <a:pt x="2726558" y="2252636"/>
                  </a:lnTo>
                  <a:lnTo>
                    <a:pt x="2730920" y="2247453"/>
                  </a:lnTo>
                  <a:lnTo>
                    <a:pt x="2738054" y="2245343"/>
                  </a:lnTo>
                  <a:lnTo>
                    <a:pt x="2745640" y="2245343"/>
                  </a:lnTo>
                  <a:lnTo>
                    <a:pt x="2750698" y="2250930"/>
                  </a:lnTo>
                  <a:lnTo>
                    <a:pt x="2750698" y="2264311"/>
                  </a:lnTo>
                  <a:lnTo>
                    <a:pt x="2744629" y="2269131"/>
                  </a:lnTo>
                  <a:close/>
                </a:path>
                <a:path w="4122420" h="2482215">
                  <a:moveTo>
                    <a:pt x="2896480" y="2269131"/>
                  </a:moveTo>
                  <a:lnTo>
                    <a:pt x="2886719" y="2269131"/>
                  </a:lnTo>
                  <a:lnTo>
                    <a:pt x="2883381" y="2267956"/>
                  </a:lnTo>
                  <a:lnTo>
                    <a:pt x="2880600" y="2265342"/>
                  </a:lnTo>
                  <a:lnTo>
                    <a:pt x="2877310" y="2259172"/>
                  </a:lnTo>
                  <a:lnTo>
                    <a:pt x="2878289" y="2252636"/>
                  </a:lnTo>
                  <a:lnTo>
                    <a:pt x="2882744" y="2247453"/>
                  </a:lnTo>
                  <a:lnTo>
                    <a:pt x="2889880" y="2245343"/>
                  </a:lnTo>
                  <a:lnTo>
                    <a:pt x="2896632" y="2245343"/>
                  </a:lnTo>
                  <a:lnTo>
                    <a:pt x="2902549" y="2250930"/>
                  </a:lnTo>
                  <a:lnTo>
                    <a:pt x="2902549" y="2264311"/>
                  </a:lnTo>
                  <a:lnTo>
                    <a:pt x="2896480" y="2269131"/>
                  </a:lnTo>
                  <a:close/>
                </a:path>
                <a:path w="4122420" h="2482215">
                  <a:moveTo>
                    <a:pt x="2972394" y="2269131"/>
                  </a:moveTo>
                  <a:lnTo>
                    <a:pt x="2962633" y="2269131"/>
                  </a:lnTo>
                  <a:lnTo>
                    <a:pt x="2959294" y="2267956"/>
                  </a:lnTo>
                  <a:lnTo>
                    <a:pt x="2956538" y="2265342"/>
                  </a:lnTo>
                  <a:lnTo>
                    <a:pt x="2953112" y="2259172"/>
                  </a:lnTo>
                  <a:lnTo>
                    <a:pt x="2953883" y="2252636"/>
                  </a:lnTo>
                  <a:lnTo>
                    <a:pt x="2958295" y="2247453"/>
                  </a:lnTo>
                  <a:lnTo>
                    <a:pt x="2965794" y="2245343"/>
                  </a:lnTo>
                  <a:lnTo>
                    <a:pt x="2972545" y="2245343"/>
                  </a:lnTo>
                  <a:lnTo>
                    <a:pt x="2978463" y="2250930"/>
                  </a:lnTo>
                  <a:lnTo>
                    <a:pt x="2978463" y="2264311"/>
                  </a:lnTo>
                  <a:lnTo>
                    <a:pt x="2972394" y="2269131"/>
                  </a:lnTo>
                  <a:close/>
                </a:path>
                <a:path w="4122420" h="2482215">
                  <a:moveTo>
                    <a:pt x="1911355" y="2269371"/>
                  </a:moveTo>
                  <a:lnTo>
                    <a:pt x="1901619" y="2269371"/>
                  </a:lnTo>
                  <a:lnTo>
                    <a:pt x="1898585" y="2268387"/>
                  </a:lnTo>
                  <a:lnTo>
                    <a:pt x="1896233" y="2266133"/>
                  </a:lnTo>
                  <a:lnTo>
                    <a:pt x="1892812" y="2259506"/>
                  </a:lnTo>
                  <a:lnTo>
                    <a:pt x="1893591" y="2252735"/>
                  </a:lnTo>
                  <a:lnTo>
                    <a:pt x="1898011" y="2247465"/>
                  </a:lnTo>
                  <a:lnTo>
                    <a:pt x="1905514" y="2245343"/>
                  </a:lnTo>
                  <a:lnTo>
                    <a:pt x="1912240" y="2245343"/>
                  </a:lnTo>
                  <a:lnTo>
                    <a:pt x="1918158" y="2250930"/>
                  </a:lnTo>
                  <a:lnTo>
                    <a:pt x="1918158" y="2264503"/>
                  </a:lnTo>
                  <a:lnTo>
                    <a:pt x="1911355" y="2269371"/>
                  </a:lnTo>
                  <a:close/>
                </a:path>
                <a:path w="4122420" h="2482215">
                  <a:moveTo>
                    <a:pt x="1449302" y="2269395"/>
                  </a:moveTo>
                  <a:lnTo>
                    <a:pt x="1440028" y="2265625"/>
                  </a:lnTo>
                  <a:lnTo>
                    <a:pt x="1436936" y="2257333"/>
                  </a:lnTo>
                  <a:lnTo>
                    <a:pt x="1440028" y="2249040"/>
                  </a:lnTo>
                  <a:lnTo>
                    <a:pt x="1449302" y="2245271"/>
                  </a:lnTo>
                  <a:lnTo>
                    <a:pt x="1449808" y="2245271"/>
                  </a:lnTo>
                  <a:lnTo>
                    <a:pt x="1450844" y="2245343"/>
                  </a:lnTo>
                  <a:lnTo>
                    <a:pt x="1459379" y="2249535"/>
                  </a:lnTo>
                  <a:lnTo>
                    <a:pt x="1462224" y="2257333"/>
                  </a:lnTo>
                  <a:lnTo>
                    <a:pt x="1459379" y="2265131"/>
                  </a:lnTo>
                  <a:lnTo>
                    <a:pt x="1450844" y="2269323"/>
                  </a:lnTo>
                  <a:lnTo>
                    <a:pt x="1450313" y="2269371"/>
                  </a:lnTo>
                  <a:lnTo>
                    <a:pt x="1449302" y="2269395"/>
                  </a:lnTo>
                  <a:close/>
                </a:path>
                <a:path w="4122420" h="2482215">
                  <a:moveTo>
                    <a:pt x="2054938" y="2269395"/>
                  </a:moveTo>
                  <a:lnTo>
                    <a:pt x="2045664" y="2265625"/>
                  </a:lnTo>
                  <a:lnTo>
                    <a:pt x="2042572" y="2257333"/>
                  </a:lnTo>
                  <a:lnTo>
                    <a:pt x="2045664" y="2249040"/>
                  </a:lnTo>
                  <a:lnTo>
                    <a:pt x="2054938" y="2245271"/>
                  </a:lnTo>
                  <a:lnTo>
                    <a:pt x="2055443" y="2245271"/>
                  </a:lnTo>
                  <a:lnTo>
                    <a:pt x="2056480" y="2245343"/>
                  </a:lnTo>
                  <a:lnTo>
                    <a:pt x="2065029" y="2249535"/>
                  </a:lnTo>
                  <a:lnTo>
                    <a:pt x="2067878" y="2257333"/>
                  </a:lnTo>
                  <a:lnTo>
                    <a:pt x="2065029" y="2265131"/>
                  </a:lnTo>
                  <a:lnTo>
                    <a:pt x="2056480" y="2269323"/>
                  </a:lnTo>
                  <a:lnTo>
                    <a:pt x="2055949" y="2269371"/>
                  </a:lnTo>
                  <a:lnTo>
                    <a:pt x="2054938" y="2269395"/>
                  </a:lnTo>
                  <a:close/>
                </a:path>
                <a:path w="4122420" h="2482215">
                  <a:moveTo>
                    <a:pt x="2433694" y="2269395"/>
                  </a:moveTo>
                  <a:lnTo>
                    <a:pt x="2424405" y="2265625"/>
                  </a:lnTo>
                  <a:lnTo>
                    <a:pt x="2421309" y="2257333"/>
                  </a:lnTo>
                  <a:lnTo>
                    <a:pt x="2424405" y="2249040"/>
                  </a:lnTo>
                  <a:lnTo>
                    <a:pt x="2433694" y="2245271"/>
                  </a:lnTo>
                  <a:lnTo>
                    <a:pt x="2434174" y="2245271"/>
                  </a:lnTo>
                  <a:lnTo>
                    <a:pt x="2435236" y="2245343"/>
                  </a:lnTo>
                  <a:lnTo>
                    <a:pt x="2443771" y="2249535"/>
                  </a:lnTo>
                  <a:lnTo>
                    <a:pt x="2446615" y="2257333"/>
                  </a:lnTo>
                  <a:lnTo>
                    <a:pt x="2443771" y="2265131"/>
                  </a:lnTo>
                  <a:lnTo>
                    <a:pt x="2435236" y="2269323"/>
                  </a:lnTo>
                  <a:lnTo>
                    <a:pt x="2434705" y="2269371"/>
                  </a:lnTo>
                  <a:lnTo>
                    <a:pt x="2433694" y="2269395"/>
                  </a:lnTo>
                  <a:close/>
                </a:path>
                <a:path w="4122420" h="2482215">
                  <a:moveTo>
                    <a:pt x="2661433" y="2269395"/>
                  </a:moveTo>
                  <a:lnTo>
                    <a:pt x="2652159" y="2265625"/>
                  </a:lnTo>
                  <a:lnTo>
                    <a:pt x="2649067" y="2257333"/>
                  </a:lnTo>
                  <a:lnTo>
                    <a:pt x="2652159" y="2249040"/>
                  </a:lnTo>
                  <a:lnTo>
                    <a:pt x="2661433" y="2245271"/>
                  </a:lnTo>
                  <a:lnTo>
                    <a:pt x="2661939" y="2245271"/>
                  </a:lnTo>
                  <a:lnTo>
                    <a:pt x="2662976" y="2245343"/>
                  </a:lnTo>
                  <a:lnTo>
                    <a:pt x="2671524" y="2249535"/>
                  </a:lnTo>
                  <a:lnTo>
                    <a:pt x="2674374" y="2257333"/>
                  </a:lnTo>
                  <a:lnTo>
                    <a:pt x="2671524" y="2265131"/>
                  </a:lnTo>
                  <a:lnTo>
                    <a:pt x="2662976" y="2269323"/>
                  </a:lnTo>
                  <a:lnTo>
                    <a:pt x="2662444" y="2269371"/>
                  </a:lnTo>
                  <a:lnTo>
                    <a:pt x="2661433" y="2269395"/>
                  </a:lnTo>
                  <a:close/>
                </a:path>
                <a:path w="4122420" h="2482215">
                  <a:moveTo>
                    <a:pt x="2812425" y="2269395"/>
                  </a:moveTo>
                  <a:lnTo>
                    <a:pt x="2803151" y="2265625"/>
                  </a:lnTo>
                  <a:lnTo>
                    <a:pt x="2800060" y="2257333"/>
                  </a:lnTo>
                  <a:lnTo>
                    <a:pt x="2803151" y="2249040"/>
                  </a:lnTo>
                  <a:lnTo>
                    <a:pt x="2812425" y="2245271"/>
                  </a:lnTo>
                  <a:lnTo>
                    <a:pt x="2812930" y="2245271"/>
                  </a:lnTo>
                  <a:lnTo>
                    <a:pt x="2813967" y="2245343"/>
                  </a:lnTo>
                  <a:lnTo>
                    <a:pt x="2822516" y="2249535"/>
                  </a:lnTo>
                  <a:lnTo>
                    <a:pt x="2825365" y="2257333"/>
                  </a:lnTo>
                  <a:lnTo>
                    <a:pt x="2822516" y="2265131"/>
                  </a:lnTo>
                  <a:lnTo>
                    <a:pt x="2813967" y="2269323"/>
                  </a:lnTo>
                  <a:lnTo>
                    <a:pt x="2813436" y="2269371"/>
                  </a:lnTo>
                  <a:lnTo>
                    <a:pt x="2812425" y="2269395"/>
                  </a:lnTo>
                  <a:close/>
                </a:path>
                <a:path w="4122420" h="2482215">
                  <a:moveTo>
                    <a:pt x="3040164" y="2269395"/>
                  </a:moveTo>
                  <a:lnTo>
                    <a:pt x="3030890" y="2265625"/>
                  </a:lnTo>
                  <a:lnTo>
                    <a:pt x="3027798" y="2257333"/>
                  </a:lnTo>
                  <a:lnTo>
                    <a:pt x="3030890" y="2249040"/>
                  </a:lnTo>
                  <a:lnTo>
                    <a:pt x="3040164" y="2245271"/>
                  </a:lnTo>
                  <a:lnTo>
                    <a:pt x="3040669" y="2245271"/>
                  </a:lnTo>
                  <a:lnTo>
                    <a:pt x="3041732" y="2245343"/>
                  </a:lnTo>
                  <a:lnTo>
                    <a:pt x="3050267" y="2249535"/>
                  </a:lnTo>
                  <a:lnTo>
                    <a:pt x="3053112" y="2257333"/>
                  </a:lnTo>
                  <a:lnTo>
                    <a:pt x="3050267" y="2265131"/>
                  </a:lnTo>
                  <a:lnTo>
                    <a:pt x="3041732" y="2269323"/>
                  </a:lnTo>
                  <a:lnTo>
                    <a:pt x="3041201" y="2269371"/>
                  </a:lnTo>
                  <a:lnTo>
                    <a:pt x="3040164" y="2269395"/>
                  </a:lnTo>
                  <a:close/>
                </a:path>
                <a:path w="4122420" h="2482215">
                  <a:moveTo>
                    <a:pt x="3123284" y="2269538"/>
                  </a:moveTo>
                  <a:lnTo>
                    <a:pt x="3113902" y="2269538"/>
                  </a:lnTo>
                  <a:lnTo>
                    <a:pt x="3110817" y="2268459"/>
                  </a:lnTo>
                  <a:lnTo>
                    <a:pt x="3108364" y="2266133"/>
                  </a:lnTo>
                  <a:lnTo>
                    <a:pt x="3104577" y="2259850"/>
                  </a:lnTo>
                  <a:lnTo>
                    <a:pt x="3105302" y="2253040"/>
                  </a:lnTo>
                  <a:lnTo>
                    <a:pt x="3109662" y="2247580"/>
                  </a:lnTo>
                  <a:lnTo>
                    <a:pt x="3116785" y="2245343"/>
                  </a:lnTo>
                  <a:lnTo>
                    <a:pt x="3117644" y="2245343"/>
                  </a:lnTo>
                  <a:lnTo>
                    <a:pt x="3118480" y="2246134"/>
                  </a:lnTo>
                  <a:lnTo>
                    <a:pt x="3120173" y="2246134"/>
                  </a:lnTo>
                  <a:lnTo>
                    <a:pt x="3129454" y="2256541"/>
                  </a:lnTo>
                  <a:lnTo>
                    <a:pt x="3129454" y="2264887"/>
                  </a:lnTo>
                  <a:lnTo>
                    <a:pt x="3123284" y="2269538"/>
                  </a:lnTo>
                  <a:close/>
                </a:path>
                <a:path w="4122420" h="2482215">
                  <a:moveTo>
                    <a:pt x="1573995" y="2285341"/>
                  </a:moveTo>
                  <a:lnTo>
                    <a:pt x="1564714" y="2284526"/>
                  </a:lnTo>
                  <a:lnTo>
                    <a:pt x="1557128" y="2283735"/>
                  </a:lnTo>
                  <a:lnTo>
                    <a:pt x="1559656" y="2282128"/>
                  </a:lnTo>
                  <a:lnTo>
                    <a:pt x="1562185" y="2281337"/>
                  </a:lnTo>
                  <a:lnTo>
                    <a:pt x="1568103" y="2281337"/>
                  </a:lnTo>
                  <a:lnTo>
                    <a:pt x="1571466" y="2282919"/>
                  </a:lnTo>
                  <a:lnTo>
                    <a:pt x="1573995" y="2285341"/>
                  </a:lnTo>
                  <a:close/>
                </a:path>
                <a:path w="4122420" h="2482215">
                  <a:moveTo>
                    <a:pt x="1652437" y="2294118"/>
                  </a:moveTo>
                  <a:lnTo>
                    <a:pt x="1644850" y="2293327"/>
                  </a:lnTo>
                  <a:lnTo>
                    <a:pt x="1639793" y="2292535"/>
                  </a:lnTo>
                  <a:lnTo>
                    <a:pt x="1627983" y="2290929"/>
                  </a:lnTo>
                  <a:lnTo>
                    <a:pt x="1628818" y="2285341"/>
                  </a:lnTo>
                  <a:lnTo>
                    <a:pt x="1633901" y="2281337"/>
                  </a:lnTo>
                  <a:lnTo>
                    <a:pt x="1647379" y="2281337"/>
                  </a:lnTo>
                  <a:lnTo>
                    <a:pt x="1652437" y="2286133"/>
                  </a:lnTo>
                  <a:lnTo>
                    <a:pt x="1652437" y="2294118"/>
                  </a:lnTo>
                  <a:close/>
                </a:path>
                <a:path w="4122420" h="2482215">
                  <a:moveTo>
                    <a:pt x="1724986" y="2302127"/>
                  </a:moveTo>
                  <a:lnTo>
                    <a:pt x="1716565" y="2301336"/>
                  </a:lnTo>
                  <a:lnTo>
                    <a:pt x="1705591" y="2300521"/>
                  </a:lnTo>
                  <a:lnTo>
                    <a:pt x="1703896" y="2295725"/>
                  </a:lnTo>
                  <a:lnTo>
                    <a:pt x="1703896" y="2293327"/>
                  </a:lnTo>
                  <a:lnTo>
                    <a:pt x="1703062" y="2286924"/>
                  </a:lnTo>
                  <a:lnTo>
                    <a:pt x="1708954" y="2281337"/>
                  </a:lnTo>
                  <a:lnTo>
                    <a:pt x="1715706" y="2281337"/>
                  </a:lnTo>
                  <a:lnTo>
                    <a:pt x="1716186" y="2281289"/>
                  </a:lnTo>
                  <a:lnTo>
                    <a:pt x="1717147" y="2281265"/>
                  </a:lnTo>
                  <a:lnTo>
                    <a:pt x="1724025" y="2281265"/>
                  </a:lnTo>
                  <a:lnTo>
                    <a:pt x="1729209" y="2286588"/>
                  </a:lnTo>
                  <a:lnTo>
                    <a:pt x="1729209" y="2296540"/>
                  </a:lnTo>
                  <a:lnTo>
                    <a:pt x="1727515" y="2299729"/>
                  </a:lnTo>
                  <a:lnTo>
                    <a:pt x="1724986" y="2302127"/>
                  </a:lnTo>
                  <a:close/>
                </a:path>
                <a:path w="4122420" h="2482215">
                  <a:moveTo>
                    <a:pt x="2631139" y="2303950"/>
                  </a:moveTo>
                  <a:lnTo>
                    <a:pt x="2621377" y="2303950"/>
                  </a:lnTo>
                  <a:lnTo>
                    <a:pt x="2618216" y="2302871"/>
                  </a:lnTo>
                  <a:lnTo>
                    <a:pt x="2615738" y="2300521"/>
                  </a:lnTo>
                  <a:lnTo>
                    <a:pt x="2612327" y="2293903"/>
                  </a:lnTo>
                  <a:lnTo>
                    <a:pt x="2613106" y="2287131"/>
                  </a:lnTo>
                  <a:lnTo>
                    <a:pt x="2617520" y="2281856"/>
                  </a:lnTo>
                  <a:lnTo>
                    <a:pt x="2625019" y="2279730"/>
                  </a:lnTo>
                  <a:lnTo>
                    <a:pt x="2625019" y="2281337"/>
                  </a:lnTo>
                  <a:lnTo>
                    <a:pt x="2630937" y="2281337"/>
                  </a:lnTo>
                  <a:lnTo>
                    <a:pt x="2636828" y="2286133"/>
                  </a:lnTo>
                  <a:lnTo>
                    <a:pt x="2637688" y="2291720"/>
                  </a:lnTo>
                  <a:lnTo>
                    <a:pt x="2637688" y="2299298"/>
                  </a:lnTo>
                  <a:lnTo>
                    <a:pt x="2631139" y="2303950"/>
                  </a:lnTo>
                  <a:close/>
                </a:path>
                <a:path w="4122420" h="2482215">
                  <a:moveTo>
                    <a:pt x="1798118" y="2304741"/>
                  </a:moveTo>
                  <a:lnTo>
                    <a:pt x="1788357" y="2304741"/>
                  </a:lnTo>
                  <a:lnTo>
                    <a:pt x="1785095" y="2303662"/>
                  </a:lnTo>
                  <a:lnTo>
                    <a:pt x="1782338" y="2301336"/>
                  </a:lnTo>
                  <a:lnTo>
                    <a:pt x="1779048" y="2294705"/>
                  </a:lnTo>
                  <a:lnTo>
                    <a:pt x="1780028" y="2287925"/>
                  </a:lnTo>
                  <a:lnTo>
                    <a:pt x="1784483" y="2282647"/>
                  </a:lnTo>
                  <a:lnTo>
                    <a:pt x="1791619" y="2280521"/>
                  </a:lnTo>
                  <a:lnTo>
                    <a:pt x="1791619" y="2281337"/>
                  </a:lnTo>
                  <a:lnTo>
                    <a:pt x="1798371" y="2281337"/>
                  </a:lnTo>
                  <a:lnTo>
                    <a:pt x="1804288" y="2286133"/>
                  </a:lnTo>
                  <a:lnTo>
                    <a:pt x="1804288" y="2300089"/>
                  </a:lnTo>
                  <a:lnTo>
                    <a:pt x="1798118" y="2304741"/>
                  </a:lnTo>
                  <a:close/>
                </a:path>
                <a:path w="4122420" h="2482215">
                  <a:moveTo>
                    <a:pt x="1874031" y="2304741"/>
                  </a:moveTo>
                  <a:lnTo>
                    <a:pt x="1864270" y="2304741"/>
                  </a:lnTo>
                  <a:lnTo>
                    <a:pt x="1861008" y="2303662"/>
                  </a:lnTo>
                  <a:lnTo>
                    <a:pt x="1858277" y="2301336"/>
                  </a:lnTo>
                  <a:lnTo>
                    <a:pt x="1854851" y="2294705"/>
                  </a:lnTo>
                  <a:lnTo>
                    <a:pt x="1855622" y="2287925"/>
                  </a:lnTo>
                  <a:lnTo>
                    <a:pt x="1860033" y="2282647"/>
                  </a:lnTo>
                  <a:lnTo>
                    <a:pt x="1867532" y="2280521"/>
                  </a:lnTo>
                  <a:lnTo>
                    <a:pt x="1867532" y="2281337"/>
                  </a:lnTo>
                  <a:lnTo>
                    <a:pt x="1874284" y="2281337"/>
                  </a:lnTo>
                  <a:lnTo>
                    <a:pt x="1879341" y="2286133"/>
                  </a:lnTo>
                  <a:lnTo>
                    <a:pt x="1880201" y="2292535"/>
                  </a:lnTo>
                  <a:lnTo>
                    <a:pt x="1880201" y="2300089"/>
                  </a:lnTo>
                  <a:lnTo>
                    <a:pt x="1874031" y="2304741"/>
                  </a:lnTo>
                  <a:close/>
                </a:path>
                <a:path w="4122420" h="2482215">
                  <a:moveTo>
                    <a:pt x="2176874" y="2304741"/>
                  </a:moveTo>
                  <a:lnTo>
                    <a:pt x="2167492" y="2304741"/>
                  </a:lnTo>
                  <a:lnTo>
                    <a:pt x="2164407" y="2303662"/>
                  </a:lnTo>
                  <a:lnTo>
                    <a:pt x="2161929" y="2301336"/>
                  </a:lnTo>
                  <a:lnTo>
                    <a:pt x="2158153" y="2294705"/>
                  </a:lnTo>
                  <a:lnTo>
                    <a:pt x="2158879" y="2287925"/>
                  </a:lnTo>
                  <a:lnTo>
                    <a:pt x="2163241" y="2282647"/>
                  </a:lnTo>
                  <a:lnTo>
                    <a:pt x="2170375" y="2280521"/>
                  </a:lnTo>
                  <a:lnTo>
                    <a:pt x="2170375" y="2281337"/>
                  </a:lnTo>
                  <a:lnTo>
                    <a:pt x="2177930" y="2281337"/>
                  </a:lnTo>
                  <a:lnTo>
                    <a:pt x="2183019" y="2286540"/>
                  </a:lnTo>
                  <a:lnTo>
                    <a:pt x="2183019" y="2300089"/>
                  </a:lnTo>
                  <a:lnTo>
                    <a:pt x="2176874" y="2304741"/>
                  </a:lnTo>
                  <a:close/>
                </a:path>
                <a:path w="4122420" h="2482215">
                  <a:moveTo>
                    <a:pt x="2177930" y="2281337"/>
                  </a:moveTo>
                  <a:lnTo>
                    <a:pt x="2170375" y="2281337"/>
                  </a:lnTo>
                  <a:lnTo>
                    <a:pt x="2171235" y="2281265"/>
                  </a:lnTo>
                  <a:lnTo>
                    <a:pt x="2177860" y="2281265"/>
                  </a:lnTo>
                  <a:close/>
                </a:path>
                <a:path w="4122420" h="2482215">
                  <a:moveTo>
                    <a:pt x="1949590" y="2305101"/>
                  </a:moveTo>
                  <a:lnTo>
                    <a:pt x="1939829" y="2305101"/>
                  </a:lnTo>
                  <a:lnTo>
                    <a:pt x="1936643" y="2303926"/>
                  </a:lnTo>
                  <a:lnTo>
                    <a:pt x="1934190" y="2301336"/>
                  </a:lnTo>
                  <a:lnTo>
                    <a:pt x="1930416" y="2295166"/>
                  </a:lnTo>
                  <a:lnTo>
                    <a:pt x="1931234" y="2288630"/>
                  </a:lnTo>
                  <a:lnTo>
                    <a:pt x="1935851" y="2283447"/>
                  </a:lnTo>
                  <a:lnTo>
                    <a:pt x="1943470" y="2281337"/>
                  </a:lnTo>
                  <a:lnTo>
                    <a:pt x="1950197" y="2281337"/>
                  </a:lnTo>
                  <a:lnTo>
                    <a:pt x="1955280" y="2286133"/>
                  </a:lnTo>
                  <a:lnTo>
                    <a:pt x="1956114" y="2292535"/>
                  </a:lnTo>
                  <a:lnTo>
                    <a:pt x="1956114" y="2300089"/>
                  </a:lnTo>
                  <a:lnTo>
                    <a:pt x="1949590" y="2305101"/>
                  </a:lnTo>
                  <a:close/>
                </a:path>
                <a:path w="4122420" h="2482215">
                  <a:moveTo>
                    <a:pt x="2252408" y="2305101"/>
                  </a:moveTo>
                  <a:lnTo>
                    <a:pt x="2242647" y="2305101"/>
                  </a:lnTo>
                  <a:lnTo>
                    <a:pt x="2239486" y="2303926"/>
                  </a:lnTo>
                  <a:lnTo>
                    <a:pt x="2237008" y="2301336"/>
                  </a:lnTo>
                  <a:lnTo>
                    <a:pt x="2233627" y="2295250"/>
                  </a:lnTo>
                  <a:lnTo>
                    <a:pt x="2234223" y="2288687"/>
                  </a:lnTo>
                  <a:lnTo>
                    <a:pt x="2238284" y="2283436"/>
                  </a:lnTo>
                  <a:lnTo>
                    <a:pt x="2245302" y="2281289"/>
                  </a:lnTo>
                  <a:lnTo>
                    <a:pt x="2245631" y="2281289"/>
                  </a:lnTo>
                  <a:lnTo>
                    <a:pt x="2246288" y="2281337"/>
                  </a:lnTo>
                  <a:lnTo>
                    <a:pt x="2253040" y="2281337"/>
                  </a:lnTo>
                  <a:lnTo>
                    <a:pt x="2258098" y="2286133"/>
                  </a:lnTo>
                  <a:lnTo>
                    <a:pt x="2258932" y="2292535"/>
                  </a:lnTo>
                  <a:lnTo>
                    <a:pt x="2258932" y="2300089"/>
                  </a:lnTo>
                  <a:lnTo>
                    <a:pt x="2252408" y="2305101"/>
                  </a:lnTo>
                  <a:close/>
                </a:path>
                <a:path w="4122420" h="2482215">
                  <a:moveTo>
                    <a:pt x="2025124" y="2305125"/>
                  </a:moveTo>
                  <a:lnTo>
                    <a:pt x="2015742" y="2305125"/>
                  </a:lnTo>
                  <a:lnTo>
                    <a:pt x="2012606" y="2303950"/>
                  </a:lnTo>
                  <a:lnTo>
                    <a:pt x="2010103" y="2301336"/>
                  </a:lnTo>
                  <a:lnTo>
                    <a:pt x="2006316" y="2295166"/>
                  </a:lnTo>
                  <a:lnTo>
                    <a:pt x="2007040" y="2288630"/>
                  </a:lnTo>
                  <a:lnTo>
                    <a:pt x="2011401" y="2283447"/>
                  </a:lnTo>
                  <a:lnTo>
                    <a:pt x="2018524" y="2281337"/>
                  </a:lnTo>
                  <a:lnTo>
                    <a:pt x="2026135" y="2281337"/>
                  </a:lnTo>
                  <a:lnTo>
                    <a:pt x="2031192" y="2286924"/>
                  </a:lnTo>
                  <a:lnTo>
                    <a:pt x="2031192" y="2300305"/>
                  </a:lnTo>
                  <a:lnTo>
                    <a:pt x="2025124" y="2305125"/>
                  </a:lnTo>
                  <a:close/>
                </a:path>
                <a:path w="4122420" h="2482215">
                  <a:moveTo>
                    <a:pt x="2101037" y="2305125"/>
                  </a:moveTo>
                  <a:lnTo>
                    <a:pt x="2091655" y="2305125"/>
                  </a:lnTo>
                  <a:lnTo>
                    <a:pt x="2088519" y="2303950"/>
                  </a:lnTo>
                  <a:lnTo>
                    <a:pt x="2086016" y="2301336"/>
                  </a:lnTo>
                  <a:lnTo>
                    <a:pt x="2082229" y="2295166"/>
                  </a:lnTo>
                  <a:lnTo>
                    <a:pt x="2082956" y="2288630"/>
                  </a:lnTo>
                  <a:lnTo>
                    <a:pt x="2087325" y="2283447"/>
                  </a:lnTo>
                  <a:lnTo>
                    <a:pt x="2094462" y="2281337"/>
                  </a:lnTo>
                  <a:lnTo>
                    <a:pt x="2101188" y="2281337"/>
                  </a:lnTo>
                  <a:lnTo>
                    <a:pt x="2107106" y="2286133"/>
                  </a:lnTo>
                  <a:lnTo>
                    <a:pt x="2107106" y="2300305"/>
                  </a:lnTo>
                  <a:lnTo>
                    <a:pt x="2101037" y="2305125"/>
                  </a:lnTo>
                  <a:close/>
                </a:path>
                <a:path w="4122420" h="2482215">
                  <a:moveTo>
                    <a:pt x="2327941" y="2305125"/>
                  </a:moveTo>
                  <a:lnTo>
                    <a:pt x="2318180" y="2305125"/>
                  </a:lnTo>
                  <a:lnTo>
                    <a:pt x="2314842" y="2303950"/>
                  </a:lnTo>
                  <a:lnTo>
                    <a:pt x="2312086" y="2301336"/>
                  </a:lnTo>
                  <a:lnTo>
                    <a:pt x="2308782" y="2295166"/>
                  </a:lnTo>
                  <a:lnTo>
                    <a:pt x="2309757" y="2288630"/>
                  </a:lnTo>
                  <a:lnTo>
                    <a:pt x="2314216" y="2283447"/>
                  </a:lnTo>
                  <a:lnTo>
                    <a:pt x="2321367" y="2281337"/>
                  </a:lnTo>
                  <a:lnTo>
                    <a:pt x="2328093" y="2281337"/>
                  </a:lnTo>
                  <a:lnTo>
                    <a:pt x="2334010" y="2286133"/>
                  </a:lnTo>
                  <a:lnTo>
                    <a:pt x="2334010" y="2300305"/>
                  </a:lnTo>
                  <a:lnTo>
                    <a:pt x="2327941" y="2305125"/>
                  </a:lnTo>
                  <a:close/>
                </a:path>
                <a:path w="4122420" h="2482215">
                  <a:moveTo>
                    <a:pt x="2479768" y="2305125"/>
                  </a:moveTo>
                  <a:lnTo>
                    <a:pt x="2470386" y="2305125"/>
                  </a:lnTo>
                  <a:lnTo>
                    <a:pt x="2467251" y="2303950"/>
                  </a:lnTo>
                  <a:lnTo>
                    <a:pt x="2464747" y="2301336"/>
                  </a:lnTo>
                  <a:lnTo>
                    <a:pt x="2460971" y="2295166"/>
                  </a:lnTo>
                  <a:lnTo>
                    <a:pt x="2461697" y="2288630"/>
                  </a:lnTo>
                  <a:lnTo>
                    <a:pt x="2466059" y="2283447"/>
                  </a:lnTo>
                  <a:lnTo>
                    <a:pt x="2473193" y="2281337"/>
                  </a:lnTo>
                  <a:lnTo>
                    <a:pt x="2479944" y="2281337"/>
                  </a:lnTo>
                  <a:lnTo>
                    <a:pt x="2485837" y="2286133"/>
                  </a:lnTo>
                  <a:lnTo>
                    <a:pt x="2485837" y="2300305"/>
                  </a:lnTo>
                  <a:lnTo>
                    <a:pt x="2479768" y="2305125"/>
                  </a:lnTo>
                  <a:close/>
                </a:path>
                <a:path w="4122420" h="2482215">
                  <a:moveTo>
                    <a:pt x="2555680" y="2305125"/>
                  </a:moveTo>
                  <a:lnTo>
                    <a:pt x="2545919" y="2305125"/>
                  </a:lnTo>
                  <a:lnTo>
                    <a:pt x="2542607" y="2303950"/>
                  </a:lnTo>
                  <a:lnTo>
                    <a:pt x="2539826" y="2301336"/>
                  </a:lnTo>
                  <a:lnTo>
                    <a:pt x="2536532" y="2295166"/>
                  </a:lnTo>
                  <a:lnTo>
                    <a:pt x="2537505" y="2288630"/>
                  </a:lnTo>
                  <a:lnTo>
                    <a:pt x="2541959" y="2283447"/>
                  </a:lnTo>
                  <a:lnTo>
                    <a:pt x="2549106" y="2281337"/>
                  </a:lnTo>
                  <a:lnTo>
                    <a:pt x="2555858" y="2281337"/>
                  </a:lnTo>
                  <a:lnTo>
                    <a:pt x="2561750" y="2286133"/>
                  </a:lnTo>
                  <a:lnTo>
                    <a:pt x="2561750" y="2300305"/>
                  </a:lnTo>
                  <a:lnTo>
                    <a:pt x="2555680" y="2305125"/>
                  </a:lnTo>
                  <a:close/>
                </a:path>
                <a:path w="4122420" h="2482215">
                  <a:moveTo>
                    <a:pt x="2707532" y="2305125"/>
                  </a:moveTo>
                  <a:lnTo>
                    <a:pt x="2697771" y="2305125"/>
                  </a:lnTo>
                  <a:lnTo>
                    <a:pt x="2694433" y="2303950"/>
                  </a:lnTo>
                  <a:lnTo>
                    <a:pt x="2691651" y="2301336"/>
                  </a:lnTo>
                  <a:lnTo>
                    <a:pt x="2688361" y="2295166"/>
                  </a:lnTo>
                  <a:lnTo>
                    <a:pt x="2689341" y="2288630"/>
                  </a:lnTo>
                  <a:lnTo>
                    <a:pt x="2693796" y="2283447"/>
                  </a:lnTo>
                  <a:lnTo>
                    <a:pt x="2700932" y="2281337"/>
                  </a:lnTo>
                  <a:lnTo>
                    <a:pt x="2707683" y="2281337"/>
                  </a:lnTo>
                  <a:lnTo>
                    <a:pt x="2713601" y="2286133"/>
                  </a:lnTo>
                  <a:lnTo>
                    <a:pt x="2713601" y="2300305"/>
                  </a:lnTo>
                  <a:lnTo>
                    <a:pt x="2707532" y="2305125"/>
                  </a:lnTo>
                  <a:close/>
                </a:path>
                <a:path w="4122420" h="2482215">
                  <a:moveTo>
                    <a:pt x="2782585" y="2305125"/>
                  </a:moveTo>
                  <a:lnTo>
                    <a:pt x="2773204" y="2305125"/>
                  </a:lnTo>
                  <a:lnTo>
                    <a:pt x="2770068" y="2303950"/>
                  </a:lnTo>
                  <a:lnTo>
                    <a:pt x="2767590" y="2301336"/>
                  </a:lnTo>
                  <a:lnTo>
                    <a:pt x="2763799" y="2295166"/>
                  </a:lnTo>
                  <a:lnTo>
                    <a:pt x="2764517" y="2288630"/>
                  </a:lnTo>
                  <a:lnTo>
                    <a:pt x="2768877" y="2283447"/>
                  </a:lnTo>
                  <a:lnTo>
                    <a:pt x="2776011" y="2281337"/>
                  </a:lnTo>
                  <a:lnTo>
                    <a:pt x="2783597" y="2281337"/>
                  </a:lnTo>
                  <a:lnTo>
                    <a:pt x="2788655" y="2286133"/>
                  </a:lnTo>
                  <a:lnTo>
                    <a:pt x="2788655" y="2300305"/>
                  </a:lnTo>
                  <a:lnTo>
                    <a:pt x="2782585" y="2305125"/>
                  </a:lnTo>
                  <a:close/>
                </a:path>
                <a:path w="4122420" h="2482215">
                  <a:moveTo>
                    <a:pt x="2858498" y="2305125"/>
                  </a:moveTo>
                  <a:lnTo>
                    <a:pt x="2848763" y="2305125"/>
                  </a:lnTo>
                  <a:lnTo>
                    <a:pt x="2845425" y="2303950"/>
                  </a:lnTo>
                  <a:lnTo>
                    <a:pt x="2842643" y="2301336"/>
                  </a:lnTo>
                  <a:lnTo>
                    <a:pt x="2839353" y="2295166"/>
                  </a:lnTo>
                  <a:lnTo>
                    <a:pt x="2840333" y="2288630"/>
                  </a:lnTo>
                  <a:lnTo>
                    <a:pt x="2844788" y="2283447"/>
                  </a:lnTo>
                  <a:lnTo>
                    <a:pt x="2851924" y="2281337"/>
                  </a:lnTo>
                  <a:lnTo>
                    <a:pt x="2858676" y="2281337"/>
                  </a:lnTo>
                  <a:lnTo>
                    <a:pt x="2864593" y="2286133"/>
                  </a:lnTo>
                  <a:lnTo>
                    <a:pt x="2864593" y="2300305"/>
                  </a:lnTo>
                  <a:lnTo>
                    <a:pt x="2858498" y="2305125"/>
                  </a:lnTo>
                  <a:close/>
                </a:path>
                <a:path w="4122420" h="2482215">
                  <a:moveTo>
                    <a:pt x="2934437" y="2305125"/>
                  </a:moveTo>
                  <a:lnTo>
                    <a:pt x="2924676" y="2305125"/>
                  </a:lnTo>
                  <a:lnTo>
                    <a:pt x="2921338" y="2303950"/>
                  </a:lnTo>
                  <a:lnTo>
                    <a:pt x="2918556" y="2301336"/>
                  </a:lnTo>
                  <a:lnTo>
                    <a:pt x="2915266" y="2295166"/>
                  </a:lnTo>
                  <a:lnTo>
                    <a:pt x="2916246" y="2288630"/>
                  </a:lnTo>
                  <a:lnTo>
                    <a:pt x="2920701" y="2283447"/>
                  </a:lnTo>
                  <a:lnTo>
                    <a:pt x="2927837" y="2281337"/>
                  </a:lnTo>
                  <a:lnTo>
                    <a:pt x="2934589" y="2281337"/>
                  </a:lnTo>
                  <a:lnTo>
                    <a:pt x="2940506" y="2286133"/>
                  </a:lnTo>
                  <a:lnTo>
                    <a:pt x="2940506" y="2300305"/>
                  </a:lnTo>
                  <a:lnTo>
                    <a:pt x="2934437" y="2305125"/>
                  </a:lnTo>
                  <a:close/>
                </a:path>
                <a:path w="4122420" h="2482215">
                  <a:moveTo>
                    <a:pt x="3009971" y="2305125"/>
                  </a:moveTo>
                  <a:lnTo>
                    <a:pt x="3000209" y="2305125"/>
                  </a:lnTo>
                  <a:lnTo>
                    <a:pt x="2996973" y="2303950"/>
                  </a:lnTo>
                  <a:lnTo>
                    <a:pt x="2994494" y="2301336"/>
                  </a:lnTo>
                  <a:lnTo>
                    <a:pt x="2991073" y="2295166"/>
                  </a:lnTo>
                  <a:lnTo>
                    <a:pt x="2991852" y="2288630"/>
                  </a:lnTo>
                  <a:lnTo>
                    <a:pt x="2996273" y="2283447"/>
                  </a:lnTo>
                  <a:lnTo>
                    <a:pt x="3003775" y="2281337"/>
                  </a:lnTo>
                  <a:lnTo>
                    <a:pt x="3010501" y="2281337"/>
                  </a:lnTo>
                  <a:lnTo>
                    <a:pt x="3016419" y="2286924"/>
                  </a:lnTo>
                  <a:lnTo>
                    <a:pt x="3016419" y="2300305"/>
                  </a:lnTo>
                  <a:lnTo>
                    <a:pt x="3009971" y="2305125"/>
                  </a:lnTo>
                  <a:close/>
                </a:path>
                <a:path w="4122420" h="2482215">
                  <a:moveTo>
                    <a:pt x="3085883" y="2305125"/>
                  </a:moveTo>
                  <a:lnTo>
                    <a:pt x="3076123" y="2305125"/>
                  </a:lnTo>
                  <a:lnTo>
                    <a:pt x="3072911" y="2303950"/>
                  </a:lnTo>
                  <a:lnTo>
                    <a:pt x="3070408" y="2301336"/>
                  </a:lnTo>
                  <a:lnTo>
                    <a:pt x="3066634" y="2295166"/>
                  </a:lnTo>
                  <a:lnTo>
                    <a:pt x="3067452" y="2288630"/>
                  </a:lnTo>
                  <a:lnTo>
                    <a:pt x="3072068" y="2283447"/>
                  </a:lnTo>
                  <a:lnTo>
                    <a:pt x="3079688" y="2281337"/>
                  </a:lnTo>
                  <a:lnTo>
                    <a:pt x="3086440" y="2281337"/>
                  </a:lnTo>
                  <a:lnTo>
                    <a:pt x="3091498" y="2286133"/>
                  </a:lnTo>
                  <a:lnTo>
                    <a:pt x="3092332" y="2293327"/>
                  </a:lnTo>
                  <a:lnTo>
                    <a:pt x="3092332" y="2300305"/>
                  </a:lnTo>
                  <a:lnTo>
                    <a:pt x="3085883" y="2305125"/>
                  </a:lnTo>
                  <a:close/>
                </a:path>
                <a:path w="4122420" h="2482215">
                  <a:moveTo>
                    <a:pt x="3160658" y="2305317"/>
                  </a:moveTo>
                  <a:lnTo>
                    <a:pt x="3148015" y="2305317"/>
                  </a:lnTo>
                  <a:lnTo>
                    <a:pt x="3142932" y="2299729"/>
                  </a:lnTo>
                  <a:lnTo>
                    <a:pt x="3142098" y="2294118"/>
                  </a:lnTo>
                  <a:lnTo>
                    <a:pt x="3142098" y="2287739"/>
                  </a:lnTo>
                  <a:lnTo>
                    <a:pt x="3147155" y="2282919"/>
                  </a:lnTo>
                  <a:lnTo>
                    <a:pt x="3153907" y="2282128"/>
                  </a:lnTo>
                  <a:lnTo>
                    <a:pt x="3154741" y="2283735"/>
                  </a:lnTo>
                  <a:lnTo>
                    <a:pt x="3167411" y="2295725"/>
                  </a:lnTo>
                  <a:lnTo>
                    <a:pt x="3165716" y="2301336"/>
                  </a:lnTo>
                  <a:lnTo>
                    <a:pt x="3160658" y="2305317"/>
                  </a:lnTo>
                  <a:close/>
                </a:path>
                <a:path w="4122420" h="2482215">
                  <a:moveTo>
                    <a:pt x="2403526" y="2305365"/>
                  </a:moveTo>
                  <a:lnTo>
                    <a:pt x="2394144" y="2305365"/>
                  </a:lnTo>
                  <a:lnTo>
                    <a:pt x="2391211" y="2304381"/>
                  </a:lnTo>
                  <a:lnTo>
                    <a:pt x="2388834" y="2302127"/>
                  </a:lnTo>
                  <a:lnTo>
                    <a:pt x="2385058" y="2295500"/>
                  </a:lnTo>
                  <a:lnTo>
                    <a:pt x="2385784" y="2288729"/>
                  </a:lnTo>
                  <a:lnTo>
                    <a:pt x="2390146" y="2283459"/>
                  </a:lnTo>
                  <a:lnTo>
                    <a:pt x="2397280" y="2281337"/>
                  </a:lnTo>
                  <a:lnTo>
                    <a:pt x="2404866" y="2281337"/>
                  </a:lnTo>
                  <a:lnTo>
                    <a:pt x="2409924" y="2286924"/>
                  </a:lnTo>
                  <a:lnTo>
                    <a:pt x="2409924" y="2300497"/>
                  </a:lnTo>
                  <a:lnTo>
                    <a:pt x="2403526" y="2305365"/>
                  </a:lnTo>
                  <a:close/>
                </a:path>
                <a:path w="4122420" h="2482215">
                  <a:moveTo>
                    <a:pt x="1916463" y="2323733"/>
                  </a:moveTo>
                  <a:lnTo>
                    <a:pt x="1896233" y="2321335"/>
                  </a:lnTo>
                  <a:lnTo>
                    <a:pt x="1897902" y="2318937"/>
                  </a:lnTo>
                  <a:lnTo>
                    <a:pt x="1901291" y="2317331"/>
                  </a:lnTo>
                  <a:lnTo>
                    <a:pt x="1909712" y="2317331"/>
                  </a:lnTo>
                  <a:lnTo>
                    <a:pt x="1913935" y="2319729"/>
                  </a:lnTo>
                  <a:lnTo>
                    <a:pt x="1916463" y="2323733"/>
                  </a:lnTo>
                  <a:close/>
                </a:path>
                <a:path w="4122420" h="2482215">
                  <a:moveTo>
                    <a:pt x="1993236" y="2331719"/>
                  </a:moveTo>
                  <a:lnTo>
                    <a:pt x="1968758" y="2329321"/>
                  </a:lnTo>
                  <a:lnTo>
                    <a:pt x="1967923" y="2322127"/>
                  </a:lnTo>
                  <a:lnTo>
                    <a:pt x="1973815" y="2317331"/>
                  </a:lnTo>
                  <a:lnTo>
                    <a:pt x="1988179" y="2317331"/>
                  </a:lnTo>
                  <a:lnTo>
                    <a:pt x="1993236" y="2322127"/>
                  </a:lnTo>
                  <a:lnTo>
                    <a:pt x="1993236" y="2331719"/>
                  </a:lnTo>
                  <a:close/>
                </a:path>
                <a:path w="4122420" h="2482215">
                  <a:moveTo>
                    <a:pt x="2062398" y="2339728"/>
                  </a:moveTo>
                  <a:lnTo>
                    <a:pt x="2048894" y="2338121"/>
                  </a:lnTo>
                  <a:lnTo>
                    <a:pt x="2045531" y="2335723"/>
                  </a:lnTo>
                  <a:lnTo>
                    <a:pt x="2043836" y="2332534"/>
                  </a:lnTo>
                  <a:lnTo>
                    <a:pt x="2043836" y="2322127"/>
                  </a:lnTo>
                  <a:lnTo>
                    <a:pt x="2049754" y="2317331"/>
                  </a:lnTo>
                  <a:lnTo>
                    <a:pt x="2056480" y="2317331"/>
                  </a:lnTo>
                  <a:lnTo>
                    <a:pt x="2064762" y="2320041"/>
                  </a:lnTo>
                  <a:lnTo>
                    <a:pt x="2068931" y="2326425"/>
                  </a:lnTo>
                  <a:lnTo>
                    <a:pt x="2068354" y="2333861"/>
                  </a:lnTo>
                  <a:lnTo>
                    <a:pt x="2062398" y="2339728"/>
                  </a:lnTo>
                  <a:close/>
                </a:path>
                <a:path w="4122420" h="2482215">
                  <a:moveTo>
                    <a:pt x="2290490" y="2339776"/>
                  </a:moveTo>
                  <a:lnTo>
                    <a:pt x="2281109" y="2339776"/>
                  </a:lnTo>
                  <a:lnTo>
                    <a:pt x="2278176" y="2338769"/>
                  </a:lnTo>
                  <a:lnTo>
                    <a:pt x="2275799" y="2336515"/>
                  </a:lnTo>
                  <a:lnTo>
                    <a:pt x="2272023" y="2329897"/>
                  </a:lnTo>
                  <a:lnTo>
                    <a:pt x="2272748" y="2323125"/>
                  </a:lnTo>
                  <a:lnTo>
                    <a:pt x="2277111" y="2317850"/>
                  </a:lnTo>
                  <a:lnTo>
                    <a:pt x="2284245" y="2315724"/>
                  </a:lnTo>
                  <a:lnTo>
                    <a:pt x="2284245" y="2317331"/>
                  </a:lnTo>
                  <a:lnTo>
                    <a:pt x="2291797" y="2317331"/>
                  </a:lnTo>
                  <a:lnTo>
                    <a:pt x="2296105" y="2321791"/>
                  </a:lnTo>
                  <a:lnTo>
                    <a:pt x="2296888" y="2327714"/>
                  </a:lnTo>
                  <a:lnTo>
                    <a:pt x="2296888" y="2334884"/>
                  </a:lnTo>
                  <a:lnTo>
                    <a:pt x="2290490" y="2339776"/>
                  </a:lnTo>
                  <a:close/>
                </a:path>
                <a:path w="4122420" h="2482215">
                  <a:moveTo>
                    <a:pt x="2291797" y="2317331"/>
                  </a:moveTo>
                  <a:lnTo>
                    <a:pt x="2284245" y="2317331"/>
                  </a:lnTo>
                  <a:lnTo>
                    <a:pt x="2284725" y="2317259"/>
                  </a:lnTo>
                  <a:lnTo>
                    <a:pt x="2285231" y="2317235"/>
                  </a:lnTo>
                  <a:lnTo>
                    <a:pt x="2291705" y="2317235"/>
                  </a:lnTo>
                  <a:close/>
                </a:path>
                <a:path w="4122420" h="2482215">
                  <a:moveTo>
                    <a:pt x="2214906" y="2340328"/>
                  </a:moveTo>
                  <a:lnTo>
                    <a:pt x="2205145" y="2340328"/>
                  </a:lnTo>
                  <a:lnTo>
                    <a:pt x="2201833" y="2339153"/>
                  </a:lnTo>
                  <a:lnTo>
                    <a:pt x="2199051" y="2336515"/>
                  </a:lnTo>
                  <a:lnTo>
                    <a:pt x="2195640" y="2330355"/>
                  </a:lnTo>
                  <a:lnTo>
                    <a:pt x="2196418" y="2323817"/>
                  </a:lnTo>
                  <a:lnTo>
                    <a:pt x="2200833" y="2318629"/>
                  </a:lnTo>
                  <a:lnTo>
                    <a:pt x="2208331" y="2316515"/>
                  </a:lnTo>
                  <a:lnTo>
                    <a:pt x="2208331" y="2317331"/>
                  </a:lnTo>
                  <a:lnTo>
                    <a:pt x="2215083" y="2317331"/>
                  </a:lnTo>
                  <a:lnTo>
                    <a:pt x="2220141" y="2322127"/>
                  </a:lnTo>
                  <a:lnTo>
                    <a:pt x="2220975" y="2328529"/>
                  </a:lnTo>
                  <a:lnTo>
                    <a:pt x="2220975" y="2335508"/>
                  </a:lnTo>
                  <a:lnTo>
                    <a:pt x="2214906" y="2340328"/>
                  </a:lnTo>
                  <a:close/>
                </a:path>
                <a:path w="4122420" h="2482215">
                  <a:moveTo>
                    <a:pt x="2593638" y="2340328"/>
                  </a:moveTo>
                  <a:lnTo>
                    <a:pt x="2583876" y="2340328"/>
                  </a:lnTo>
                  <a:lnTo>
                    <a:pt x="2580564" y="2339153"/>
                  </a:lnTo>
                  <a:lnTo>
                    <a:pt x="2577782" y="2336515"/>
                  </a:lnTo>
                  <a:lnTo>
                    <a:pt x="2574371" y="2330355"/>
                  </a:lnTo>
                  <a:lnTo>
                    <a:pt x="2575149" y="2323817"/>
                  </a:lnTo>
                  <a:lnTo>
                    <a:pt x="2579563" y="2318629"/>
                  </a:lnTo>
                  <a:lnTo>
                    <a:pt x="2587063" y="2316515"/>
                  </a:lnTo>
                  <a:lnTo>
                    <a:pt x="2587063" y="2317331"/>
                  </a:lnTo>
                  <a:lnTo>
                    <a:pt x="2593814" y="2317331"/>
                  </a:lnTo>
                  <a:lnTo>
                    <a:pt x="2598872" y="2322127"/>
                  </a:lnTo>
                  <a:lnTo>
                    <a:pt x="2599706" y="2328529"/>
                  </a:lnTo>
                  <a:lnTo>
                    <a:pt x="2599706" y="2335508"/>
                  </a:lnTo>
                  <a:lnTo>
                    <a:pt x="2593638" y="2340328"/>
                  </a:lnTo>
                  <a:close/>
                </a:path>
                <a:path w="4122420" h="2482215">
                  <a:moveTo>
                    <a:pt x="2138664" y="2340567"/>
                  </a:moveTo>
                  <a:lnTo>
                    <a:pt x="2128878" y="2340567"/>
                  </a:lnTo>
                  <a:lnTo>
                    <a:pt x="2125768" y="2339560"/>
                  </a:lnTo>
                  <a:lnTo>
                    <a:pt x="2123138" y="2337330"/>
                  </a:lnTo>
                  <a:lnTo>
                    <a:pt x="2119834" y="2330699"/>
                  </a:lnTo>
                  <a:lnTo>
                    <a:pt x="2120808" y="2323919"/>
                  </a:lnTo>
                  <a:lnTo>
                    <a:pt x="2125268" y="2318641"/>
                  </a:lnTo>
                  <a:lnTo>
                    <a:pt x="2132419" y="2316515"/>
                  </a:lnTo>
                  <a:lnTo>
                    <a:pt x="2132419" y="2317331"/>
                  </a:lnTo>
                  <a:lnTo>
                    <a:pt x="2139145" y="2317331"/>
                  </a:lnTo>
                  <a:lnTo>
                    <a:pt x="2145062" y="2322127"/>
                  </a:lnTo>
                  <a:lnTo>
                    <a:pt x="2145062" y="2335675"/>
                  </a:lnTo>
                  <a:lnTo>
                    <a:pt x="2138664" y="2340567"/>
                  </a:lnTo>
                  <a:close/>
                </a:path>
                <a:path w="4122420" h="2482215">
                  <a:moveTo>
                    <a:pt x="2365822" y="2340735"/>
                  </a:moveTo>
                  <a:lnTo>
                    <a:pt x="2356036" y="2340735"/>
                  </a:lnTo>
                  <a:lnTo>
                    <a:pt x="2352774" y="2339656"/>
                  </a:lnTo>
                  <a:lnTo>
                    <a:pt x="2350043" y="2337330"/>
                  </a:lnTo>
                  <a:lnTo>
                    <a:pt x="2346749" y="2330699"/>
                  </a:lnTo>
                  <a:lnTo>
                    <a:pt x="2347723" y="2323919"/>
                  </a:lnTo>
                  <a:lnTo>
                    <a:pt x="2352176" y="2318641"/>
                  </a:lnTo>
                  <a:lnTo>
                    <a:pt x="2359323" y="2316515"/>
                  </a:lnTo>
                  <a:lnTo>
                    <a:pt x="2359323" y="2317331"/>
                  </a:lnTo>
                  <a:lnTo>
                    <a:pt x="2366075" y="2317331"/>
                  </a:lnTo>
                  <a:lnTo>
                    <a:pt x="2371967" y="2322127"/>
                  </a:lnTo>
                  <a:lnTo>
                    <a:pt x="2371967" y="2336083"/>
                  </a:lnTo>
                  <a:lnTo>
                    <a:pt x="2365822" y="2340735"/>
                  </a:lnTo>
                  <a:close/>
                </a:path>
                <a:path w="4122420" h="2482215">
                  <a:moveTo>
                    <a:pt x="2517724" y="2341119"/>
                  </a:moveTo>
                  <a:lnTo>
                    <a:pt x="2507963" y="2341119"/>
                  </a:lnTo>
                  <a:lnTo>
                    <a:pt x="2504651" y="2339968"/>
                  </a:lnTo>
                  <a:lnTo>
                    <a:pt x="2501869" y="2337330"/>
                  </a:lnTo>
                  <a:lnTo>
                    <a:pt x="2498575" y="2331170"/>
                  </a:lnTo>
                  <a:lnTo>
                    <a:pt x="2499549" y="2324633"/>
                  </a:lnTo>
                  <a:lnTo>
                    <a:pt x="2504003" y="2319444"/>
                  </a:lnTo>
                  <a:lnTo>
                    <a:pt x="2511149" y="2317331"/>
                  </a:lnTo>
                  <a:lnTo>
                    <a:pt x="2517901" y="2317331"/>
                  </a:lnTo>
                  <a:lnTo>
                    <a:pt x="2523793" y="2322127"/>
                  </a:lnTo>
                  <a:lnTo>
                    <a:pt x="2523793" y="2336299"/>
                  </a:lnTo>
                  <a:lnTo>
                    <a:pt x="2517724" y="2341119"/>
                  </a:lnTo>
                  <a:close/>
                </a:path>
                <a:path w="4122420" h="2482215">
                  <a:moveTo>
                    <a:pt x="2668817" y="2341119"/>
                  </a:moveTo>
                  <a:lnTo>
                    <a:pt x="2659334" y="2341119"/>
                  </a:lnTo>
                  <a:lnTo>
                    <a:pt x="2656198" y="2339968"/>
                  </a:lnTo>
                  <a:lnTo>
                    <a:pt x="2653695" y="2337330"/>
                  </a:lnTo>
                  <a:lnTo>
                    <a:pt x="2649932" y="2331170"/>
                  </a:lnTo>
                  <a:lnTo>
                    <a:pt x="2650749" y="2324633"/>
                  </a:lnTo>
                  <a:lnTo>
                    <a:pt x="2655359" y="2319444"/>
                  </a:lnTo>
                  <a:lnTo>
                    <a:pt x="2662976" y="2317331"/>
                  </a:lnTo>
                  <a:lnTo>
                    <a:pt x="2669727" y="2317331"/>
                  </a:lnTo>
                  <a:lnTo>
                    <a:pt x="2675644" y="2322127"/>
                  </a:lnTo>
                  <a:lnTo>
                    <a:pt x="2675644" y="2329321"/>
                  </a:lnTo>
                  <a:lnTo>
                    <a:pt x="2675063" y="2336299"/>
                  </a:lnTo>
                  <a:lnTo>
                    <a:pt x="2668817" y="2341119"/>
                  </a:lnTo>
                  <a:close/>
                </a:path>
                <a:path w="4122420" h="2482215">
                  <a:moveTo>
                    <a:pt x="2744629" y="2341119"/>
                  </a:moveTo>
                  <a:lnTo>
                    <a:pt x="2735248" y="2341119"/>
                  </a:lnTo>
                  <a:lnTo>
                    <a:pt x="2732112" y="2339968"/>
                  </a:lnTo>
                  <a:lnTo>
                    <a:pt x="2729608" y="2337330"/>
                  </a:lnTo>
                  <a:lnTo>
                    <a:pt x="2725832" y="2331170"/>
                  </a:lnTo>
                  <a:lnTo>
                    <a:pt x="2726558" y="2324633"/>
                  </a:lnTo>
                  <a:lnTo>
                    <a:pt x="2730920" y="2319444"/>
                  </a:lnTo>
                  <a:lnTo>
                    <a:pt x="2738054" y="2317331"/>
                  </a:lnTo>
                  <a:lnTo>
                    <a:pt x="2745640" y="2317331"/>
                  </a:lnTo>
                  <a:lnTo>
                    <a:pt x="2750698" y="2322127"/>
                  </a:lnTo>
                  <a:lnTo>
                    <a:pt x="2750698" y="2336299"/>
                  </a:lnTo>
                  <a:lnTo>
                    <a:pt x="2744629" y="2341119"/>
                  </a:lnTo>
                  <a:close/>
                </a:path>
                <a:path w="4122420" h="2482215">
                  <a:moveTo>
                    <a:pt x="2820542" y="2341119"/>
                  </a:moveTo>
                  <a:lnTo>
                    <a:pt x="2810806" y="2341119"/>
                  </a:lnTo>
                  <a:lnTo>
                    <a:pt x="2807469" y="2339968"/>
                  </a:lnTo>
                  <a:lnTo>
                    <a:pt x="2804687" y="2337330"/>
                  </a:lnTo>
                  <a:lnTo>
                    <a:pt x="2801397" y="2331170"/>
                  </a:lnTo>
                  <a:lnTo>
                    <a:pt x="2802376" y="2324633"/>
                  </a:lnTo>
                  <a:lnTo>
                    <a:pt x="2806831" y="2319444"/>
                  </a:lnTo>
                  <a:lnTo>
                    <a:pt x="2813967" y="2317331"/>
                  </a:lnTo>
                  <a:lnTo>
                    <a:pt x="2820719" y="2317331"/>
                  </a:lnTo>
                  <a:lnTo>
                    <a:pt x="2826637" y="2322127"/>
                  </a:lnTo>
                  <a:lnTo>
                    <a:pt x="2826637" y="2336299"/>
                  </a:lnTo>
                  <a:lnTo>
                    <a:pt x="2820542" y="2341119"/>
                  </a:lnTo>
                  <a:close/>
                </a:path>
                <a:path w="4122420" h="2482215">
                  <a:moveTo>
                    <a:pt x="2896480" y="2341119"/>
                  </a:moveTo>
                  <a:lnTo>
                    <a:pt x="2886719" y="2341119"/>
                  </a:lnTo>
                  <a:lnTo>
                    <a:pt x="2883381" y="2339968"/>
                  </a:lnTo>
                  <a:lnTo>
                    <a:pt x="2880600" y="2337330"/>
                  </a:lnTo>
                  <a:lnTo>
                    <a:pt x="2877310" y="2331170"/>
                  </a:lnTo>
                  <a:lnTo>
                    <a:pt x="2878289" y="2324633"/>
                  </a:lnTo>
                  <a:lnTo>
                    <a:pt x="2882744" y="2319444"/>
                  </a:lnTo>
                  <a:lnTo>
                    <a:pt x="2889880" y="2317331"/>
                  </a:lnTo>
                  <a:lnTo>
                    <a:pt x="2896632" y="2317331"/>
                  </a:lnTo>
                  <a:lnTo>
                    <a:pt x="2902549" y="2322127"/>
                  </a:lnTo>
                  <a:lnTo>
                    <a:pt x="2902549" y="2336299"/>
                  </a:lnTo>
                  <a:lnTo>
                    <a:pt x="2896480" y="2341119"/>
                  </a:lnTo>
                  <a:close/>
                </a:path>
                <a:path w="4122420" h="2482215">
                  <a:moveTo>
                    <a:pt x="2972394" y="2341119"/>
                  </a:moveTo>
                  <a:lnTo>
                    <a:pt x="2962633" y="2341119"/>
                  </a:lnTo>
                  <a:lnTo>
                    <a:pt x="2959294" y="2339968"/>
                  </a:lnTo>
                  <a:lnTo>
                    <a:pt x="2956538" y="2337330"/>
                  </a:lnTo>
                  <a:lnTo>
                    <a:pt x="2953112" y="2331170"/>
                  </a:lnTo>
                  <a:lnTo>
                    <a:pt x="2953883" y="2324633"/>
                  </a:lnTo>
                  <a:lnTo>
                    <a:pt x="2958295" y="2319444"/>
                  </a:lnTo>
                  <a:lnTo>
                    <a:pt x="2965794" y="2317331"/>
                  </a:lnTo>
                  <a:lnTo>
                    <a:pt x="2972545" y="2317331"/>
                  </a:lnTo>
                  <a:lnTo>
                    <a:pt x="2978463" y="2322127"/>
                  </a:lnTo>
                  <a:lnTo>
                    <a:pt x="2978463" y="2336299"/>
                  </a:lnTo>
                  <a:lnTo>
                    <a:pt x="2972394" y="2341119"/>
                  </a:lnTo>
                  <a:close/>
                </a:path>
                <a:path w="4122420" h="2482215">
                  <a:moveTo>
                    <a:pt x="3047548" y="2341119"/>
                  </a:moveTo>
                  <a:lnTo>
                    <a:pt x="3038090" y="2341119"/>
                  </a:lnTo>
                  <a:lnTo>
                    <a:pt x="3034955" y="2339968"/>
                  </a:lnTo>
                  <a:lnTo>
                    <a:pt x="3032451" y="2337330"/>
                  </a:lnTo>
                  <a:lnTo>
                    <a:pt x="3028678" y="2331170"/>
                  </a:lnTo>
                  <a:lnTo>
                    <a:pt x="3029496" y="2324633"/>
                  </a:lnTo>
                  <a:lnTo>
                    <a:pt x="3034112" y="2319444"/>
                  </a:lnTo>
                  <a:lnTo>
                    <a:pt x="3041732" y="2317331"/>
                  </a:lnTo>
                  <a:lnTo>
                    <a:pt x="3048458" y="2317331"/>
                  </a:lnTo>
                  <a:lnTo>
                    <a:pt x="3054376" y="2322127"/>
                  </a:lnTo>
                  <a:lnTo>
                    <a:pt x="3054376" y="2329321"/>
                  </a:lnTo>
                  <a:lnTo>
                    <a:pt x="3053819" y="2336299"/>
                  </a:lnTo>
                  <a:lnTo>
                    <a:pt x="3047548" y="2341119"/>
                  </a:lnTo>
                  <a:close/>
                </a:path>
                <a:path w="4122420" h="2482215">
                  <a:moveTo>
                    <a:pt x="3197781" y="2341335"/>
                  </a:moveTo>
                  <a:lnTo>
                    <a:pt x="3192723" y="2341335"/>
                  </a:lnTo>
                  <a:lnTo>
                    <a:pt x="3184092" y="2338382"/>
                  </a:lnTo>
                  <a:lnTo>
                    <a:pt x="3180054" y="2331527"/>
                  </a:lnTo>
                  <a:lnTo>
                    <a:pt x="3181081" y="2323772"/>
                  </a:lnTo>
                  <a:lnTo>
                    <a:pt x="3187640" y="2318122"/>
                  </a:lnTo>
                  <a:lnTo>
                    <a:pt x="3203673" y="2334932"/>
                  </a:lnTo>
                  <a:lnTo>
                    <a:pt x="3201144" y="2338913"/>
                  </a:lnTo>
                  <a:lnTo>
                    <a:pt x="3197781" y="2341335"/>
                  </a:lnTo>
                  <a:close/>
                </a:path>
                <a:path w="4122420" h="2482215">
                  <a:moveTo>
                    <a:pt x="2441483" y="2341359"/>
                  </a:moveTo>
                  <a:lnTo>
                    <a:pt x="2431696" y="2341359"/>
                  </a:lnTo>
                  <a:lnTo>
                    <a:pt x="2428586" y="2340375"/>
                  </a:lnTo>
                  <a:lnTo>
                    <a:pt x="2425956" y="2338121"/>
                  </a:lnTo>
                  <a:lnTo>
                    <a:pt x="2422662" y="2331504"/>
                  </a:lnTo>
                  <a:lnTo>
                    <a:pt x="2423636" y="2324732"/>
                  </a:lnTo>
                  <a:lnTo>
                    <a:pt x="2428089" y="2319456"/>
                  </a:lnTo>
                  <a:lnTo>
                    <a:pt x="2435236" y="2317331"/>
                  </a:lnTo>
                  <a:lnTo>
                    <a:pt x="2441988" y="2317331"/>
                  </a:lnTo>
                  <a:lnTo>
                    <a:pt x="2447880" y="2322127"/>
                  </a:lnTo>
                  <a:lnTo>
                    <a:pt x="2447880" y="2336491"/>
                  </a:lnTo>
                  <a:lnTo>
                    <a:pt x="2441483" y="2341359"/>
                  </a:lnTo>
                  <a:close/>
                </a:path>
                <a:path w="4122420" h="2482215">
                  <a:moveTo>
                    <a:pt x="3123056" y="2341359"/>
                  </a:moveTo>
                  <a:lnTo>
                    <a:pt x="3113675" y="2341359"/>
                  </a:lnTo>
                  <a:lnTo>
                    <a:pt x="3110716" y="2340375"/>
                  </a:lnTo>
                  <a:lnTo>
                    <a:pt x="3108364" y="2338121"/>
                  </a:lnTo>
                  <a:lnTo>
                    <a:pt x="3104577" y="2331504"/>
                  </a:lnTo>
                  <a:lnTo>
                    <a:pt x="3105302" y="2324732"/>
                  </a:lnTo>
                  <a:lnTo>
                    <a:pt x="3109662" y="2319456"/>
                  </a:lnTo>
                  <a:lnTo>
                    <a:pt x="3116785" y="2317331"/>
                  </a:lnTo>
                  <a:lnTo>
                    <a:pt x="3124397" y="2317331"/>
                  </a:lnTo>
                  <a:lnTo>
                    <a:pt x="3130288" y="2322918"/>
                  </a:lnTo>
                  <a:lnTo>
                    <a:pt x="3129454" y="2329321"/>
                  </a:lnTo>
                  <a:lnTo>
                    <a:pt x="3129454" y="2336491"/>
                  </a:lnTo>
                  <a:lnTo>
                    <a:pt x="3123056" y="2341359"/>
                  </a:lnTo>
                  <a:close/>
                </a:path>
                <a:path w="4122420" h="2482215">
                  <a:moveTo>
                    <a:pt x="2258098" y="2360519"/>
                  </a:moveTo>
                  <a:lnTo>
                    <a:pt x="2246288" y="2358912"/>
                  </a:lnTo>
                  <a:lnTo>
                    <a:pt x="2236173" y="2358121"/>
                  </a:lnTo>
                  <a:lnTo>
                    <a:pt x="2237842" y="2354116"/>
                  </a:lnTo>
                  <a:lnTo>
                    <a:pt x="2242065" y="2352533"/>
                  </a:lnTo>
                  <a:lnTo>
                    <a:pt x="2246288" y="2352533"/>
                  </a:lnTo>
                  <a:lnTo>
                    <a:pt x="2246288" y="2353325"/>
                  </a:lnTo>
                  <a:lnTo>
                    <a:pt x="2252525" y="2353325"/>
                  </a:lnTo>
                  <a:lnTo>
                    <a:pt x="2256580" y="2356226"/>
                  </a:lnTo>
                  <a:lnTo>
                    <a:pt x="2258098" y="2360519"/>
                  </a:lnTo>
                  <a:close/>
                </a:path>
                <a:path w="4122420" h="2482215">
                  <a:moveTo>
                    <a:pt x="2252525" y="2353325"/>
                  </a:moveTo>
                  <a:lnTo>
                    <a:pt x="2246288" y="2353325"/>
                  </a:lnTo>
                  <a:lnTo>
                    <a:pt x="2246794" y="2353229"/>
                  </a:lnTo>
                  <a:lnTo>
                    <a:pt x="2247325" y="2353205"/>
                  </a:lnTo>
                  <a:lnTo>
                    <a:pt x="2252357" y="2353205"/>
                  </a:lnTo>
                  <a:lnTo>
                    <a:pt x="2252525" y="2353325"/>
                  </a:lnTo>
                  <a:close/>
                </a:path>
                <a:path w="4122420" h="2482215">
                  <a:moveTo>
                    <a:pt x="2333176" y="2370111"/>
                  </a:moveTo>
                  <a:lnTo>
                    <a:pt x="2321367" y="2369319"/>
                  </a:lnTo>
                  <a:lnTo>
                    <a:pt x="2308698" y="2366921"/>
                  </a:lnTo>
                  <a:lnTo>
                    <a:pt x="2308698" y="2358121"/>
                  </a:lnTo>
                  <a:lnTo>
                    <a:pt x="2314615" y="2352533"/>
                  </a:lnTo>
                  <a:lnTo>
                    <a:pt x="2321367" y="2352533"/>
                  </a:lnTo>
                  <a:lnTo>
                    <a:pt x="2321367" y="2353325"/>
                  </a:lnTo>
                  <a:lnTo>
                    <a:pt x="2328953" y="2353325"/>
                  </a:lnTo>
                  <a:lnTo>
                    <a:pt x="2334010" y="2358912"/>
                  </a:lnTo>
                  <a:lnTo>
                    <a:pt x="2334010" y="2368528"/>
                  </a:lnTo>
                  <a:lnTo>
                    <a:pt x="2333176" y="2370111"/>
                  </a:lnTo>
                  <a:close/>
                </a:path>
                <a:path w="4122420" h="2482215">
                  <a:moveTo>
                    <a:pt x="2631493" y="2375962"/>
                  </a:moveTo>
                  <a:lnTo>
                    <a:pt x="2622060" y="2375962"/>
                  </a:lnTo>
                  <a:lnTo>
                    <a:pt x="2618520" y="2374643"/>
                  </a:lnTo>
                  <a:lnTo>
                    <a:pt x="2615738" y="2371717"/>
                  </a:lnTo>
                  <a:lnTo>
                    <a:pt x="2612448" y="2365224"/>
                  </a:lnTo>
                  <a:lnTo>
                    <a:pt x="2613428" y="2358723"/>
                  </a:lnTo>
                  <a:lnTo>
                    <a:pt x="2617883" y="2353720"/>
                  </a:lnTo>
                  <a:lnTo>
                    <a:pt x="2625019" y="2351718"/>
                  </a:lnTo>
                  <a:lnTo>
                    <a:pt x="2625019" y="2353325"/>
                  </a:lnTo>
                  <a:lnTo>
                    <a:pt x="2632574" y="2353325"/>
                  </a:lnTo>
                  <a:lnTo>
                    <a:pt x="2637688" y="2358576"/>
                  </a:lnTo>
                  <a:lnTo>
                    <a:pt x="2637688" y="2365315"/>
                  </a:lnTo>
                  <a:lnTo>
                    <a:pt x="2637132" y="2371933"/>
                  </a:lnTo>
                  <a:lnTo>
                    <a:pt x="2631493" y="2375962"/>
                  </a:lnTo>
                  <a:close/>
                </a:path>
                <a:path w="4122420" h="2482215">
                  <a:moveTo>
                    <a:pt x="2632574" y="2353325"/>
                  </a:moveTo>
                  <a:lnTo>
                    <a:pt x="2625019" y="2353325"/>
                  </a:lnTo>
                  <a:lnTo>
                    <a:pt x="2625879" y="2353253"/>
                  </a:lnTo>
                  <a:lnTo>
                    <a:pt x="2632504" y="2353253"/>
                  </a:lnTo>
                  <a:close/>
                </a:path>
                <a:path w="4122420" h="2482215">
                  <a:moveTo>
                    <a:pt x="2398114" y="2376513"/>
                  </a:moveTo>
                  <a:lnTo>
                    <a:pt x="2396420" y="2376513"/>
                  </a:lnTo>
                  <a:lnTo>
                    <a:pt x="2388016" y="2372222"/>
                  </a:lnTo>
                  <a:lnTo>
                    <a:pt x="2385461" y="2364326"/>
                  </a:lnTo>
                  <a:lnTo>
                    <a:pt x="2388600" y="2356725"/>
                  </a:lnTo>
                  <a:lnTo>
                    <a:pt x="2397280" y="2353325"/>
                  </a:lnTo>
                  <a:lnTo>
                    <a:pt x="2398114" y="2353325"/>
                  </a:lnTo>
                  <a:lnTo>
                    <a:pt x="2407132" y="2356948"/>
                  </a:lnTo>
                  <a:lnTo>
                    <a:pt x="2410138" y="2364919"/>
                  </a:lnTo>
                  <a:lnTo>
                    <a:pt x="2407132" y="2372890"/>
                  </a:lnTo>
                  <a:lnTo>
                    <a:pt x="2398114" y="2376513"/>
                  </a:lnTo>
                  <a:close/>
                </a:path>
                <a:path w="4122420" h="2482215">
                  <a:moveTo>
                    <a:pt x="2549915" y="2376537"/>
                  </a:moveTo>
                  <a:lnTo>
                    <a:pt x="2549384" y="2376537"/>
                  </a:lnTo>
                  <a:lnTo>
                    <a:pt x="2549106" y="2376513"/>
                  </a:lnTo>
                  <a:lnTo>
                    <a:pt x="2540572" y="2372210"/>
                  </a:lnTo>
                  <a:lnTo>
                    <a:pt x="2537727" y="2364227"/>
                  </a:lnTo>
                  <a:lnTo>
                    <a:pt x="2540572" y="2356392"/>
                  </a:lnTo>
                  <a:lnTo>
                    <a:pt x="2549106" y="2352533"/>
                  </a:lnTo>
                  <a:lnTo>
                    <a:pt x="2549663" y="2352485"/>
                  </a:lnTo>
                  <a:lnTo>
                    <a:pt x="2550699" y="2352461"/>
                  </a:lnTo>
                  <a:lnTo>
                    <a:pt x="2560039" y="2356223"/>
                  </a:lnTo>
                  <a:lnTo>
                    <a:pt x="2563024" y="2364499"/>
                  </a:lnTo>
                  <a:lnTo>
                    <a:pt x="2559650" y="2372776"/>
                  </a:lnTo>
                  <a:lnTo>
                    <a:pt x="2549915" y="2376537"/>
                  </a:lnTo>
                  <a:close/>
                </a:path>
                <a:path w="4122420" h="2482215">
                  <a:moveTo>
                    <a:pt x="2479439" y="2376561"/>
                  </a:moveTo>
                  <a:lnTo>
                    <a:pt x="2470057" y="2376561"/>
                  </a:lnTo>
                  <a:lnTo>
                    <a:pt x="2467124" y="2375554"/>
                  </a:lnTo>
                  <a:lnTo>
                    <a:pt x="2464747" y="2373324"/>
                  </a:lnTo>
                  <a:lnTo>
                    <a:pt x="2460971" y="2366697"/>
                  </a:lnTo>
                  <a:lnTo>
                    <a:pt x="2461697" y="2359925"/>
                  </a:lnTo>
                  <a:lnTo>
                    <a:pt x="2466059" y="2354656"/>
                  </a:lnTo>
                  <a:lnTo>
                    <a:pt x="2473193" y="2352533"/>
                  </a:lnTo>
                  <a:lnTo>
                    <a:pt x="2473193" y="2353325"/>
                  </a:lnTo>
                  <a:lnTo>
                    <a:pt x="2479944" y="2353325"/>
                  </a:lnTo>
                  <a:lnTo>
                    <a:pt x="2485837" y="2358121"/>
                  </a:lnTo>
                  <a:lnTo>
                    <a:pt x="2485837" y="2371669"/>
                  </a:lnTo>
                  <a:lnTo>
                    <a:pt x="2479439" y="2376561"/>
                  </a:lnTo>
                  <a:close/>
                </a:path>
                <a:path w="4122420" h="2482215">
                  <a:moveTo>
                    <a:pt x="2929430" y="2376585"/>
                  </a:moveTo>
                  <a:lnTo>
                    <a:pt x="2928924" y="2376585"/>
                  </a:lnTo>
                  <a:lnTo>
                    <a:pt x="2927837" y="2376513"/>
                  </a:lnTo>
                  <a:lnTo>
                    <a:pt x="2919302" y="2372668"/>
                  </a:lnTo>
                  <a:lnTo>
                    <a:pt x="2916457" y="2364919"/>
                  </a:lnTo>
                  <a:lnTo>
                    <a:pt x="2919302" y="2357171"/>
                  </a:lnTo>
                  <a:lnTo>
                    <a:pt x="2927837" y="2353325"/>
                  </a:lnTo>
                  <a:lnTo>
                    <a:pt x="2928393" y="2353277"/>
                  </a:lnTo>
                  <a:lnTo>
                    <a:pt x="2929430" y="2353253"/>
                  </a:lnTo>
                  <a:lnTo>
                    <a:pt x="2938676" y="2356898"/>
                  </a:lnTo>
                  <a:lnTo>
                    <a:pt x="2941758" y="2364919"/>
                  </a:lnTo>
                  <a:lnTo>
                    <a:pt x="2938676" y="2372940"/>
                  </a:lnTo>
                  <a:lnTo>
                    <a:pt x="2929430" y="2376585"/>
                  </a:lnTo>
                  <a:close/>
                </a:path>
                <a:path w="4122420" h="2482215">
                  <a:moveTo>
                    <a:pt x="2782509" y="2377089"/>
                  </a:moveTo>
                  <a:lnTo>
                    <a:pt x="2773153" y="2377089"/>
                  </a:lnTo>
                  <a:lnTo>
                    <a:pt x="2770043" y="2375914"/>
                  </a:lnTo>
                  <a:lnTo>
                    <a:pt x="2767590" y="2373324"/>
                  </a:lnTo>
                  <a:lnTo>
                    <a:pt x="2763799" y="2367164"/>
                  </a:lnTo>
                  <a:lnTo>
                    <a:pt x="2764517" y="2360627"/>
                  </a:lnTo>
                  <a:lnTo>
                    <a:pt x="2768877" y="2355438"/>
                  </a:lnTo>
                  <a:lnTo>
                    <a:pt x="2776011" y="2353325"/>
                  </a:lnTo>
                  <a:lnTo>
                    <a:pt x="2783597" y="2353325"/>
                  </a:lnTo>
                  <a:lnTo>
                    <a:pt x="2788655" y="2358121"/>
                  </a:lnTo>
                  <a:lnTo>
                    <a:pt x="2788655" y="2372077"/>
                  </a:lnTo>
                  <a:lnTo>
                    <a:pt x="2782509" y="2377089"/>
                  </a:lnTo>
                  <a:close/>
                </a:path>
                <a:path w="4122420" h="2482215">
                  <a:moveTo>
                    <a:pt x="2858448" y="2377089"/>
                  </a:moveTo>
                  <a:lnTo>
                    <a:pt x="2849066" y="2377089"/>
                  </a:lnTo>
                  <a:lnTo>
                    <a:pt x="2845956" y="2375914"/>
                  </a:lnTo>
                  <a:lnTo>
                    <a:pt x="2843503" y="2373324"/>
                  </a:lnTo>
                  <a:lnTo>
                    <a:pt x="2839716" y="2367164"/>
                  </a:lnTo>
                  <a:lnTo>
                    <a:pt x="2840440" y="2360627"/>
                  </a:lnTo>
                  <a:lnTo>
                    <a:pt x="2844801" y="2355438"/>
                  </a:lnTo>
                  <a:lnTo>
                    <a:pt x="2851924" y="2353325"/>
                  </a:lnTo>
                  <a:lnTo>
                    <a:pt x="2858676" y="2353325"/>
                  </a:lnTo>
                  <a:lnTo>
                    <a:pt x="2864593" y="2358121"/>
                  </a:lnTo>
                  <a:lnTo>
                    <a:pt x="2864593" y="2372077"/>
                  </a:lnTo>
                  <a:lnTo>
                    <a:pt x="2858448" y="2377089"/>
                  </a:lnTo>
                  <a:close/>
                </a:path>
                <a:path w="4122420" h="2482215">
                  <a:moveTo>
                    <a:pt x="3010274" y="2377089"/>
                  </a:moveTo>
                  <a:lnTo>
                    <a:pt x="3000513" y="2377089"/>
                  </a:lnTo>
                  <a:lnTo>
                    <a:pt x="2997226" y="2375914"/>
                  </a:lnTo>
                  <a:lnTo>
                    <a:pt x="2994494" y="2373324"/>
                  </a:lnTo>
                  <a:lnTo>
                    <a:pt x="2991073" y="2367164"/>
                  </a:lnTo>
                  <a:lnTo>
                    <a:pt x="2991852" y="2360627"/>
                  </a:lnTo>
                  <a:lnTo>
                    <a:pt x="2996273" y="2355438"/>
                  </a:lnTo>
                  <a:lnTo>
                    <a:pt x="3003775" y="2353325"/>
                  </a:lnTo>
                  <a:lnTo>
                    <a:pt x="3010501" y="2353325"/>
                  </a:lnTo>
                  <a:lnTo>
                    <a:pt x="3016419" y="2358121"/>
                  </a:lnTo>
                  <a:lnTo>
                    <a:pt x="3016419" y="2372077"/>
                  </a:lnTo>
                  <a:lnTo>
                    <a:pt x="3010274" y="2377089"/>
                  </a:lnTo>
                  <a:close/>
                </a:path>
                <a:path w="4122420" h="2482215">
                  <a:moveTo>
                    <a:pt x="2707532" y="2377113"/>
                  </a:moveTo>
                  <a:lnTo>
                    <a:pt x="2697771" y="2377113"/>
                  </a:lnTo>
                  <a:lnTo>
                    <a:pt x="2694433" y="2375962"/>
                  </a:lnTo>
                  <a:lnTo>
                    <a:pt x="2691651" y="2373324"/>
                  </a:lnTo>
                  <a:lnTo>
                    <a:pt x="2688361" y="2367164"/>
                  </a:lnTo>
                  <a:lnTo>
                    <a:pt x="2689341" y="2360627"/>
                  </a:lnTo>
                  <a:lnTo>
                    <a:pt x="2693796" y="2355438"/>
                  </a:lnTo>
                  <a:lnTo>
                    <a:pt x="2700932" y="2353325"/>
                  </a:lnTo>
                  <a:lnTo>
                    <a:pt x="2707683" y="2353325"/>
                  </a:lnTo>
                  <a:lnTo>
                    <a:pt x="2713601" y="2358121"/>
                  </a:lnTo>
                  <a:lnTo>
                    <a:pt x="2713601" y="2372293"/>
                  </a:lnTo>
                  <a:lnTo>
                    <a:pt x="2707532" y="2377113"/>
                  </a:lnTo>
                  <a:close/>
                </a:path>
                <a:path w="4122420" h="2482215">
                  <a:moveTo>
                    <a:pt x="3085883" y="2377113"/>
                  </a:moveTo>
                  <a:lnTo>
                    <a:pt x="3076123" y="2377113"/>
                  </a:lnTo>
                  <a:lnTo>
                    <a:pt x="3072911" y="2375962"/>
                  </a:lnTo>
                  <a:lnTo>
                    <a:pt x="3070408" y="2373324"/>
                  </a:lnTo>
                  <a:lnTo>
                    <a:pt x="3066634" y="2367164"/>
                  </a:lnTo>
                  <a:lnTo>
                    <a:pt x="3067452" y="2360627"/>
                  </a:lnTo>
                  <a:lnTo>
                    <a:pt x="3072068" y="2355438"/>
                  </a:lnTo>
                  <a:lnTo>
                    <a:pt x="3079688" y="2353325"/>
                  </a:lnTo>
                  <a:lnTo>
                    <a:pt x="3086440" y="2353325"/>
                  </a:lnTo>
                  <a:lnTo>
                    <a:pt x="3092332" y="2358121"/>
                  </a:lnTo>
                  <a:lnTo>
                    <a:pt x="3092332" y="2372293"/>
                  </a:lnTo>
                  <a:lnTo>
                    <a:pt x="3085883" y="2377113"/>
                  </a:lnTo>
                  <a:close/>
                </a:path>
                <a:path w="4122420" h="2482215">
                  <a:moveTo>
                    <a:pt x="3234043" y="2377329"/>
                  </a:moveTo>
                  <a:lnTo>
                    <a:pt x="3230680" y="2377329"/>
                  </a:lnTo>
                  <a:lnTo>
                    <a:pt x="3222737" y="2374853"/>
                  </a:lnTo>
                  <a:lnTo>
                    <a:pt x="3218437" y="2368927"/>
                  </a:lnTo>
                  <a:lnTo>
                    <a:pt x="3218571" y="2361800"/>
                  </a:lnTo>
                  <a:lnTo>
                    <a:pt x="3223928" y="2355723"/>
                  </a:lnTo>
                  <a:lnTo>
                    <a:pt x="3230680" y="2362917"/>
                  </a:lnTo>
                  <a:lnTo>
                    <a:pt x="3232349" y="2365315"/>
                  </a:lnTo>
                  <a:lnTo>
                    <a:pt x="3239960" y="2373324"/>
                  </a:lnTo>
                  <a:lnTo>
                    <a:pt x="3237406" y="2375722"/>
                  </a:lnTo>
                  <a:lnTo>
                    <a:pt x="3234043" y="2377329"/>
                  </a:lnTo>
                  <a:close/>
                </a:path>
                <a:path w="4122420" h="2482215">
                  <a:moveTo>
                    <a:pt x="3156335" y="2377401"/>
                  </a:moveTo>
                  <a:lnTo>
                    <a:pt x="3155829" y="2377401"/>
                  </a:lnTo>
                  <a:lnTo>
                    <a:pt x="3154741" y="2377329"/>
                  </a:lnTo>
                  <a:lnTo>
                    <a:pt x="3146207" y="2373472"/>
                  </a:lnTo>
                  <a:lnTo>
                    <a:pt x="3143362" y="2365722"/>
                  </a:lnTo>
                  <a:lnTo>
                    <a:pt x="3146207" y="2357972"/>
                  </a:lnTo>
                  <a:lnTo>
                    <a:pt x="3154741" y="2354116"/>
                  </a:lnTo>
                  <a:lnTo>
                    <a:pt x="3155298" y="2354068"/>
                  </a:lnTo>
                  <a:lnTo>
                    <a:pt x="3156335" y="2354044"/>
                  </a:lnTo>
                  <a:lnTo>
                    <a:pt x="3165581" y="2357694"/>
                  </a:lnTo>
                  <a:lnTo>
                    <a:pt x="3168663" y="2365722"/>
                  </a:lnTo>
                  <a:lnTo>
                    <a:pt x="3165581" y="2373751"/>
                  </a:lnTo>
                  <a:lnTo>
                    <a:pt x="3156335" y="2377401"/>
                  </a:lnTo>
                  <a:close/>
                </a:path>
                <a:path w="4122420" h="2482215">
                  <a:moveTo>
                    <a:pt x="2516207" y="2390110"/>
                  </a:moveTo>
                  <a:lnTo>
                    <a:pt x="2509455" y="2389319"/>
                  </a:lnTo>
                  <a:lnTo>
                    <a:pt x="2510315" y="2388527"/>
                  </a:lnTo>
                  <a:lnTo>
                    <a:pt x="2512844" y="2388527"/>
                  </a:lnTo>
                  <a:lnTo>
                    <a:pt x="2516207" y="2390110"/>
                  </a:lnTo>
                  <a:close/>
                </a:path>
                <a:path w="4122420" h="2482215">
                  <a:moveTo>
                    <a:pt x="2598872" y="2398911"/>
                  </a:moveTo>
                  <a:lnTo>
                    <a:pt x="2575253" y="2396513"/>
                  </a:lnTo>
                  <a:lnTo>
                    <a:pt x="2576948" y="2391717"/>
                  </a:lnTo>
                  <a:lnTo>
                    <a:pt x="2582005" y="2389319"/>
                  </a:lnTo>
                  <a:lnTo>
                    <a:pt x="2592980" y="2389319"/>
                  </a:lnTo>
                  <a:lnTo>
                    <a:pt x="2598038" y="2393323"/>
                  </a:lnTo>
                  <a:lnTo>
                    <a:pt x="2598872" y="2398911"/>
                  </a:lnTo>
                  <a:close/>
                </a:path>
                <a:path w="4122420" h="2482215">
                  <a:moveTo>
                    <a:pt x="2673115" y="2407711"/>
                  </a:moveTo>
                  <a:lnTo>
                    <a:pt x="2651166" y="2405313"/>
                  </a:lnTo>
                  <a:lnTo>
                    <a:pt x="2650332" y="2403707"/>
                  </a:lnTo>
                  <a:lnTo>
                    <a:pt x="2650332" y="2394522"/>
                  </a:lnTo>
                  <a:lnTo>
                    <a:pt x="2654757" y="2389247"/>
                  </a:lnTo>
                  <a:lnTo>
                    <a:pt x="2662015" y="2389247"/>
                  </a:lnTo>
                  <a:lnTo>
                    <a:pt x="2662976" y="2389319"/>
                  </a:lnTo>
                  <a:lnTo>
                    <a:pt x="2669727" y="2389319"/>
                  </a:lnTo>
                  <a:lnTo>
                    <a:pt x="2674785" y="2394115"/>
                  </a:lnTo>
                  <a:lnTo>
                    <a:pt x="2675644" y="2400517"/>
                  </a:lnTo>
                  <a:lnTo>
                    <a:pt x="2674785" y="2402915"/>
                  </a:lnTo>
                  <a:lnTo>
                    <a:pt x="2673115" y="2407711"/>
                  </a:lnTo>
                  <a:close/>
                </a:path>
                <a:path w="4122420" h="2482215">
                  <a:moveTo>
                    <a:pt x="2744553" y="2413083"/>
                  </a:moveTo>
                  <a:lnTo>
                    <a:pt x="2735171" y="2413083"/>
                  </a:lnTo>
                  <a:lnTo>
                    <a:pt x="2732087" y="2411908"/>
                  </a:lnTo>
                  <a:lnTo>
                    <a:pt x="2729608" y="2409318"/>
                  </a:lnTo>
                  <a:lnTo>
                    <a:pt x="2725832" y="2403158"/>
                  </a:lnTo>
                  <a:lnTo>
                    <a:pt x="2726558" y="2396621"/>
                  </a:lnTo>
                  <a:lnTo>
                    <a:pt x="2730920" y="2391432"/>
                  </a:lnTo>
                  <a:lnTo>
                    <a:pt x="2738054" y="2389319"/>
                  </a:lnTo>
                  <a:lnTo>
                    <a:pt x="2738534" y="2389271"/>
                  </a:lnTo>
                  <a:lnTo>
                    <a:pt x="2739495" y="2389247"/>
                  </a:lnTo>
                  <a:lnTo>
                    <a:pt x="2746273" y="2389247"/>
                  </a:lnTo>
                  <a:lnTo>
                    <a:pt x="2750698" y="2394522"/>
                  </a:lnTo>
                  <a:lnTo>
                    <a:pt x="2750698" y="2408071"/>
                  </a:lnTo>
                  <a:lnTo>
                    <a:pt x="2744553" y="2413083"/>
                  </a:lnTo>
                  <a:close/>
                </a:path>
                <a:path w="4122420" h="2482215">
                  <a:moveTo>
                    <a:pt x="2820491" y="2413083"/>
                  </a:moveTo>
                  <a:lnTo>
                    <a:pt x="2811110" y="2413083"/>
                  </a:lnTo>
                  <a:lnTo>
                    <a:pt x="2807999" y="2411908"/>
                  </a:lnTo>
                  <a:lnTo>
                    <a:pt x="2805547" y="2409318"/>
                  </a:lnTo>
                  <a:lnTo>
                    <a:pt x="2801760" y="2403035"/>
                  </a:lnTo>
                  <a:lnTo>
                    <a:pt x="2802484" y="2396225"/>
                  </a:lnTo>
                  <a:lnTo>
                    <a:pt x="2806844" y="2390764"/>
                  </a:lnTo>
                  <a:lnTo>
                    <a:pt x="2813967" y="2388527"/>
                  </a:lnTo>
                  <a:lnTo>
                    <a:pt x="2820719" y="2388527"/>
                  </a:lnTo>
                  <a:lnTo>
                    <a:pt x="2826637" y="2394115"/>
                  </a:lnTo>
                  <a:lnTo>
                    <a:pt x="2826637" y="2408071"/>
                  </a:lnTo>
                  <a:lnTo>
                    <a:pt x="2820491" y="2413083"/>
                  </a:lnTo>
                  <a:close/>
                </a:path>
                <a:path w="4122420" h="2482215">
                  <a:moveTo>
                    <a:pt x="2896405" y="2413083"/>
                  </a:moveTo>
                  <a:lnTo>
                    <a:pt x="2886644" y="2413083"/>
                  </a:lnTo>
                  <a:lnTo>
                    <a:pt x="2883356" y="2411908"/>
                  </a:lnTo>
                  <a:lnTo>
                    <a:pt x="2880600" y="2409318"/>
                  </a:lnTo>
                  <a:lnTo>
                    <a:pt x="2877310" y="2403158"/>
                  </a:lnTo>
                  <a:lnTo>
                    <a:pt x="2878289" y="2396621"/>
                  </a:lnTo>
                  <a:lnTo>
                    <a:pt x="2882744" y="2391432"/>
                  </a:lnTo>
                  <a:lnTo>
                    <a:pt x="2889880" y="2389319"/>
                  </a:lnTo>
                  <a:lnTo>
                    <a:pt x="2890336" y="2389271"/>
                  </a:lnTo>
                  <a:lnTo>
                    <a:pt x="2891170" y="2389247"/>
                  </a:lnTo>
                  <a:lnTo>
                    <a:pt x="2897365" y="2389247"/>
                  </a:lnTo>
                  <a:lnTo>
                    <a:pt x="2902549" y="2394522"/>
                  </a:lnTo>
                  <a:lnTo>
                    <a:pt x="2902549" y="2408071"/>
                  </a:lnTo>
                  <a:lnTo>
                    <a:pt x="2896405" y="2413083"/>
                  </a:lnTo>
                  <a:close/>
                </a:path>
                <a:path w="4122420" h="2482215">
                  <a:moveTo>
                    <a:pt x="2972318" y="2413083"/>
                  </a:moveTo>
                  <a:lnTo>
                    <a:pt x="2962557" y="2413083"/>
                  </a:lnTo>
                  <a:lnTo>
                    <a:pt x="2959269" y="2411908"/>
                  </a:lnTo>
                  <a:lnTo>
                    <a:pt x="2956538" y="2409318"/>
                  </a:lnTo>
                  <a:lnTo>
                    <a:pt x="2953112" y="2403158"/>
                  </a:lnTo>
                  <a:lnTo>
                    <a:pt x="2953883" y="2396621"/>
                  </a:lnTo>
                  <a:lnTo>
                    <a:pt x="2958295" y="2391432"/>
                  </a:lnTo>
                  <a:lnTo>
                    <a:pt x="2965794" y="2389319"/>
                  </a:lnTo>
                  <a:lnTo>
                    <a:pt x="2966248" y="2389271"/>
                  </a:lnTo>
                  <a:lnTo>
                    <a:pt x="2967083" y="2389247"/>
                  </a:lnTo>
                  <a:lnTo>
                    <a:pt x="2973279" y="2389247"/>
                  </a:lnTo>
                  <a:lnTo>
                    <a:pt x="2978463" y="2394522"/>
                  </a:lnTo>
                  <a:lnTo>
                    <a:pt x="2978463" y="2408071"/>
                  </a:lnTo>
                  <a:lnTo>
                    <a:pt x="2972318" y="2413083"/>
                  </a:lnTo>
                  <a:close/>
                </a:path>
                <a:path w="4122420" h="2482215">
                  <a:moveTo>
                    <a:pt x="3047851" y="2413083"/>
                  </a:moveTo>
                  <a:lnTo>
                    <a:pt x="3038090" y="2413083"/>
                  </a:lnTo>
                  <a:lnTo>
                    <a:pt x="3034904" y="2411908"/>
                  </a:lnTo>
                  <a:lnTo>
                    <a:pt x="3032451" y="2409318"/>
                  </a:lnTo>
                  <a:lnTo>
                    <a:pt x="3028722" y="2403235"/>
                  </a:lnTo>
                  <a:lnTo>
                    <a:pt x="3029341" y="2396681"/>
                  </a:lnTo>
                  <a:lnTo>
                    <a:pt x="3033582" y="2391439"/>
                  </a:lnTo>
                  <a:lnTo>
                    <a:pt x="3040720" y="2389295"/>
                  </a:lnTo>
                  <a:lnTo>
                    <a:pt x="3041378" y="2389295"/>
                  </a:lnTo>
                  <a:lnTo>
                    <a:pt x="3041732" y="2389319"/>
                  </a:lnTo>
                  <a:lnTo>
                    <a:pt x="3048458" y="2389319"/>
                  </a:lnTo>
                  <a:lnTo>
                    <a:pt x="3053541" y="2394115"/>
                  </a:lnTo>
                  <a:lnTo>
                    <a:pt x="3054376" y="2400517"/>
                  </a:lnTo>
                  <a:lnTo>
                    <a:pt x="3054376" y="2408071"/>
                  </a:lnTo>
                  <a:lnTo>
                    <a:pt x="3047851" y="2413083"/>
                  </a:lnTo>
                  <a:close/>
                </a:path>
                <a:path w="4122420" h="2482215">
                  <a:moveTo>
                    <a:pt x="3271165" y="2413323"/>
                  </a:moveTo>
                  <a:lnTo>
                    <a:pt x="3268637" y="2413323"/>
                  </a:lnTo>
                  <a:lnTo>
                    <a:pt x="3268637" y="2412507"/>
                  </a:lnTo>
                  <a:lnTo>
                    <a:pt x="3261885" y="2412507"/>
                  </a:lnTo>
                  <a:lnTo>
                    <a:pt x="3255967" y="2406920"/>
                  </a:lnTo>
                  <a:lnTo>
                    <a:pt x="3256827" y="2400517"/>
                  </a:lnTo>
                  <a:lnTo>
                    <a:pt x="3256827" y="2398119"/>
                  </a:lnTo>
                  <a:lnTo>
                    <a:pt x="3257662" y="2394906"/>
                  </a:lnTo>
                  <a:lnTo>
                    <a:pt x="3260190" y="2392508"/>
                  </a:lnTo>
                  <a:lnTo>
                    <a:pt x="3276223" y="2410925"/>
                  </a:lnTo>
                  <a:lnTo>
                    <a:pt x="3273694" y="2412507"/>
                  </a:lnTo>
                  <a:lnTo>
                    <a:pt x="3271165" y="2413323"/>
                  </a:lnTo>
                  <a:close/>
                </a:path>
                <a:path w="4122420" h="2482215">
                  <a:moveTo>
                    <a:pt x="3123056" y="2413370"/>
                  </a:moveTo>
                  <a:lnTo>
                    <a:pt x="3113675" y="2413370"/>
                  </a:lnTo>
                  <a:lnTo>
                    <a:pt x="3110716" y="2412363"/>
                  </a:lnTo>
                  <a:lnTo>
                    <a:pt x="3108364" y="2410109"/>
                  </a:lnTo>
                  <a:lnTo>
                    <a:pt x="3104577" y="2403492"/>
                  </a:lnTo>
                  <a:lnTo>
                    <a:pt x="3105302" y="2396720"/>
                  </a:lnTo>
                  <a:lnTo>
                    <a:pt x="3109662" y="2391444"/>
                  </a:lnTo>
                  <a:lnTo>
                    <a:pt x="3116785" y="2389319"/>
                  </a:lnTo>
                  <a:lnTo>
                    <a:pt x="3117290" y="2389271"/>
                  </a:lnTo>
                  <a:lnTo>
                    <a:pt x="3118226" y="2389247"/>
                  </a:lnTo>
                  <a:lnTo>
                    <a:pt x="3125105" y="2389247"/>
                  </a:lnTo>
                  <a:lnTo>
                    <a:pt x="3130238" y="2394570"/>
                  </a:lnTo>
                  <a:lnTo>
                    <a:pt x="3129454" y="2401309"/>
                  </a:lnTo>
                  <a:lnTo>
                    <a:pt x="3129454" y="2408479"/>
                  </a:lnTo>
                  <a:lnTo>
                    <a:pt x="3123056" y="2413370"/>
                  </a:lnTo>
                  <a:close/>
                </a:path>
                <a:path w="4122420" h="2482215">
                  <a:moveTo>
                    <a:pt x="3199197" y="2413514"/>
                  </a:moveTo>
                  <a:lnTo>
                    <a:pt x="3189815" y="2413514"/>
                  </a:lnTo>
                  <a:lnTo>
                    <a:pt x="3186730" y="2412459"/>
                  </a:lnTo>
                  <a:lnTo>
                    <a:pt x="3184277" y="2410109"/>
                  </a:lnTo>
                  <a:lnTo>
                    <a:pt x="3180490" y="2403492"/>
                  </a:lnTo>
                  <a:lnTo>
                    <a:pt x="3181217" y="2396720"/>
                  </a:lnTo>
                  <a:lnTo>
                    <a:pt x="3185586" y="2391444"/>
                  </a:lnTo>
                  <a:lnTo>
                    <a:pt x="3192723" y="2389319"/>
                  </a:lnTo>
                  <a:lnTo>
                    <a:pt x="3193153" y="2389271"/>
                  </a:lnTo>
                  <a:lnTo>
                    <a:pt x="3193988" y="2389247"/>
                  </a:lnTo>
                  <a:lnTo>
                    <a:pt x="3200967" y="2389247"/>
                  </a:lnTo>
                  <a:lnTo>
                    <a:pt x="3206151" y="2395290"/>
                  </a:lnTo>
                  <a:lnTo>
                    <a:pt x="3205367" y="2401309"/>
                  </a:lnTo>
                  <a:lnTo>
                    <a:pt x="3205367" y="2408886"/>
                  </a:lnTo>
                  <a:lnTo>
                    <a:pt x="3199197" y="2413514"/>
                  </a:lnTo>
                  <a:close/>
                </a:path>
                <a:path w="4122420" h="2482215">
                  <a:moveTo>
                    <a:pt x="2861205" y="2428502"/>
                  </a:moveTo>
                  <a:lnTo>
                    <a:pt x="2851924" y="2426919"/>
                  </a:lnTo>
                  <a:lnTo>
                    <a:pt x="2846032" y="2426919"/>
                  </a:lnTo>
                  <a:lnTo>
                    <a:pt x="2848130" y="2425576"/>
                  </a:lnTo>
                  <a:lnTo>
                    <a:pt x="2850406" y="2424929"/>
                  </a:lnTo>
                  <a:lnTo>
                    <a:pt x="2855717" y="2424929"/>
                  </a:lnTo>
                  <a:lnTo>
                    <a:pt x="2858751" y="2426176"/>
                  </a:lnTo>
                  <a:lnTo>
                    <a:pt x="2861205" y="2428502"/>
                  </a:lnTo>
                  <a:close/>
                </a:path>
                <a:path w="4122420" h="2482215">
                  <a:moveTo>
                    <a:pt x="2940506" y="2437303"/>
                  </a:moveTo>
                  <a:lnTo>
                    <a:pt x="2937117" y="2437303"/>
                  </a:lnTo>
                  <a:lnTo>
                    <a:pt x="2927837" y="2436511"/>
                  </a:lnTo>
                  <a:lnTo>
                    <a:pt x="2916027" y="2434905"/>
                  </a:lnTo>
                  <a:lnTo>
                    <a:pt x="2916888" y="2429317"/>
                  </a:lnTo>
                  <a:lnTo>
                    <a:pt x="2921945" y="2425313"/>
                  </a:lnTo>
                  <a:lnTo>
                    <a:pt x="2927837" y="2424521"/>
                  </a:lnTo>
                  <a:lnTo>
                    <a:pt x="2934589" y="2424521"/>
                  </a:lnTo>
                  <a:lnTo>
                    <a:pt x="2940506" y="2430109"/>
                  </a:lnTo>
                  <a:lnTo>
                    <a:pt x="2940506" y="2437303"/>
                  </a:lnTo>
                  <a:close/>
                </a:path>
                <a:path w="4122420" h="2482215">
                  <a:moveTo>
                    <a:pt x="3012196" y="2445312"/>
                  </a:moveTo>
                  <a:lnTo>
                    <a:pt x="3003775" y="2444521"/>
                  </a:lnTo>
                  <a:lnTo>
                    <a:pt x="2992801" y="2442914"/>
                  </a:lnTo>
                  <a:lnTo>
                    <a:pt x="2991966" y="2441307"/>
                  </a:lnTo>
                  <a:lnTo>
                    <a:pt x="2991106" y="2438909"/>
                  </a:lnTo>
                  <a:lnTo>
                    <a:pt x="2991106" y="2430109"/>
                  </a:lnTo>
                  <a:lnTo>
                    <a:pt x="2996164" y="2424521"/>
                  </a:lnTo>
                  <a:lnTo>
                    <a:pt x="3010501" y="2424521"/>
                  </a:lnTo>
                  <a:lnTo>
                    <a:pt x="3016419" y="2430109"/>
                  </a:lnTo>
                  <a:lnTo>
                    <a:pt x="3016419" y="2439701"/>
                  </a:lnTo>
                  <a:lnTo>
                    <a:pt x="3014725" y="2442914"/>
                  </a:lnTo>
                  <a:lnTo>
                    <a:pt x="3012196" y="2445312"/>
                  </a:lnTo>
                  <a:close/>
                </a:path>
                <a:path w="4122420" h="2482215">
                  <a:moveTo>
                    <a:pt x="3085783" y="2448717"/>
                  </a:moveTo>
                  <a:lnTo>
                    <a:pt x="3076047" y="2448717"/>
                  </a:lnTo>
                  <a:lnTo>
                    <a:pt x="3072861" y="2447638"/>
                  </a:lnTo>
                  <a:lnTo>
                    <a:pt x="3070408" y="2445312"/>
                  </a:lnTo>
                  <a:lnTo>
                    <a:pt x="3066634" y="2439028"/>
                  </a:lnTo>
                  <a:lnTo>
                    <a:pt x="3067452" y="2432219"/>
                  </a:lnTo>
                  <a:lnTo>
                    <a:pt x="3072068" y="2426758"/>
                  </a:lnTo>
                  <a:lnTo>
                    <a:pt x="3079688" y="2424521"/>
                  </a:lnTo>
                  <a:lnTo>
                    <a:pt x="3086440" y="2424521"/>
                  </a:lnTo>
                  <a:lnTo>
                    <a:pt x="3092332" y="2430109"/>
                  </a:lnTo>
                  <a:lnTo>
                    <a:pt x="3092332" y="2444065"/>
                  </a:lnTo>
                  <a:lnTo>
                    <a:pt x="3085783" y="2448717"/>
                  </a:lnTo>
                  <a:close/>
                </a:path>
                <a:path w="4122420" h="2482215">
                  <a:moveTo>
                    <a:pt x="3308262" y="2449317"/>
                  </a:moveTo>
                  <a:lnTo>
                    <a:pt x="3299841" y="2449317"/>
                  </a:lnTo>
                  <a:lnTo>
                    <a:pt x="3293924" y="2443705"/>
                  </a:lnTo>
                  <a:lnTo>
                    <a:pt x="3293924" y="2434905"/>
                  </a:lnTo>
                  <a:lnTo>
                    <a:pt x="3294783" y="2433322"/>
                  </a:lnTo>
                  <a:lnTo>
                    <a:pt x="3295618" y="2431715"/>
                  </a:lnTo>
                  <a:lnTo>
                    <a:pt x="3300676" y="2437303"/>
                  </a:lnTo>
                  <a:lnTo>
                    <a:pt x="3306593" y="2442914"/>
                  </a:lnTo>
                  <a:lnTo>
                    <a:pt x="3311651" y="2448501"/>
                  </a:lnTo>
                  <a:lnTo>
                    <a:pt x="3309956" y="2448501"/>
                  </a:lnTo>
                  <a:lnTo>
                    <a:pt x="3308262" y="2449317"/>
                  </a:lnTo>
                  <a:close/>
                </a:path>
                <a:path w="4122420" h="2482215">
                  <a:moveTo>
                    <a:pt x="3229113" y="2449388"/>
                  </a:moveTo>
                  <a:lnTo>
                    <a:pt x="3219839" y="2445615"/>
                  </a:lnTo>
                  <a:lnTo>
                    <a:pt x="3216747" y="2437315"/>
                  </a:lnTo>
                  <a:lnTo>
                    <a:pt x="3219839" y="2429014"/>
                  </a:lnTo>
                  <a:lnTo>
                    <a:pt x="3229113" y="2425241"/>
                  </a:lnTo>
                  <a:lnTo>
                    <a:pt x="3229618" y="2425241"/>
                  </a:lnTo>
                  <a:lnTo>
                    <a:pt x="3230680" y="2425313"/>
                  </a:lnTo>
                  <a:lnTo>
                    <a:pt x="3239214" y="2429515"/>
                  </a:lnTo>
                  <a:lnTo>
                    <a:pt x="3242059" y="2437315"/>
                  </a:lnTo>
                  <a:lnTo>
                    <a:pt x="3239214" y="2445114"/>
                  </a:lnTo>
                  <a:lnTo>
                    <a:pt x="3230680" y="2449317"/>
                  </a:lnTo>
                  <a:lnTo>
                    <a:pt x="3230149" y="2449365"/>
                  </a:lnTo>
                  <a:lnTo>
                    <a:pt x="3229113" y="2449388"/>
                  </a:lnTo>
                  <a:close/>
                </a:path>
                <a:path w="4122420" h="2482215">
                  <a:moveTo>
                    <a:pt x="3161240" y="2449532"/>
                  </a:moveTo>
                  <a:lnTo>
                    <a:pt x="3151858" y="2449532"/>
                  </a:lnTo>
                  <a:lnTo>
                    <a:pt x="3148773" y="2448453"/>
                  </a:lnTo>
                  <a:lnTo>
                    <a:pt x="3146321" y="2446103"/>
                  </a:lnTo>
                  <a:lnTo>
                    <a:pt x="3142534" y="2439486"/>
                  </a:lnTo>
                  <a:lnTo>
                    <a:pt x="3143258" y="2432714"/>
                  </a:lnTo>
                  <a:lnTo>
                    <a:pt x="3147619" y="2427438"/>
                  </a:lnTo>
                  <a:lnTo>
                    <a:pt x="3154741" y="2425313"/>
                  </a:lnTo>
                  <a:lnTo>
                    <a:pt x="3154741" y="2424521"/>
                  </a:lnTo>
                  <a:lnTo>
                    <a:pt x="3162353" y="2424521"/>
                  </a:lnTo>
                  <a:lnTo>
                    <a:pt x="3168245" y="2430924"/>
                  </a:lnTo>
                  <a:lnTo>
                    <a:pt x="3167411" y="2437303"/>
                  </a:lnTo>
                  <a:lnTo>
                    <a:pt x="3167411" y="2444880"/>
                  </a:lnTo>
                  <a:lnTo>
                    <a:pt x="3161240" y="2449532"/>
                  </a:lnTo>
                  <a:close/>
                </a:path>
                <a:path w="4122420" h="2482215">
                  <a:moveTo>
                    <a:pt x="3203673" y="2466918"/>
                  </a:moveTo>
                  <a:lnTo>
                    <a:pt x="3184277" y="2465311"/>
                  </a:lnTo>
                  <a:lnTo>
                    <a:pt x="3185972" y="2462913"/>
                  </a:lnTo>
                  <a:lnTo>
                    <a:pt x="3189335" y="2461307"/>
                  </a:lnTo>
                  <a:lnTo>
                    <a:pt x="3192723" y="2461307"/>
                  </a:lnTo>
                  <a:lnTo>
                    <a:pt x="3192723" y="2460515"/>
                  </a:lnTo>
                  <a:lnTo>
                    <a:pt x="3196921" y="2461307"/>
                  </a:lnTo>
                  <a:lnTo>
                    <a:pt x="3201144" y="2463705"/>
                  </a:lnTo>
                  <a:lnTo>
                    <a:pt x="3203673" y="2466918"/>
                  </a:lnTo>
                  <a:close/>
                </a:path>
                <a:path w="4122420" h="2482215">
                  <a:moveTo>
                    <a:pt x="3280446" y="2475719"/>
                  </a:moveTo>
                  <a:lnTo>
                    <a:pt x="3255967" y="2472505"/>
                  </a:lnTo>
                  <a:lnTo>
                    <a:pt x="3255967" y="2466103"/>
                  </a:lnTo>
                  <a:lnTo>
                    <a:pt x="3261885" y="2461307"/>
                  </a:lnTo>
                  <a:lnTo>
                    <a:pt x="3268637" y="2461307"/>
                  </a:lnTo>
                  <a:lnTo>
                    <a:pt x="3268637" y="2460515"/>
                  </a:lnTo>
                  <a:lnTo>
                    <a:pt x="3275388" y="2460515"/>
                  </a:lnTo>
                  <a:lnTo>
                    <a:pt x="3281280" y="2466103"/>
                  </a:lnTo>
                  <a:lnTo>
                    <a:pt x="3281280" y="2474903"/>
                  </a:lnTo>
                  <a:lnTo>
                    <a:pt x="3280446" y="2475719"/>
                  </a:lnTo>
                  <a:close/>
                </a:path>
                <a:path w="4122420" h="2482215">
                  <a:moveTo>
                    <a:pt x="3343690" y="2482097"/>
                  </a:moveTo>
                  <a:lnTo>
                    <a:pt x="3335269" y="2481306"/>
                  </a:lnTo>
                  <a:lnTo>
                    <a:pt x="3331880" y="2476510"/>
                  </a:lnTo>
                  <a:lnTo>
                    <a:pt x="3331880" y="2470899"/>
                  </a:lnTo>
                  <a:lnTo>
                    <a:pt x="3332740" y="2470107"/>
                  </a:lnTo>
                  <a:lnTo>
                    <a:pt x="3343690" y="2482097"/>
                  </a:lnTo>
                  <a:close/>
                </a:path>
              </a:pathLst>
            </a:custGeom>
            <a:solidFill>
              <a:srgbClr val="DBDBDB"/>
            </a:solidFill>
          </p:spPr>
          <p:txBody>
            <a:bodyPr wrap="square" lIns="0" tIns="0" rIns="0" bIns="0" rtlCol="0"/>
            <a:lstStyle/>
            <a:p>
              <a:endParaRPr/>
            </a:p>
          </p:txBody>
        </p:sp>
        <p:sp>
          <p:nvSpPr>
            <p:cNvPr id="6" name="object 6"/>
            <p:cNvSpPr/>
            <p:nvPr/>
          </p:nvSpPr>
          <p:spPr>
            <a:xfrm>
              <a:off x="3976090" y="3881564"/>
              <a:ext cx="4217670" cy="751205"/>
            </a:xfrm>
            <a:custGeom>
              <a:avLst/>
              <a:gdLst/>
              <a:ahLst/>
              <a:cxnLst/>
              <a:rect l="l" t="t" r="r" b="b"/>
              <a:pathLst>
                <a:path w="4217670" h="751204">
                  <a:moveTo>
                    <a:pt x="1138758" y="129578"/>
                  </a:moveTo>
                  <a:lnTo>
                    <a:pt x="1100442" y="82905"/>
                  </a:lnTo>
                  <a:lnTo>
                    <a:pt x="1036789" y="55714"/>
                  </a:lnTo>
                  <a:lnTo>
                    <a:pt x="995108" y="43675"/>
                  </a:lnTo>
                  <a:lnTo>
                    <a:pt x="947585" y="32829"/>
                  </a:lnTo>
                  <a:lnTo>
                    <a:pt x="894753" y="23317"/>
                  </a:lnTo>
                  <a:lnTo>
                    <a:pt x="837120" y="15252"/>
                  </a:lnTo>
                  <a:lnTo>
                    <a:pt x="775233" y="8763"/>
                  </a:lnTo>
                  <a:lnTo>
                    <a:pt x="709625" y="3975"/>
                  </a:lnTo>
                  <a:lnTo>
                    <a:pt x="640829" y="1016"/>
                  </a:lnTo>
                  <a:lnTo>
                    <a:pt x="569379" y="0"/>
                  </a:lnTo>
                  <a:lnTo>
                    <a:pt x="497928" y="1016"/>
                  </a:lnTo>
                  <a:lnTo>
                    <a:pt x="429133" y="3975"/>
                  </a:lnTo>
                  <a:lnTo>
                    <a:pt x="363524" y="8763"/>
                  </a:lnTo>
                  <a:lnTo>
                    <a:pt x="301637" y="15252"/>
                  </a:lnTo>
                  <a:lnTo>
                    <a:pt x="244005" y="23317"/>
                  </a:lnTo>
                  <a:lnTo>
                    <a:pt x="191173" y="32829"/>
                  </a:lnTo>
                  <a:lnTo>
                    <a:pt x="143649" y="43675"/>
                  </a:lnTo>
                  <a:lnTo>
                    <a:pt x="101968" y="55714"/>
                  </a:lnTo>
                  <a:lnTo>
                    <a:pt x="38315" y="82905"/>
                  </a:lnTo>
                  <a:lnTo>
                    <a:pt x="4445" y="113398"/>
                  </a:lnTo>
                  <a:lnTo>
                    <a:pt x="0" y="129578"/>
                  </a:lnTo>
                  <a:lnTo>
                    <a:pt x="4445" y="145770"/>
                  </a:lnTo>
                  <a:lnTo>
                    <a:pt x="38315" y="176263"/>
                  </a:lnTo>
                  <a:lnTo>
                    <a:pt x="101968" y="203454"/>
                  </a:lnTo>
                  <a:lnTo>
                    <a:pt x="143649" y="215493"/>
                  </a:lnTo>
                  <a:lnTo>
                    <a:pt x="191173" y="226339"/>
                  </a:lnTo>
                  <a:lnTo>
                    <a:pt x="244005" y="235851"/>
                  </a:lnTo>
                  <a:lnTo>
                    <a:pt x="301637" y="243916"/>
                  </a:lnTo>
                  <a:lnTo>
                    <a:pt x="363524" y="250405"/>
                  </a:lnTo>
                  <a:lnTo>
                    <a:pt x="429133" y="255193"/>
                  </a:lnTo>
                  <a:lnTo>
                    <a:pt x="497928" y="258152"/>
                  </a:lnTo>
                  <a:lnTo>
                    <a:pt x="569379" y="259168"/>
                  </a:lnTo>
                  <a:lnTo>
                    <a:pt x="640829" y="258152"/>
                  </a:lnTo>
                  <a:lnTo>
                    <a:pt x="709625" y="255193"/>
                  </a:lnTo>
                  <a:lnTo>
                    <a:pt x="775233" y="250405"/>
                  </a:lnTo>
                  <a:lnTo>
                    <a:pt x="837120" y="243916"/>
                  </a:lnTo>
                  <a:lnTo>
                    <a:pt x="894753" y="235851"/>
                  </a:lnTo>
                  <a:lnTo>
                    <a:pt x="947585" y="226339"/>
                  </a:lnTo>
                  <a:lnTo>
                    <a:pt x="995108" y="215493"/>
                  </a:lnTo>
                  <a:lnTo>
                    <a:pt x="1036789" y="203454"/>
                  </a:lnTo>
                  <a:lnTo>
                    <a:pt x="1100442" y="176263"/>
                  </a:lnTo>
                  <a:lnTo>
                    <a:pt x="1134313" y="145770"/>
                  </a:lnTo>
                  <a:lnTo>
                    <a:pt x="1138758" y="129578"/>
                  </a:lnTo>
                  <a:close/>
                </a:path>
                <a:path w="4217670" h="751204">
                  <a:moveTo>
                    <a:pt x="4217606" y="515924"/>
                  </a:moveTo>
                  <a:lnTo>
                    <a:pt x="4192701" y="477875"/>
                  </a:lnTo>
                  <a:lnTo>
                    <a:pt x="4142829" y="450608"/>
                  </a:lnTo>
                  <a:lnTo>
                    <a:pt x="4095648" y="433146"/>
                  </a:lnTo>
                  <a:lnTo>
                    <a:pt x="4037901" y="416318"/>
                  </a:lnTo>
                  <a:lnTo>
                    <a:pt x="3970058" y="400202"/>
                  </a:lnTo>
                  <a:lnTo>
                    <a:pt x="3932504" y="392417"/>
                  </a:lnTo>
                  <a:lnTo>
                    <a:pt x="3892613" y="384835"/>
                  </a:lnTo>
                  <a:lnTo>
                    <a:pt x="3850449" y="377456"/>
                  </a:lnTo>
                  <a:lnTo>
                    <a:pt x="3806075" y="370293"/>
                  </a:lnTo>
                  <a:lnTo>
                    <a:pt x="3759530" y="363359"/>
                  </a:lnTo>
                  <a:lnTo>
                    <a:pt x="3710902" y="356641"/>
                  </a:lnTo>
                  <a:lnTo>
                    <a:pt x="3660254" y="350164"/>
                  </a:lnTo>
                  <a:lnTo>
                    <a:pt x="3607612" y="343928"/>
                  </a:lnTo>
                  <a:lnTo>
                    <a:pt x="3553079" y="337934"/>
                  </a:lnTo>
                  <a:lnTo>
                    <a:pt x="3496691" y="332206"/>
                  </a:lnTo>
                  <a:lnTo>
                    <a:pt x="3438512" y="326745"/>
                  </a:lnTo>
                  <a:lnTo>
                    <a:pt x="3378619" y="321564"/>
                  </a:lnTo>
                  <a:lnTo>
                    <a:pt x="3317049" y="316649"/>
                  </a:lnTo>
                  <a:lnTo>
                    <a:pt x="3253879" y="312026"/>
                  </a:lnTo>
                  <a:lnTo>
                    <a:pt x="3189173" y="307708"/>
                  </a:lnTo>
                  <a:lnTo>
                    <a:pt x="3122980" y="303682"/>
                  </a:lnTo>
                  <a:lnTo>
                    <a:pt x="3055366" y="299974"/>
                  </a:lnTo>
                  <a:lnTo>
                    <a:pt x="2986392" y="296570"/>
                  </a:lnTo>
                  <a:lnTo>
                    <a:pt x="2916123" y="293509"/>
                  </a:lnTo>
                  <a:lnTo>
                    <a:pt x="2844622" y="290766"/>
                  </a:lnTo>
                  <a:lnTo>
                    <a:pt x="2771940" y="288378"/>
                  </a:lnTo>
                  <a:lnTo>
                    <a:pt x="2698153" y="286321"/>
                  </a:lnTo>
                  <a:lnTo>
                    <a:pt x="2623299" y="284632"/>
                  </a:lnTo>
                  <a:lnTo>
                    <a:pt x="2547467" y="283298"/>
                  </a:lnTo>
                  <a:lnTo>
                    <a:pt x="2470696" y="282346"/>
                  </a:lnTo>
                  <a:lnTo>
                    <a:pt x="2393061" y="281762"/>
                  </a:lnTo>
                  <a:lnTo>
                    <a:pt x="2314625" y="281571"/>
                  </a:lnTo>
                  <a:lnTo>
                    <a:pt x="2236178" y="281762"/>
                  </a:lnTo>
                  <a:lnTo>
                    <a:pt x="2158542" y="282346"/>
                  </a:lnTo>
                  <a:lnTo>
                    <a:pt x="2081771" y="283298"/>
                  </a:lnTo>
                  <a:lnTo>
                    <a:pt x="2005939" y="284632"/>
                  </a:lnTo>
                  <a:lnTo>
                    <a:pt x="1931098" y="286321"/>
                  </a:lnTo>
                  <a:lnTo>
                    <a:pt x="1857298" y="288378"/>
                  </a:lnTo>
                  <a:lnTo>
                    <a:pt x="1784616" y="290766"/>
                  </a:lnTo>
                  <a:lnTo>
                    <a:pt x="1713115" y="293509"/>
                  </a:lnTo>
                  <a:lnTo>
                    <a:pt x="1642846" y="296570"/>
                  </a:lnTo>
                  <a:lnTo>
                    <a:pt x="1573872" y="299974"/>
                  </a:lnTo>
                  <a:lnTo>
                    <a:pt x="1506270" y="303682"/>
                  </a:lnTo>
                  <a:lnTo>
                    <a:pt x="1440078" y="307708"/>
                  </a:lnTo>
                  <a:lnTo>
                    <a:pt x="1375359" y="312026"/>
                  </a:lnTo>
                  <a:lnTo>
                    <a:pt x="1312189" y="316649"/>
                  </a:lnTo>
                  <a:lnTo>
                    <a:pt x="1250632" y="321564"/>
                  </a:lnTo>
                  <a:lnTo>
                    <a:pt x="1190726" y="326745"/>
                  </a:lnTo>
                  <a:lnTo>
                    <a:pt x="1132547" y="332206"/>
                  </a:lnTo>
                  <a:lnTo>
                    <a:pt x="1076159" y="337934"/>
                  </a:lnTo>
                  <a:lnTo>
                    <a:pt x="1021626" y="343928"/>
                  </a:lnTo>
                  <a:lnTo>
                    <a:pt x="968997" y="350164"/>
                  </a:lnTo>
                  <a:lnTo>
                    <a:pt x="918337" y="356641"/>
                  </a:lnTo>
                  <a:lnTo>
                    <a:pt x="869708" y="363359"/>
                  </a:lnTo>
                  <a:lnTo>
                    <a:pt x="823175" y="370293"/>
                  </a:lnTo>
                  <a:lnTo>
                    <a:pt x="778789" y="377456"/>
                  </a:lnTo>
                  <a:lnTo>
                    <a:pt x="736625" y="384835"/>
                  </a:lnTo>
                  <a:lnTo>
                    <a:pt x="696734" y="392417"/>
                  </a:lnTo>
                  <a:lnTo>
                    <a:pt x="659193" y="400202"/>
                  </a:lnTo>
                  <a:lnTo>
                    <a:pt x="591350" y="416318"/>
                  </a:lnTo>
                  <a:lnTo>
                    <a:pt x="533590" y="433146"/>
                  </a:lnTo>
                  <a:lnTo>
                    <a:pt x="486410" y="450608"/>
                  </a:lnTo>
                  <a:lnTo>
                    <a:pt x="450291" y="468655"/>
                  </a:lnTo>
                  <a:lnTo>
                    <a:pt x="417944" y="496684"/>
                  </a:lnTo>
                  <a:lnTo>
                    <a:pt x="411632" y="515924"/>
                  </a:lnTo>
                  <a:lnTo>
                    <a:pt x="413219" y="525653"/>
                  </a:lnTo>
                  <a:lnTo>
                    <a:pt x="450291" y="563473"/>
                  </a:lnTo>
                  <a:lnTo>
                    <a:pt x="486410" y="581609"/>
                  </a:lnTo>
                  <a:lnTo>
                    <a:pt x="533590" y="599147"/>
                  </a:lnTo>
                  <a:lnTo>
                    <a:pt x="591350" y="616051"/>
                  </a:lnTo>
                  <a:lnTo>
                    <a:pt x="659193" y="632231"/>
                  </a:lnTo>
                  <a:lnTo>
                    <a:pt x="696734" y="640041"/>
                  </a:lnTo>
                  <a:lnTo>
                    <a:pt x="736625" y="647636"/>
                  </a:lnTo>
                  <a:lnTo>
                    <a:pt x="778789" y="655040"/>
                  </a:lnTo>
                  <a:lnTo>
                    <a:pt x="823175" y="662228"/>
                  </a:lnTo>
                  <a:lnTo>
                    <a:pt x="869708" y="669188"/>
                  </a:lnTo>
                  <a:lnTo>
                    <a:pt x="918337" y="675919"/>
                  </a:lnTo>
                  <a:lnTo>
                    <a:pt x="968997" y="682409"/>
                  </a:lnTo>
                  <a:lnTo>
                    <a:pt x="1021626" y="688657"/>
                  </a:lnTo>
                  <a:lnTo>
                    <a:pt x="1076159" y="694664"/>
                  </a:lnTo>
                  <a:lnTo>
                    <a:pt x="1132547" y="700405"/>
                  </a:lnTo>
                  <a:lnTo>
                    <a:pt x="1190726" y="705878"/>
                  </a:lnTo>
                  <a:lnTo>
                    <a:pt x="1250632" y="711073"/>
                  </a:lnTo>
                  <a:lnTo>
                    <a:pt x="1312189" y="715987"/>
                  </a:lnTo>
                  <a:lnTo>
                    <a:pt x="1375359" y="720610"/>
                  </a:lnTo>
                  <a:lnTo>
                    <a:pt x="1440078" y="724941"/>
                  </a:lnTo>
                  <a:lnTo>
                    <a:pt x="1506270" y="728980"/>
                  </a:lnTo>
                  <a:lnTo>
                    <a:pt x="1573872" y="732688"/>
                  </a:lnTo>
                  <a:lnTo>
                    <a:pt x="1642846" y="736092"/>
                  </a:lnTo>
                  <a:lnTo>
                    <a:pt x="1713115" y="739152"/>
                  </a:lnTo>
                  <a:lnTo>
                    <a:pt x="1784616" y="741895"/>
                  </a:lnTo>
                  <a:lnTo>
                    <a:pt x="1857298" y="744296"/>
                  </a:lnTo>
                  <a:lnTo>
                    <a:pt x="1931098" y="746340"/>
                  </a:lnTo>
                  <a:lnTo>
                    <a:pt x="2005939" y="748030"/>
                  </a:lnTo>
                  <a:lnTo>
                    <a:pt x="2081771" y="749363"/>
                  </a:lnTo>
                  <a:lnTo>
                    <a:pt x="2158542" y="750316"/>
                  </a:lnTo>
                  <a:lnTo>
                    <a:pt x="2236178" y="750900"/>
                  </a:lnTo>
                  <a:lnTo>
                    <a:pt x="2314625" y="751103"/>
                  </a:lnTo>
                  <a:lnTo>
                    <a:pt x="2393061" y="750900"/>
                  </a:lnTo>
                  <a:lnTo>
                    <a:pt x="2470696" y="750316"/>
                  </a:lnTo>
                  <a:lnTo>
                    <a:pt x="2547467" y="749363"/>
                  </a:lnTo>
                  <a:lnTo>
                    <a:pt x="2623299" y="748030"/>
                  </a:lnTo>
                  <a:lnTo>
                    <a:pt x="2698153" y="746340"/>
                  </a:lnTo>
                  <a:lnTo>
                    <a:pt x="2771940" y="744296"/>
                  </a:lnTo>
                  <a:lnTo>
                    <a:pt x="2844622" y="741895"/>
                  </a:lnTo>
                  <a:lnTo>
                    <a:pt x="2916123" y="739152"/>
                  </a:lnTo>
                  <a:lnTo>
                    <a:pt x="2986392" y="736092"/>
                  </a:lnTo>
                  <a:lnTo>
                    <a:pt x="3055366" y="732688"/>
                  </a:lnTo>
                  <a:lnTo>
                    <a:pt x="3122980" y="728980"/>
                  </a:lnTo>
                  <a:lnTo>
                    <a:pt x="3189173" y="724941"/>
                  </a:lnTo>
                  <a:lnTo>
                    <a:pt x="3253879" y="720610"/>
                  </a:lnTo>
                  <a:lnTo>
                    <a:pt x="3317049" y="715987"/>
                  </a:lnTo>
                  <a:lnTo>
                    <a:pt x="3378619" y="711073"/>
                  </a:lnTo>
                  <a:lnTo>
                    <a:pt x="3438512" y="705878"/>
                  </a:lnTo>
                  <a:lnTo>
                    <a:pt x="3496691" y="700405"/>
                  </a:lnTo>
                  <a:lnTo>
                    <a:pt x="3553079" y="694664"/>
                  </a:lnTo>
                  <a:lnTo>
                    <a:pt x="3607612" y="688657"/>
                  </a:lnTo>
                  <a:lnTo>
                    <a:pt x="3660254" y="682409"/>
                  </a:lnTo>
                  <a:lnTo>
                    <a:pt x="3710902" y="675919"/>
                  </a:lnTo>
                  <a:lnTo>
                    <a:pt x="3759530" y="669188"/>
                  </a:lnTo>
                  <a:lnTo>
                    <a:pt x="3806075" y="662228"/>
                  </a:lnTo>
                  <a:lnTo>
                    <a:pt x="3850449" y="655040"/>
                  </a:lnTo>
                  <a:lnTo>
                    <a:pt x="3892613" y="647636"/>
                  </a:lnTo>
                  <a:lnTo>
                    <a:pt x="3932504" y="640041"/>
                  </a:lnTo>
                  <a:lnTo>
                    <a:pt x="3970058" y="632231"/>
                  </a:lnTo>
                  <a:lnTo>
                    <a:pt x="4037901" y="616051"/>
                  </a:lnTo>
                  <a:lnTo>
                    <a:pt x="4095648" y="599147"/>
                  </a:lnTo>
                  <a:lnTo>
                    <a:pt x="4142829" y="581609"/>
                  </a:lnTo>
                  <a:lnTo>
                    <a:pt x="4178947" y="563473"/>
                  </a:lnTo>
                  <a:lnTo>
                    <a:pt x="4211294" y="535279"/>
                  </a:lnTo>
                  <a:lnTo>
                    <a:pt x="4217606" y="515924"/>
                  </a:lnTo>
                  <a:close/>
                </a:path>
              </a:pathLst>
            </a:custGeom>
            <a:solidFill>
              <a:srgbClr val="EBEBEB"/>
            </a:solidFill>
          </p:spPr>
          <p:txBody>
            <a:bodyPr wrap="square" lIns="0" tIns="0" rIns="0" bIns="0" rtlCol="0"/>
            <a:lstStyle/>
            <a:p>
              <a:endParaRPr/>
            </a:p>
          </p:txBody>
        </p:sp>
        <p:sp>
          <p:nvSpPr>
            <p:cNvPr id="7" name="object 7"/>
            <p:cNvSpPr/>
            <p:nvPr/>
          </p:nvSpPr>
          <p:spPr>
            <a:xfrm>
              <a:off x="4007307" y="3827167"/>
              <a:ext cx="4568190" cy="10160"/>
            </a:xfrm>
            <a:custGeom>
              <a:avLst/>
              <a:gdLst/>
              <a:ahLst/>
              <a:cxnLst/>
              <a:rect l="l" t="t" r="r" b="b"/>
              <a:pathLst>
                <a:path w="4568190" h="10160">
                  <a:moveTo>
                    <a:pt x="2283410" y="9591"/>
                  </a:moveTo>
                  <a:lnTo>
                    <a:pt x="1141300" y="7984"/>
                  </a:lnTo>
                  <a:lnTo>
                    <a:pt x="570232" y="7193"/>
                  </a:lnTo>
                  <a:lnTo>
                    <a:pt x="0" y="4795"/>
                  </a:lnTo>
                  <a:lnTo>
                    <a:pt x="570232" y="2397"/>
                  </a:lnTo>
                  <a:lnTo>
                    <a:pt x="1141300" y="1582"/>
                  </a:lnTo>
                  <a:lnTo>
                    <a:pt x="2283410" y="0"/>
                  </a:lnTo>
                  <a:lnTo>
                    <a:pt x="3425545" y="1582"/>
                  </a:lnTo>
                  <a:lnTo>
                    <a:pt x="3996587" y="2397"/>
                  </a:lnTo>
                  <a:lnTo>
                    <a:pt x="4567655" y="4795"/>
                  </a:lnTo>
                  <a:lnTo>
                    <a:pt x="3996587" y="7193"/>
                  </a:lnTo>
                  <a:lnTo>
                    <a:pt x="3425545" y="7984"/>
                  </a:lnTo>
                  <a:lnTo>
                    <a:pt x="2283410" y="9591"/>
                  </a:lnTo>
                  <a:close/>
                </a:path>
              </a:pathLst>
            </a:custGeom>
            <a:solidFill>
              <a:srgbClr val="263137"/>
            </a:solidFill>
          </p:spPr>
          <p:txBody>
            <a:bodyPr wrap="square" lIns="0" tIns="0" rIns="0" bIns="0" rtlCol="0"/>
            <a:lstStyle/>
            <a:p>
              <a:endParaRPr/>
            </a:p>
          </p:txBody>
        </p:sp>
        <p:pic>
          <p:nvPicPr>
            <p:cNvPr id="8" name="object 8"/>
            <p:cNvPicPr/>
            <p:nvPr/>
          </p:nvPicPr>
          <p:blipFill>
            <a:blip r:embed="rId2" cstate="print"/>
            <a:stretch>
              <a:fillRect/>
            </a:stretch>
          </p:blipFill>
          <p:spPr>
            <a:xfrm>
              <a:off x="4037677" y="1531442"/>
              <a:ext cx="1118516" cy="2484495"/>
            </a:xfrm>
            <a:prstGeom prst="rect">
              <a:avLst/>
            </a:prstGeom>
          </p:spPr>
        </p:pic>
        <p:sp>
          <p:nvSpPr>
            <p:cNvPr id="9" name="object 9"/>
            <p:cNvSpPr/>
            <p:nvPr/>
          </p:nvSpPr>
          <p:spPr>
            <a:xfrm>
              <a:off x="6426788" y="3688779"/>
              <a:ext cx="767080" cy="683260"/>
            </a:xfrm>
            <a:custGeom>
              <a:avLst/>
              <a:gdLst/>
              <a:ahLst/>
              <a:cxnLst/>
              <a:rect l="l" t="t" r="r" b="b"/>
              <a:pathLst>
                <a:path w="767079" h="683260">
                  <a:moveTo>
                    <a:pt x="52320" y="682902"/>
                  </a:moveTo>
                  <a:lnTo>
                    <a:pt x="10697" y="681511"/>
                  </a:lnTo>
                  <a:lnTo>
                    <a:pt x="0" y="666986"/>
                  </a:lnTo>
                  <a:lnTo>
                    <a:pt x="2267" y="639714"/>
                  </a:lnTo>
                  <a:lnTo>
                    <a:pt x="31787" y="587126"/>
                  </a:lnTo>
                  <a:lnTo>
                    <a:pt x="88125" y="555776"/>
                  </a:lnTo>
                  <a:lnTo>
                    <a:pt x="185738" y="507848"/>
                  </a:lnTo>
                  <a:lnTo>
                    <a:pt x="319433" y="444756"/>
                  </a:lnTo>
                  <a:lnTo>
                    <a:pt x="324491" y="14387"/>
                  </a:lnTo>
                  <a:lnTo>
                    <a:pt x="766491" y="0"/>
                  </a:lnTo>
                  <a:lnTo>
                    <a:pt x="766412" y="490616"/>
                  </a:lnTo>
                  <a:lnTo>
                    <a:pt x="765858" y="543929"/>
                  </a:lnTo>
                  <a:lnTo>
                    <a:pt x="764357" y="588847"/>
                  </a:lnTo>
                  <a:lnTo>
                    <a:pt x="761433" y="623120"/>
                  </a:lnTo>
                  <a:lnTo>
                    <a:pt x="762267" y="623120"/>
                  </a:lnTo>
                  <a:lnTo>
                    <a:pt x="761433" y="623935"/>
                  </a:lnTo>
                  <a:lnTo>
                    <a:pt x="761102" y="630396"/>
                  </a:lnTo>
                  <a:lnTo>
                    <a:pt x="760061" y="636629"/>
                  </a:lnTo>
                  <a:lnTo>
                    <a:pt x="716968" y="655962"/>
                  </a:lnTo>
                  <a:lnTo>
                    <a:pt x="632853" y="662515"/>
                  </a:lnTo>
                  <a:lnTo>
                    <a:pt x="453181" y="671679"/>
                  </a:lnTo>
                  <a:lnTo>
                    <a:pt x="194165" y="680539"/>
                  </a:lnTo>
                  <a:lnTo>
                    <a:pt x="90781" y="682623"/>
                  </a:lnTo>
                  <a:lnTo>
                    <a:pt x="52320" y="682902"/>
                  </a:lnTo>
                  <a:close/>
                </a:path>
              </a:pathLst>
            </a:custGeom>
            <a:solidFill>
              <a:srgbClr val="AD6359"/>
            </a:solidFill>
          </p:spPr>
          <p:txBody>
            <a:bodyPr wrap="square" lIns="0" tIns="0" rIns="0" bIns="0" rtlCol="0"/>
            <a:lstStyle/>
            <a:p>
              <a:endParaRPr/>
            </a:p>
          </p:txBody>
        </p:sp>
        <p:sp>
          <p:nvSpPr>
            <p:cNvPr id="10" name="object 10"/>
            <p:cNvSpPr/>
            <p:nvPr/>
          </p:nvSpPr>
          <p:spPr>
            <a:xfrm>
              <a:off x="6426671" y="4031141"/>
              <a:ext cx="767080" cy="340995"/>
            </a:xfrm>
            <a:custGeom>
              <a:avLst/>
              <a:gdLst/>
              <a:ahLst/>
              <a:cxnLst/>
              <a:rect l="l" t="t" r="r" b="b"/>
              <a:pathLst>
                <a:path w="767079" h="340995">
                  <a:moveTo>
                    <a:pt x="52438" y="340539"/>
                  </a:moveTo>
                  <a:lnTo>
                    <a:pt x="10815" y="339149"/>
                  </a:lnTo>
                  <a:lnTo>
                    <a:pt x="0" y="324624"/>
                  </a:lnTo>
                  <a:lnTo>
                    <a:pt x="2072" y="297351"/>
                  </a:lnTo>
                  <a:lnTo>
                    <a:pt x="31904" y="244763"/>
                  </a:lnTo>
                  <a:lnTo>
                    <a:pt x="88243" y="213413"/>
                  </a:lnTo>
                  <a:lnTo>
                    <a:pt x="185855" y="165485"/>
                  </a:lnTo>
                  <a:lnTo>
                    <a:pt x="319550" y="102394"/>
                  </a:lnTo>
                  <a:lnTo>
                    <a:pt x="318715" y="11989"/>
                  </a:lnTo>
                  <a:lnTo>
                    <a:pt x="766608" y="0"/>
                  </a:lnTo>
                  <a:lnTo>
                    <a:pt x="766500" y="121604"/>
                  </a:lnTo>
                  <a:lnTo>
                    <a:pt x="766412" y="148254"/>
                  </a:lnTo>
                  <a:lnTo>
                    <a:pt x="765663" y="201566"/>
                  </a:lnTo>
                  <a:lnTo>
                    <a:pt x="764122" y="246484"/>
                  </a:lnTo>
                  <a:lnTo>
                    <a:pt x="761550" y="280757"/>
                  </a:lnTo>
                  <a:lnTo>
                    <a:pt x="761550" y="281573"/>
                  </a:lnTo>
                  <a:lnTo>
                    <a:pt x="717085" y="313599"/>
                  </a:lnTo>
                  <a:lnTo>
                    <a:pt x="632970" y="320153"/>
                  </a:lnTo>
                  <a:lnTo>
                    <a:pt x="453298" y="329317"/>
                  </a:lnTo>
                  <a:lnTo>
                    <a:pt x="194282" y="338176"/>
                  </a:lnTo>
                  <a:lnTo>
                    <a:pt x="90898" y="340260"/>
                  </a:lnTo>
                  <a:lnTo>
                    <a:pt x="52438" y="340539"/>
                  </a:lnTo>
                  <a:close/>
                </a:path>
              </a:pathLst>
            </a:custGeom>
            <a:solidFill>
              <a:srgbClr val="C7C7C7"/>
            </a:solidFill>
          </p:spPr>
          <p:txBody>
            <a:bodyPr wrap="square" lIns="0" tIns="0" rIns="0" bIns="0" rtlCol="0"/>
            <a:lstStyle/>
            <a:p>
              <a:endParaRPr/>
            </a:p>
          </p:txBody>
        </p:sp>
        <p:sp>
          <p:nvSpPr>
            <p:cNvPr id="11" name="object 11"/>
            <p:cNvSpPr/>
            <p:nvPr/>
          </p:nvSpPr>
          <p:spPr>
            <a:xfrm>
              <a:off x="6426671" y="4115934"/>
              <a:ext cx="767080" cy="255904"/>
            </a:xfrm>
            <a:custGeom>
              <a:avLst/>
              <a:gdLst/>
              <a:ahLst/>
              <a:cxnLst/>
              <a:rect l="l" t="t" r="r" b="b"/>
              <a:pathLst>
                <a:path w="767079" h="255904">
                  <a:moveTo>
                    <a:pt x="52438" y="255746"/>
                  </a:moveTo>
                  <a:lnTo>
                    <a:pt x="10815" y="254355"/>
                  </a:lnTo>
                  <a:lnTo>
                    <a:pt x="0" y="239945"/>
                  </a:lnTo>
                  <a:lnTo>
                    <a:pt x="2072" y="212864"/>
                  </a:lnTo>
                  <a:lnTo>
                    <a:pt x="31904" y="159970"/>
                  </a:lnTo>
                  <a:lnTo>
                    <a:pt x="87880" y="128954"/>
                  </a:lnTo>
                  <a:lnTo>
                    <a:pt x="185532" y="80989"/>
                  </a:lnTo>
                  <a:lnTo>
                    <a:pt x="278282" y="36922"/>
                  </a:lnTo>
                  <a:lnTo>
                    <a:pt x="319550" y="17601"/>
                  </a:lnTo>
                  <a:lnTo>
                    <a:pt x="318715" y="10383"/>
                  </a:lnTo>
                  <a:lnTo>
                    <a:pt x="766608" y="0"/>
                  </a:lnTo>
                  <a:lnTo>
                    <a:pt x="766608" y="4004"/>
                  </a:lnTo>
                  <a:lnTo>
                    <a:pt x="766551" y="86146"/>
                  </a:lnTo>
                  <a:lnTo>
                    <a:pt x="764828" y="154272"/>
                  </a:lnTo>
                  <a:lnTo>
                    <a:pt x="761042" y="201854"/>
                  </a:lnTo>
                  <a:lnTo>
                    <a:pt x="717085" y="228806"/>
                  </a:lnTo>
                  <a:lnTo>
                    <a:pt x="632970" y="235360"/>
                  </a:lnTo>
                  <a:lnTo>
                    <a:pt x="578298" y="238554"/>
                  </a:lnTo>
                  <a:lnTo>
                    <a:pt x="517769" y="241625"/>
                  </a:lnTo>
                  <a:lnTo>
                    <a:pt x="453298" y="244524"/>
                  </a:lnTo>
                  <a:lnTo>
                    <a:pt x="386800" y="247199"/>
                  </a:lnTo>
                  <a:lnTo>
                    <a:pt x="320188" y="249601"/>
                  </a:lnTo>
                  <a:lnTo>
                    <a:pt x="255377" y="251679"/>
                  </a:lnTo>
                  <a:lnTo>
                    <a:pt x="194282" y="253383"/>
                  </a:lnTo>
                  <a:lnTo>
                    <a:pt x="138818" y="254662"/>
                  </a:lnTo>
                  <a:lnTo>
                    <a:pt x="90898" y="255467"/>
                  </a:lnTo>
                  <a:lnTo>
                    <a:pt x="52438" y="255746"/>
                  </a:lnTo>
                  <a:close/>
                </a:path>
              </a:pathLst>
            </a:custGeom>
            <a:solidFill>
              <a:srgbClr val="263137"/>
            </a:solidFill>
          </p:spPr>
          <p:txBody>
            <a:bodyPr wrap="square" lIns="0" tIns="0" rIns="0" bIns="0" rtlCol="0"/>
            <a:lstStyle/>
            <a:p>
              <a:endParaRPr/>
            </a:p>
          </p:txBody>
        </p:sp>
        <p:sp>
          <p:nvSpPr>
            <p:cNvPr id="12" name="object 12"/>
            <p:cNvSpPr/>
            <p:nvPr/>
          </p:nvSpPr>
          <p:spPr>
            <a:xfrm>
              <a:off x="6441709" y="4324465"/>
              <a:ext cx="708660" cy="22860"/>
            </a:xfrm>
            <a:custGeom>
              <a:avLst/>
              <a:gdLst/>
              <a:ahLst/>
              <a:cxnLst/>
              <a:rect l="l" t="t" r="r" b="b"/>
              <a:pathLst>
                <a:path w="708659" h="22860">
                  <a:moveTo>
                    <a:pt x="2528" y="22637"/>
                  </a:moveTo>
                  <a:lnTo>
                    <a:pt x="834" y="22637"/>
                  </a:lnTo>
                  <a:lnTo>
                    <a:pt x="0" y="20238"/>
                  </a:lnTo>
                  <a:lnTo>
                    <a:pt x="2528" y="20238"/>
                  </a:lnTo>
                  <a:lnTo>
                    <a:pt x="32918" y="18724"/>
                  </a:lnTo>
                  <a:lnTo>
                    <a:pt x="72650" y="16976"/>
                  </a:lnTo>
                  <a:lnTo>
                    <a:pt x="120158" y="15056"/>
                  </a:lnTo>
                  <a:lnTo>
                    <a:pt x="173879" y="13028"/>
                  </a:lnTo>
                  <a:lnTo>
                    <a:pt x="232249" y="10951"/>
                  </a:lnTo>
                  <a:lnTo>
                    <a:pt x="293703" y="8887"/>
                  </a:lnTo>
                  <a:lnTo>
                    <a:pt x="356679" y="6899"/>
                  </a:lnTo>
                  <a:lnTo>
                    <a:pt x="419610" y="5048"/>
                  </a:lnTo>
                  <a:lnTo>
                    <a:pt x="480934" y="3395"/>
                  </a:lnTo>
                  <a:lnTo>
                    <a:pt x="539085" y="2002"/>
                  </a:lnTo>
                  <a:lnTo>
                    <a:pt x="592501" y="930"/>
                  </a:lnTo>
                  <a:lnTo>
                    <a:pt x="639617" y="243"/>
                  </a:lnTo>
                  <a:lnTo>
                    <a:pt x="678868" y="0"/>
                  </a:lnTo>
                  <a:lnTo>
                    <a:pt x="686954" y="13"/>
                  </a:lnTo>
                  <a:lnTo>
                    <a:pt x="694470" y="56"/>
                  </a:lnTo>
                  <a:lnTo>
                    <a:pt x="701399" y="131"/>
                  </a:lnTo>
                  <a:lnTo>
                    <a:pt x="707721" y="239"/>
                  </a:lnTo>
                  <a:lnTo>
                    <a:pt x="708555" y="239"/>
                  </a:lnTo>
                  <a:lnTo>
                    <a:pt x="708555" y="1030"/>
                  </a:lnTo>
                  <a:lnTo>
                    <a:pt x="707721" y="1030"/>
                  </a:lnTo>
                  <a:lnTo>
                    <a:pt x="677596" y="2971"/>
                  </a:lnTo>
                  <a:lnTo>
                    <a:pt x="638153" y="4998"/>
                  </a:lnTo>
                  <a:lnTo>
                    <a:pt x="590942" y="7074"/>
                  </a:lnTo>
                  <a:lnTo>
                    <a:pt x="537513" y="9163"/>
                  </a:lnTo>
                  <a:lnTo>
                    <a:pt x="479419" y="11226"/>
                  </a:lnTo>
                  <a:lnTo>
                    <a:pt x="418210" y="13229"/>
                  </a:lnTo>
                  <a:lnTo>
                    <a:pt x="355437" y="15134"/>
                  </a:lnTo>
                  <a:lnTo>
                    <a:pt x="292652" y="16904"/>
                  </a:lnTo>
                  <a:lnTo>
                    <a:pt x="231405" y="18502"/>
                  </a:lnTo>
                  <a:lnTo>
                    <a:pt x="173247" y="19893"/>
                  </a:lnTo>
                  <a:lnTo>
                    <a:pt x="119729" y="21038"/>
                  </a:lnTo>
                  <a:lnTo>
                    <a:pt x="72403" y="21902"/>
                  </a:lnTo>
                  <a:lnTo>
                    <a:pt x="32819" y="22447"/>
                  </a:lnTo>
                  <a:lnTo>
                    <a:pt x="2528" y="22637"/>
                  </a:lnTo>
                  <a:close/>
                </a:path>
              </a:pathLst>
            </a:custGeom>
            <a:solidFill>
              <a:srgbClr val="37474F"/>
            </a:solidFill>
          </p:spPr>
          <p:txBody>
            <a:bodyPr wrap="square" lIns="0" tIns="0" rIns="0" bIns="0" rtlCol="0"/>
            <a:lstStyle/>
            <a:p>
              <a:endParaRPr/>
            </a:p>
          </p:txBody>
        </p:sp>
        <p:pic>
          <p:nvPicPr>
            <p:cNvPr id="13" name="object 13"/>
            <p:cNvPicPr/>
            <p:nvPr/>
          </p:nvPicPr>
          <p:blipFill>
            <a:blip r:embed="rId3" cstate="print"/>
            <a:stretch>
              <a:fillRect/>
            </a:stretch>
          </p:blipFill>
          <p:spPr>
            <a:xfrm>
              <a:off x="6639938" y="4131090"/>
              <a:ext cx="208343" cy="72827"/>
            </a:xfrm>
            <a:prstGeom prst="rect">
              <a:avLst/>
            </a:prstGeom>
          </p:spPr>
        </p:pic>
        <p:sp>
          <p:nvSpPr>
            <p:cNvPr id="14" name="object 14"/>
            <p:cNvSpPr/>
            <p:nvPr/>
          </p:nvSpPr>
          <p:spPr>
            <a:xfrm>
              <a:off x="6720074" y="1830593"/>
              <a:ext cx="513715" cy="2308225"/>
            </a:xfrm>
            <a:custGeom>
              <a:avLst/>
              <a:gdLst/>
              <a:ahLst/>
              <a:cxnLst/>
              <a:rect l="l" t="t" r="r" b="b"/>
              <a:pathLst>
                <a:path w="513715" h="2308225">
                  <a:moveTo>
                    <a:pt x="485874" y="2307739"/>
                  </a:moveTo>
                  <a:lnTo>
                    <a:pt x="0" y="2298123"/>
                  </a:lnTo>
                  <a:lnTo>
                    <a:pt x="93639" y="263180"/>
                  </a:lnTo>
                  <a:lnTo>
                    <a:pt x="95308" y="235987"/>
                  </a:lnTo>
                  <a:lnTo>
                    <a:pt x="99531" y="0"/>
                  </a:lnTo>
                  <a:lnTo>
                    <a:pt x="510327" y="0"/>
                  </a:lnTo>
                  <a:lnTo>
                    <a:pt x="513690" y="261573"/>
                  </a:lnTo>
                  <a:lnTo>
                    <a:pt x="512856" y="290373"/>
                  </a:lnTo>
                  <a:lnTo>
                    <a:pt x="495988" y="1548628"/>
                  </a:lnTo>
                  <a:lnTo>
                    <a:pt x="495988" y="1553424"/>
                  </a:lnTo>
                  <a:lnTo>
                    <a:pt x="485874" y="2307739"/>
                  </a:lnTo>
                  <a:close/>
                </a:path>
              </a:pathLst>
            </a:custGeom>
            <a:solidFill>
              <a:srgbClr val="37474F"/>
            </a:solidFill>
          </p:spPr>
          <p:txBody>
            <a:bodyPr wrap="square" lIns="0" tIns="0" rIns="0" bIns="0" rtlCol="0"/>
            <a:lstStyle/>
            <a:p>
              <a:endParaRPr/>
            </a:p>
          </p:txBody>
        </p:sp>
        <p:sp>
          <p:nvSpPr>
            <p:cNvPr id="15" name="object 15"/>
            <p:cNvSpPr/>
            <p:nvPr/>
          </p:nvSpPr>
          <p:spPr>
            <a:xfrm>
              <a:off x="6739458" y="1830603"/>
              <a:ext cx="494030" cy="2230755"/>
            </a:xfrm>
            <a:custGeom>
              <a:avLst/>
              <a:gdLst/>
              <a:ahLst/>
              <a:cxnLst/>
              <a:rect l="l" t="t" r="r" b="b"/>
              <a:pathLst>
                <a:path w="494029" h="2230754">
                  <a:moveTo>
                    <a:pt x="218859" y="641413"/>
                  </a:moveTo>
                  <a:lnTo>
                    <a:pt x="218833" y="593928"/>
                  </a:lnTo>
                  <a:lnTo>
                    <a:pt x="218757" y="547319"/>
                  </a:lnTo>
                  <a:lnTo>
                    <a:pt x="218630" y="499745"/>
                  </a:lnTo>
                  <a:lnTo>
                    <a:pt x="218528" y="449364"/>
                  </a:lnTo>
                  <a:lnTo>
                    <a:pt x="218490" y="394347"/>
                  </a:lnTo>
                  <a:lnTo>
                    <a:pt x="218490" y="393966"/>
                  </a:lnTo>
                  <a:lnTo>
                    <a:pt x="218059" y="393750"/>
                  </a:lnTo>
                  <a:lnTo>
                    <a:pt x="217627" y="393750"/>
                  </a:lnTo>
                  <a:lnTo>
                    <a:pt x="217220" y="393750"/>
                  </a:lnTo>
                  <a:lnTo>
                    <a:pt x="216801" y="393966"/>
                  </a:lnTo>
                  <a:lnTo>
                    <a:pt x="216801" y="394347"/>
                  </a:lnTo>
                  <a:lnTo>
                    <a:pt x="216408" y="450761"/>
                  </a:lnTo>
                  <a:lnTo>
                    <a:pt x="215353" y="501205"/>
                  </a:lnTo>
                  <a:lnTo>
                    <a:pt x="213842" y="548627"/>
                  </a:lnTo>
                  <a:lnTo>
                    <a:pt x="212039" y="595985"/>
                  </a:lnTo>
                  <a:lnTo>
                    <a:pt x="210146" y="646226"/>
                  </a:lnTo>
                  <a:lnTo>
                    <a:pt x="208343" y="702322"/>
                  </a:lnTo>
                  <a:lnTo>
                    <a:pt x="207175" y="754037"/>
                  </a:lnTo>
                  <a:lnTo>
                    <a:pt x="205828" y="805688"/>
                  </a:lnTo>
                  <a:lnTo>
                    <a:pt x="204368" y="857300"/>
                  </a:lnTo>
                  <a:lnTo>
                    <a:pt x="202831" y="908888"/>
                  </a:lnTo>
                  <a:lnTo>
                    <a:pt x="201269" y="960501"/>
                  </a:lnTo>
                  <a:lnTo>
                    <a:pt x="199720" y="1012151"/>
                  </a:lnTo>
                  <a:lnTo>
                    <a:pt x="198234" y="1063866"/>
                  </a:lnTo>
                  <a:lnTo>
                    <a:pt x="196735" y="1115453"/>
                  </a:lnTo>
                  <a:lnTo>
                    <a:pt x="195148" y="1167015"/>
                  </a:lnTo>
                  <a:lnTo>
                    <a:pt x="193471" y="1218565"/>
                  </a:lnTo>
                  <a:lnTo>
                    <a:pt x="191719" y="1270088"/>
                  </a:lnTo>
                  <a:lnTo>
                    <a:pt x="189903" y="1321612"/>
                  </a:lnTo>
                  <a:lnTo>
                    <a:pt x="188036" y="1373124"/>
                  </a:lnTo>
                  <a:lnTo>
                    <a:pt x="186105" y="1424635"/>
                  </a:lnTo>
                  <a:lnTo>
                    <a:pt x="184150" y="1476146"/>
                  </a:lnTo>
                  <a:lnTo>
                    <a:pt x="182156" y="1527657"/>
                  </a:lnTo>
                  <a:lnTo>
                    <a:pt x="180149" y="1579168"/>
                  </a:lnTo>
                  <a:lnTo>
                    <a:pt x="178130" y="1630692"/>
                  </a:lnTo>
                  <a:lnTo>
                    <a:pt x="176098" y="1682242"/>
                  </a:lnTo>
                  <a:lnTo>
                    <a:pt x="174091" y="1733804"/>
                  </a:lnTo>
                  <a:lnTo>
                    <a:pt x="172085" y="1785378"/>
                  </a:lnTo>
                  <a:lnTo>
                    <a:pt x="169824" y="1836039"/>
                  </a:lnTo>
                  <a:lnTo>
                    <a:pt x="167500" y="1886648"/>
                  </a:lnTo>
                  <a:lnTo>
                    <a:pt x="165087" y="1937219"/>
                  </a:lnTo>
                  <a:lnTo>
                    <a:pt x="162598" y="1987765"/>
                  </a:lnTo>
                  <a:lnTo>
                    <a:pt x="160020" y="2038311"/>
                  </a:lnTo>
                  <a:lnTo>
                    <a:pt x="157378" y="2088883"/>
                  </a:lnTo>
                  <a:lnTo>
                    <a:pt x="154647" y="2139480"/>
                  </a:lnTo>
                  <a:lnTo>
                    <a:pt x="151828" y="2190140"/>
                  </a:lnTo>
                  <a:lnTo>
                    <a:pt x="151828" y="2190546"/>
                  </a:lnTo>
                  <a:lnTo>
                    <a:pt x="152260" y="2190737"/>
                  </a:lnTo>
                  <a:lnTo>
                    <a:pt x="153098" y="2190737"/>
                  </a:lnTo>
                  <a:lnTo>
                    <a:pt x="153530" y="2190546"/>
                  </a:lnTo>
                  <a:lnTo>
                    <a:pt x="153530" y="2190140"/>
                  </a:lnTo>
                  <a:lnTo>
                    <a:pt x="157492" y="2138705"/>
                  </a:lnTo>
                  <a:lnTo>
                    <a:pt x="161404" y="2087245"/>
                  </a:lnTo>
                  <a:lnTo>
                    <a:pt x="165277" y="2035771"/>
                  </a:lnTo>
                  <a:lnTo>
                    <a:pt x="169062" y="1984273"/>
                  </a:lnTo>
                  <a:lnTo>
                    <a:pt x="172783" y="1932762"/>
                  </a:lnTo>
                  <a:lnTo>
                    <a:pt x="176390" y="1881225"/>
                  </a:lnTo>
                  <a:lnTo>
                    <a:pt x="179882" y="1829689"/>
                  </a:lnTo>
                  <a:lnTo>
                    <a:pt x="183248" y="1778127"/>
                  </a:lnTo>
                  <a:lnTo>
                    <a:pt x="186474" y="1726565"/>
                  </a:lnTo>
                  <a:lnTo>
                    <a:pt x="189547" y="1674990"/>
                  </a:lnTo>
                  <a:lnTo>
                    <a:pt x="192430" y="1623402"/>
                  </a:lnTo>
                  <a:lnTo>
                    <a:pt x="195135" y="1571815"/>
                  </a:lnTo>
                  <a:lnTo>
                    <a:pt x="197637" y="1520228"/>
                  </a:lnTo>
                  <a:lnTo>
                    <a:pt x="199923" y="1468628"/>
                  </a:lnTo>
                  <a:lnTo>
                    <a:pt x="202044" y="1417027"/>
                  </a:lnTo>
                  <a:lnTo>
                    <a:pt x="204050" y="1365440"/>
                  </a:lnTo>
                  <a:lnTo>
                    <a:pt x="205955" y="1313840"/>
                  </a:lnTo>
                  <a:lnTo>
                    <a:pt x="207733" y="1262240"/>
                  </a:lnTo>
                  <a:lnTo>
                    <a:pt x="209397" y="1210652"/>
                  </a:lnTo>
                  <a:lnTo>
                    <a:pt x="210947" y="1159052"/>
                  </a:lnTo>
                  <a:lnTo>
                    <a:pt x="212369" y="1107465"/>
                  </a:lnTo>
                  <a:lnTo>
                    <a:pt x="213652" y="1055865"/>
                  </a:lnTo>
                  <a:lnTo>
                    <a:pt x="214820" y="1004277"/>
                  </a:lnTo>
                  <a:lnTo>
                    <a:pt x="215836" y="952677"/>
                  </a:lnTo>
                  <a:lnTo>
                    <a:pt x="216725" y="901090"/>
                  </a:lnTo>
                  <a:lnTo>
                    <a:pt x="217462" y="849490"/>
                  </a:lnTo>
                  <a:lnTo>
                    <a:pt x="218046" y="797902"/>
                  </a:lnTo>
                  <a:lnTo>
                    <a:pt x="218490" y="746302"/>
                  </a:lnTo>
                  <a:lnTo>
                    <a:pt x="218757" y="691591"/>
                  </a:lnTo>
                  <a:lnTo>
                    <a:pt x="218859" y="641413"/>
                  </a:lnTo>
                  <a:close/>
                </a:path>
                <a:path w="494029" h="2230754">
                  <a:moveTo>
                    <a:pt x="447065" y="2226945"/>
                  </a:moveTo>
                  <a:lnTo>
                    <a:pt x="446227" y="2226945"/>
                  </a:lnTo>
                  <a:lnTo>
                    <a:pt x="413423" y="2224519"/>
                  </a:lnTo>
                  <a:lnTo>
                    <a:pt x="357314" y="2222792"/>
                  </a:lnTo>
                  <a:lnTo>
                    <a:pt x="289433" y="2221636"/>
                  </a:lnTo>
                  <a:lnTo>
                    <a:pt x="221348" y="2220963"/>
                  </a:lnTo>
                  <a:lnTo>
                    <a:pt x="164592" y="2220633"/>
                  </a:lnTo>
                  <a:lnTo>
                    <a:pt x="130746" y="2220544"/>
                  </a:lnTo>
                  <a:lnTo>
                    <a:pt x="115570" y="2220391"/>
                  </a:lnTo>
                  <a:lnTo>
                    <a:pt x="103085" y="2220290"/>
                  </a:lnTo>
                  <a:lnTo>
                    <a:pt x="92811" y="2220226"/>
                  </a:lnTo>
                  <a:lnTo>
                    <a:pt x="84315" y="2220214"/>
                  </a:lnTo>
                  <a:lnTo>
                    <a:pt x="68262" y="2220303"/>
                  </a:lnTo>
                  <a:lnTo>
                    <a:pt x="53327" y="2220569"/>
                  </a:lnTo>
                  <a:lnTo>
                    <a:pt x="33007" y="2220925"/>
                  </a:lnTo>
                  <a:lnTo>
                    <a:pt x="838" y="2221331"/>
                  </a:lnTo>
                  <a:lnTo>
                    <a:pt x="0" y="2221331"/>
                  </a:lnTo>
                  <a:lnTo>
                    <a:pt x="0" y="2222944"/>
                  </a:lnTo>
                  <a:lnTo>
                    <a:pt x="838" y="2223732"/>
                  </a:lnTo>
                  <a:lnTo>
                    <a:pt x="42494" y="2225141"/>
                  </a:lnTo>
                  <a:lnTo>
                    <a:pt x="65798" y="2226030"/>
                  </a:lnTo>
                  <a:lnTo>
                    <a:pt x="130746" y="2227732"/>
                  </a:lnTo>
                  <a:lnTo>
                    <a:pt x="197878" y="2229002"/>
                  </a:lnTo>
                  <a:lnTo>
                    <a:pt x="249999" y="2229777"/>
                  </a:lnTo>
                  <a:lnTo>
                    <a:pt x="306298" y="2230386"/>
                  </a:lnTo>
                  <a:lnTo>
                    <a:pt x="360629" y="2230640"/>
                  </a:lnTo>
                  <a:lnTo>
                    <a:pt x="389763" y="2230526"/>
                  </a:lnTo>
                  <a:lnTo>
                    <a:pt x="414629" y="2230170"/>
                  </a:lnTo>
                  <a:lnTo>
                    <a:pt x="433895" y="2229510"/>
                  </a:lnTo>
                  <a:lnTo>
                    <a:pt x="446227" y="2228532"/>
                  </a:lnTo>
                  <a:lnTo>
                    <a:pt x="447065" y="2228532"/>
                  </a:lnTo>
                  <a:lnTo>
                    <a:pt x="447065" y="2226945"/>
                  </a:lnTo>
                  <a:close/>
                </a:path>
                <a:path w="494029" h="2230754">
                  <a:moveTo>
                    <a:pt x="493471" y="261569"/>
                  </a:moveTo>
                  <a:lnTo>
                    <a:pt x="490931" y="0"/>
                  </a:lnTo>
                  <a:lnTo>
                    <a:pt x="151003" y="0"/>
                  </a:lnTo>
                  <a:lnTo>
                    <a:pt x="476592" y="1548625"/>
                  </a:lnTo>
                  <a:lnTo>
                    <a:pt x="493471" y="261569"/>
                  </a:lnTo>
                  <a:close/>
                </a:path>
              </a:pathLst>
            </a:custGeom>
            <a:solidFill>
              <a:srgbClr val="263137"/>
            </a:solidFill>
          </p:spPr>
          <p:txBody>
            <a:bodyPr wrap="square" lIns="0" tIns="0" rIns="0" bIns="0" rtlCol="0"/>
            <a:lstStyle/>
            <a:p>
              <a:endParaRPr/>
            </a:p>
          </p:txBody>
        </p:sp>
        <p:sp>
          <p:nvSpPr>
            <p:cNvPr id="16" name="object 16"/>
            <p:cNvSpPr/>
            <p:nvPr/>
          </p:nvSpPr>
          <p:spPr>
            <a:xfrm>
              <a:off x="7072345" y="3665590"/>
              <a:ext cx="750570" cy="772160"/>
            </a:xfrm>
            <a:custGeom>
              <a:avLst/>
              <a:gdLst/>
              <a:ahLst/>
              <a:cxnLst/>
              <a:rect l="l" t="t" r="r" b="b"/>
              <a:pathLst>
                <a:path w="750570" h="772160">
                  <a:moveTo>
                    <a:pt x="16572" y="772012"/>
                  </a:moveTo>
                  <a:lnTo>
                    <a:pt x="15738" y="772012"/>
                  </a:lnTo>
                  <a:lnTo>
                    <a:pt x="15080" y="771964"/>
                  </a:lnTo>
                  <a:lnTo>
                    <a:pt x="14650" y="771892"/>
                  </a:lnTo>
                  <a:lnTo>
                    <a:pt x="1833" y="758923"/>
                  </a:lnTo>
                  <a:lnTo>
                    <a:pt x="0" y="731701"/>
                  </a:lnTo>
                  <a:lnTo>
                    <a:pt x="7179" y="700577"/>
                  </a:lnTo>
                  <a:lnTo>
                    <a:pt x="72399" y="637570"/>
                  </a:lnTo>
                  <a:lnTo>
                    <a:pt x="162377" y="577420"/>
                  </a:lnTo>
                  <a:lnTo>
                    <a:pt x="248083" y="521919"/>
                  </a:lnTo>
                  <a:lnTo>
                    <a:pt x="286264" y="497537"/>
                  </a:lnTo>
                  <a:lnTo>
                    <a:pt x="228911" y="70381"/>
                  </a:lnTo>
                  <a:lnTo>
                    <a:pt x="665854" y="0"/>
                  </a:lnTo>
                  <a:lnTo>
                    <a:pt x="727429" y="427131"/>
                  </a:lnTo>
                  <a:lnTo>
                    <a:pt x="735720" y="486131"/>
                  </a:lnTo>
                  <a:lnTo>
                    <a:pt x="742507" y="539127"/>
                  </a:lnTo>
                  <a:lnTo>
                    <a:pt x="747237" y="583719"/>
                  </a:lnTo>
                  <a:lnTo>
                    <a:pt x="749354" y="617508"/>
                  </a:lnTo>
                  <a:lnTo>
                    <a:pt x="749354" y="618324"/>
                  </a:lnTo>
                  <a:lnTo>
                    <a:pt x="750150" y="624924"/>
                  </a:lnTo>
                  <a:lnTo>
                    <a:pt x="706773" y="656812"/>
                  </a:lnTo>
                  <a:lnTo>
                    <a:pt x="666759" y="665505"/>
                  </a:lnTo>
                  <a:lnTo>
                    <a:pt x="616391" y="675502"/>
                  </a:lnTo>
                  <a:lnTo>
                    <a:pt x="557899" y="686455"/>
                  </a:lnTo>
                  <a:lnTo>
                    <a:pt x="493512" y="698015"/>
                  </a:lnTo>
                  <a:lnTo>
                    <a:pt x="425459" y="709835"/>
                  </a:lnTo>
                  <a:lnTo>
                    <a:pt x="355970" y="721567"/>
                  </a:lnTo>
                  <a:lnTo>
                    <a:pt x="287273" y="732863"/>
                  </a:lnTo>
                  <a:lnTo>
                    <a:pt x="221598" y="743376"/>
                  </a:lnTo>
                  <a:lnTo>
                    <a:pt x="161174" y="752757"/>
                  </a:lnTo>
                  <a:lnTo>
                    <a:pt x="108230" y="760659"/>
                  </a:lnTo>
                  <a:lnTo>
                    <a:pt x="64996" y="766734"/>
                  </a:lnTo>
                  <a:lnTo>
                    <a:pt x="33700" y="770634"/>
                  </a:lnTo>
                  <a:lnTo>
                    <a:pt x="16572" y="772012"/>
                  </a:lnTo>
                  <a:close/>
                </a:path>
              </a:pathLst>
            </a:custGeom>
            <a:solidFill>
              <a:srgbClr val="AD6359"/>
            </a:solidFill>
          </p:spPr>
          <p:txBody>
            <a:bodyPr wrap="square" lIns="0" tIns="0" rIns="0" bIns="0" rtlCol="0"/>
            <a:lstStyle/>
            <a:p>
              <a:endParaRPr/>
            </a:p>
          </p:txBody>
        </p:sp>
        <p:sp>
          <p:nvSpPr>
            <p:cNvPr id="17" name="object 17"/>
            <p:cNvSpPr/>
            <p:nvPr/>
          </p:nvSpPr>
          <p:spPr>
            <a:xfrm>
              <a:off x="7072240" y="4004740"/>
              <a:ext cx="749935" cy="433070"/>
            </a:xfrm>
            <a:custGeom>
              <a:avLst/>
              <a:gdLst/>
              <a:ahLst/>
              <a:cxnLst/>
              <a:rect l="l" t="t" r="r" b="b"/>
              <a:pathLst>
                <a:path w="749934" h="433070">
                  <a:moveTo>
                    <a:pt x="15867" y="432862"/>
                  </a:moveTo>
                  <a:lnTo>
                    <a:pt x="15008" y="432862"/>
                  </a:lnTo>
                  <a:lnTo>
                    <a:pt x="14376" y="432814"/>
                  </a:lnTo>
                  <a:lnTo>
                    <a:pt x="13920" y="432742"/>
                  </a:lnTo>
                  <a:lnTo>
                    <a:pt x="1586" y="419774"/>
                  </a:lnTo>
                  <a:lnTo>
                    <a:pt x="0" y="392552"/>
                  </a:lnTo>
                  <a:lnTo>
                    <a:pt x="7270" y="361427"/>
                  </a:lnTo>
                  <a:lnTo>
                    <a:pt x="72503" y="298421"/>
                  </a:lnTo>
                  <a:lnTo>
                    <a:pt x="162481" y="238271"/>
                  </a:lnTo>
                  <a:lnTo>
                    <a:pt x="248188" y="182770"/>
                  </a:lnTo>
                  <a:lnTo>
                    <a:pt x="286368" y="158387"/>
                  </a:lnTo>
                  <a:lnTo>
                    <a:pt x="272030" y="69589"/>
                  </a:lnTo>
                  <a:lnTo>
                    <a:pt x="714890" y="0"/>
                  </a:lnTo>
                  <a:lnTo>
                    <a:pt x="727534" y="87982"/>
                  </a:lnTo>
                  <a:lnTo>
                    <a:pt x="735824" y="146982"/>
                  </a:lnTo>
                  <a:lnTo>
                    <a:pt x="742611" y="199977"/>
                  </a:lnTo>
                  <a:lnTo>
                    <a:pt x="747341" y="244569"/>
                  </a:lnTo>
                  <a:lnTo>
                    <a:pt x="749458" y="278359"/>
                  </a:lnTo>
                  <a:lnTo>
                    <a:pt x="749458" y="279174"/>
                  </a:lnTo>
                  <a:lnTo>
                    <a:pt x="706875" y="317662"/>
                  </a:lnTo>
                  <a:lnTo>
                    <a:pt x="666857" y="326356"/>
                  </a:lnTo>
                  <a:lnTo>
                    <a:pt x="616480" y="336353"/>
                  </a:lnTo>
                  <a:lnTo>
                    <a:pt x="557973" y="347305"/>
                  </a:lnTo>
                  <a:lnTo>
                    <a:pt x="493565" y="358865"/>
                  </a:lnTo>
                  <a:lnTo>
                    <a:pt x="425481" y="370685"/>
                  </a:lnTo>
                  <a:lnTo>
                    <a:pt x="355951" y="382418"/>
                  </a:lnTo>
                  <a:lnTo>
                    <a:pt x="287202" y="393714"/>
                  </a:lnTo>
                  <a:lnTo>
                    <a:pt x="221462" y="404227"/>
                  </a:lnTo>
                  <a:lnTo>
                    <a:pt x="160959" y="413608"/>
                  </a:lnTo>
                  <a:lnTo>
                    <a:pt x="107920" y="421510"/>
                  </a:lnTo>
                  <a:lnTo>
                    <a:pt x="64573" y="427585"/>
                  </a:lnTo>
                  <a:lnTo>
                    <a:pt x="33146" y="431485"/>
                  </a:lnTo>
                  <a:lnTo>
                    <a:pt x="15867" y="432862"/>
                  </a:lnTo>
                  <a:close/>
                </a:path>
              </a:pathLst>
            </a:custGeom>
            <a:solidFill>
              <a:srgbClr val="C7C7C7"/>
            </a:solidFill>
          </p:spPr>
          <p:txBody>
            <a:bodyPr wrap="square" lIns="0" tIns="0" rIns="0" bIns="0" rtlCol="0"/>
            <a:lstStyle/>
            <a:p>
              <a:endParaRPr/>
            </a:p>
          </p:txBody>
        </p:sp>
        <p:sp>
          <p:nvSpPr>
            <p:cNvPr id="18" name="object 18"/>
            <p:cNvSpPr/>
            <p:nvPr/>
          </p:nvSpPr>
          <p:spPr>
            <a:xfrm>
              <a:off x="7071501" y="4088741"/>
              <a:ext cx="750570" cy="349250"/>
            </a:xfrm>
            <a:custGeom>
              <a:avLst/>
              <a:gdLst/>
              <a:ahLst/>
              <a:cxnLst/>
              <a:rect l="l" t="t" r="r" b="b"/>
              <a:pathLst>
                <a:path w="750570" h="349250">
                  <a:moveTo>
                    <a:pt x="16606" y="348860"/>
                  </a:moveTo>
                  <a:lnTo>
                    <a:pt x="15747" y="348860"/>
                  </a:lnTo>
                  <a:lnTo>
                    <a:pt x="15115" y="348812"/>
                  </a:lnTo>
                  <a:lnTo>
                    <a:pt x="14660" y="348740"/>
                  </a:lnTo>
                  <a:lnTo>
                    <a:pt x="1832" y="335772"/>
                  </a:lnTo>
                  <a:lnTo>
                    <a:pt x="0" y="308550"/>
                  </a:lnTo>
                  <a:lnTo>
                    <a:pt x="7185" y="277426"/>
                  </a:lnTo>
                  <a:lnTo>
                    <a:pt x="72760" y="214419"/>
                  </a:lnTo>
                  <a:lnTo>
                    <a:pt x="162699" y="154269"/>
                  </a:lnTo>
                  <a:lnTo>
                    <a:pt x="248210" y="98768"/>
                  </a:lnTo>
                  <a:lnTo>
                    <a:pt x="286273" y="74385"/>
                  </a:lnTo>
                  <a:lnTo>
                    <a:pt x="285438" y="67191"/>
                  </a:lnTo>
                  <a:lnTo>
                    <a:pt x="727438" y="0"/>
                  </a:lnTo>
                  <a:lnTo>
                    <a:pt x="728273" y="3980"/>
                  </a:lnTo>
                  <a:lnTo>
                    <a:pt x="739607" y="85564"/>
                  </a:lnTo>
                  <a:lnTo>
                    <a:pt x="747463" y="153270"/>
                  </a:lnTo>
                  <a:lnTo>
                    <a:pt x="750573" y="200730"/>
                  </a:lnTo>
                  <a:lnTo>
                    <a:pt x="747668" y="221574"/>
                  </a:lnTo>
                  <a:lnTo>
                    <a:pt x="707363" y="233660"/>
                  </a:lnTo>
                  <a:lnTo>
                    <a:pt x="667273" y="242354"/>
                  </a:lnTo>
                  <a:lnTo>
                    <a:pt x="616856" y="252351"/>
                  </a:lnTo>
                  <a:lnTo>
                    <a:pt x="558336" y="263303"/>
                  </a:lnTo>
                  <a:lnTo>
                    <a:pt x="493936" y="274864"/>
                  </a:lnTo>
                  <a:lnTo>
                    <a:pt x="425879" y="286684"/>
                  </a:lnTo>
                  <a:lnTo>
                    <a:pt x="356389" y="298416"/>
                  </a:lnTo>
                  <a:lnTo>
                    <a:pt x="287690" y="309712"/>
                  </a:lnTo>
                  <a:lnTo>
                    <a:pt x="222005" y="320225"/>
                  </a:lnTo>
                  <a:lnTo>
                    <a:pt x="161557" y="329606"/>
                  </a:lnTo>
                  <a:lnTo>
                    <a:pt x="108569" y="337508"/>
                  </a:lnTo>
                  <a:lnTo>
                    <a:pt x="65266" y="343583"/>
                  </a:lnTo>
                  <a:lnTo>
                    <a:pt x="33871" y="347483"/>
                  </a:lnTo>
                  <a:lnTo>
                    <a:pt x="16606" y="348860"/>
                  </a:lnTo>
                  <a:close/>
                </a:path>
              </a:pathLst>
            </a:custGeom>
            <a:solidFill>
              <a:srgbClr val="263137"/>
            </a:solidFill>
          </p:spPr>
          <p:txBody>
            <a:bodyPr wrap="square" lIns="0" tIns="0" rIns="0" bIns="0" rtlCol="0"/>
            <a:lstStyle/>
            <a:p>
              <a:endParaRPr/>
            </a:p>
          </p:txBody>
        </p:sp>
        <p:sp>
          <p:nvSpPr>
            <p:cNvPr id="19" name="object 19"/>
            <p:cNvSpPr/>
            <p:nvPr/>
          </p:nvSpPr>
          <p:spPr>
            <a:xfrm>
              <a:off x="7087046" y="4301516"/>
              <a:ext cx="699770" cy="112395"/>
            </a:xfrm>
            <a:custGeom>
              <a:avLst/>
              <a:gdLst/>
              <a:ahLst/>
              <a:cxnLst/>
              <a:rect l="l" t="t" r="r" b="b"/>
              <a:pathLst>
                <a:path w="699770" h="112395">
                  <a:moveTo>
                    <a:pt x="2452" y="112130"/>
                  </a:moveTo>
                  <a:lnTo>
                    <a:pt x="0" y="112130"/>
                  </a:lnTo>
                  <a:lnTo>
                    <a:pt x="302" y="110260"/>
                  </a:lnTo>
                  <a:lnTo>
                    <a:pt x="71043" y="97635"/>
                  </a:lnTo>
                  <a:lnTo>
                    <a:pt x="117582" y="89771"/>
                  </a:lnTo>
                  <a:lnTo>
                    <a:pt x="170255" y="80995"/>
                  </a:lnTo>
                  <a:lnTo>
                    <a:pt x="227535" y="71566"/>
                  </a:lnTo>
                  <a:lnTo>
                    <a:pt x="287895" y="61742"/>
                  </a:lnTo>
                  <a:lnTo>
                    <a:pt x="349808" y="51781"/>
                  </a:lnTo>
                  <a:lnTo>
                    <a:pt x="411746" y="41944"/>
                  </a:lnTo>
                  <a:lnTo>
                    <a:pt x="472183" y="32489"/>
                  </a:lnTo>
                  <a:lnTo>
                    <a:pt x="529590" y="23674"/>
                  </a:lnTo>
                  <a:lnTo>
                    <a:pt x="582442" y="15759"/>
                  </a:lnTo>
                  <a:lnTo>
                    <a:pt x="629211" y="9002"/>
                  </a:lnTo>
                  <a:lnTo>
                    <a:pt x="668369" y="3663"/>
                  </a:lnTo>
                  <a:lnTo>
                    <a:pt x="698389" y="0"/>
                  </a:lnTo>
                  <a:lnTo>
                    <a:pt x="699223" y="0"/>
                  </a:lnTo>
                  <a:lnTo>
                    <a:pt x="699223" y="791"/>
                  </a:lnTo>
                  <a:lnTo>
                    <a:pt x="698389" y="791"/>
                  </a:lnTo>
                  <a:lnTo>
                    <a:pt x="668861" y="6480"/>
                  </a:lnTo>
                  <a:lnTo>
                    <a:pt x="630099" y="13454"/>
                  </a:lnTo>
                  <a:lnTo>
                    <a:pt x="583638" y="21478"/>
                  </a:lnTo>
                  <a:lnTo>
                    <a:pt x="531013" y="30317"/>
                  </a:lnTo>
                  <a:lnTo>
                    <a:pt x="473758" y="39737"/>
                  </a:lnTo>
                  <a:lnTo>
                    <a:pt x="413409" y="49504"/>
                  </a:lnTo>
                  <a:lnTo>
                    <a:pt x="351499" y="59383"/>
                  </a:lnTo>
                  <a:lnTo>
                    <a:pt x="289563" y="69140"/>
                  </a:lnTo>
                  <a:lnTo>
                    <a:pt x="229135" y="78540"/>
                  </a:lnTo>
                  <a:lnTo>
                    <a:pt x="171751" y="87349"/>
                  </a:lnTo>
                  <a:lnTo>
                    <a:pt x="118944" y="95333"/>
                  </a:lnTo>
                  <a:lnTo>
                    <a:pt x="72250" y="102257"/>
                  </a:lnTo>
                  <a:lnTo>
                    <a:pt x="33203" y="107886"/>
                  </a:lnTo>
                  <a:lnTo>
                    <a:pt x="3337" y="111986"/>
                  </a:lnTo>
                  <a:lnTo>
                    <a:pt x="2856" y="112082"/>
                  </a:lnTo>
                  <a:lnTo>
                    <a:pt x="2452" y="112130"/>
                  </a:lnTo>
                  <a:close/>
                </a:path>
              </a:pathLst>
            </a:custGeom>
            <a:solidFill>
              <a:srgbClr val="37474F"/>
            </a:solidFill>
          </p:spPr>
          <p:txBody>
            <a:bodyPr wrap="square" lIns="0" tIns="0" rIns="0" bIns="0" rtlCol="0"/>
            <a:lstStyle/>
            <a:p>
              <a:endParaRPr/>
            </a:p>
          </p:txBody>
        </p:sp>
        <p:pic>
          <p:nvPicPr>
            <p:cNvPr id="20" name="object 20"/>
            <p:cNvPicPr/>
            <p:nvPr/>
          </p:nvPicPr>
          <p:blipFill>
            <a:blip r:embed="rId4" cstate="print"/>
            <a:stretch>
              <a:fillRect/>
            </a:stretch>
          </p:blipFill>
          <p:spPr>
            <a:xfrm>
              <a:off x="7259077" y="4158858"/>
              <a:ext cx="204979" cy="69853"/>
            </a:xfrm>
            <a:prstGeom prst="rect">
              <a:avLst/>
            </a:prstGeom>
          </p:spPr>
        </p:pic>
        <p:sp>
          <p:nvSpPr>
            <p:cNvPr id="21" name="object 21"/>
            <p:cNvSpPr/>
            <p:nvPr/>
          </p:nvSpPr>
          <p:spPr>
            <a:xfrm>
              <a:off x="6861785" y="1830593"/>
              <a:ext cx="956310" cy="2329815"/>
            </a:xfrm>
            <a:custGeom>
              <a:avLst/>
              <a:gdLst/>
              <a:ahLst/>
              <a:cxnLst/>
              <a:rect l="l" t="t" r="r" b="b"/>
              <a:pathLst>
                <a:path w="956309" h="2329815">
                  <a:moveTo>
                    <a:pt x="479121" y="2329321"/>
                  </a:moveTo>
                  <a:lnTo>
                    <a:pt x="333187" y="1423836"/>
                  </a:lnTo>
                  <a:lnTo>
                    <a:pt x="225209" y="445548"/>
                  </a:lnTo>
                  <a:lnTo>
                    <a:pt x="200260" y="435254"/>
                  </a:lnTo>
                  <a:lnTo>
                    <a:pt x="136127" y="407759"/>
                  </a:lnTo>
                  <a:lnTo>
                    <a:pt x="105320" y="382085"/>
                  </a:lnTo>
                  <a:lnTo>
                    <a:pt x="76193" y="299142"/>
                  </a:lnTo>
                  <a:lnTo>
                    <a:pt x="59880" y="242365"/>
                  </a:lnTo>
                  <a:lnTo>
                    <a:pt x="42483" y="176159"/>
                  </a:lnTo>
                  <a:lnTo>
                    <a:pt x="26542" y="112369"/>
                  </a:lnTo>
                  <a:lnTo>
                    <a:pt x="13310" y="57446"/>
                  </a:lnTo>
                  <a:lnTo>
                    <a:pt x="4045" y="17839"/>
                  </a:lnTo>
                  <a:lnTo>
                    <a:pt x="0" y="0"/>
                  </a:lnTo>
                  <a:lnTo>
                    <a:pt x="560927" y="0"/>
                  </a:lnTo>
                  <a:lnTo>
                    <a:pt x="616609" y="276777"/>
                  </a:lnTo>
                  <a:lnTo>
                    <a:pt x="955715" y="2258939"/>
                  </a:lnTo>
                  <a:lnTo>
                    <a:pt x="479121" y="2329321"/>
                  </a:lnTo>
                  <a:close/>
                </a:path>
              </a:pathLst>
            </a:custGeom>
            <a:solidFill>
              <a:srgbClr val="37474F"/>
            </a:solidFill>
          </p:spPr>
          <p:txBody>
            <a:bodyPr wrap="square" lIns="0" tIns="0" rIns="0" bIns="0" rtlCol="0"/>
            <a:lstStyle/>
            <a:p>
              <a:endParaRPr/>
            </a:p>
          </p:txBody>
        </p:sp>
        <p:pic>
          <p:nvPicPr>
            <p:cNvPr id="22" name="object 22"/>
            <p:cNvPicPr/>
            <p:nvPr/>
          </p:nvPicPr>
          <p:blipFill>
            <a:blip r:embed="rId5" cstate="print"/>
            <a:stretch>
              <a:fillRect/>
            </a:stretch>
          </p:blipFill>
          <p:spPr>
            <a:xfrm>
              <a:off x="4807808" y="736697"/>
              <a:ext cx="3144652" cy="3720808"/>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D449843-DDBF-489D-A301-B0CDF9935446}">
  <we:reference id="wa200000113" version="1.0.0.0" store="en-US" storeType="OMEX"/>
  <we:alternateReferences>
    <we:reference id="WA200000113" version="1.0.0.0" store="WA20000011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Final_7th_Semester</Template>
  <TotalTime>11841</TotalTime>
  <Words>6467</Words>
  <Application>Microsoft Office PowerPoint</Application>
  <PresentationFormat>On-screen Show (16:9)</PresentationFormat>
  <Paragraphs>526</Paragraphs>
  <Slides>41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Calibri</vt:lpstr>
      <vt:lpstr>Courier New</vt:lpstr>
      <vt:lpstr>Georgia</vt:lpstr>
      <vt:lpstr>Google Sans</vt:lpstr>
      <vt:lpstr>Tahoma</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00003894980@aakashicampus.com</dc:creator>
  <cp:lastModifiedBy>00003894980@aakashicampus.com</cp:lastModifiedBy>
  <cp:revision>18</cp:revision>
  <dcterms:created xsi:type="dcterms:W3CDTF">2024-07-07T04:17:40Z</dcterms:created>
  <dcterms:modified xsi:type="dcterms:W3CDTF">2024-08-04T21:00:25Z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2023-05-13T00:00:00Z</vt:filetime>
  </property>
  <property fmtid="{D5CDD505-2E9C-101B-9397-08002B2CF9AE}" pid="3" name="Creator">
    <vt:lpwstr>PDFium</vt:lpwstr>
  </property>
  <property fmtid="{D5CDD505-2E9C-101B-9397-08002B2CF9AE}" pid="4" name="LastSaved">
    <vt:filetime>2023-05-13T00:00:00Z</vt:filetime>
  </property>
</Properties>
</file>